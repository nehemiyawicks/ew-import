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slides/slide540.xml" ContentType="application/vnd.openxmlformats-officedocument.presentationml.slide+xml"/>
  <Override PartName="/ppt/slides/slide541.xml" ContentType="application/vnd.openxmlformats-officedocument.presentationml.slide+xml"/>
  <Override PartName="/ppt/slides/slide542.xml" ContentType="application/vnd.openxmlformats-officedocument.presentationml.slide+xml"/>
  <Override PartName="/ppt/slides/slide543.xml" ContentType="application/vnd.openxmlformats-officedocument.presentationml.slide+xml"/>
  <Override PartName="/ppt/slides/slide544.xml" ContentType="application/vnd.openxmlformats-officedocument.presentationml.slide+xml"/>
  <Override PartName="/ppt/slides/slide545.xml" ContentType="application/vnd.openxmlformats-officedocument.presentationml.slide+xml"/>
  <Override PartName="/ppt/slides/slide546.xml" ContentType="application/vnd.openxmlformats-officedocument.presentationml.slide+xml"/>
  <Override PartName="/ppt/slides/slide547.xml" ContentType="application/vnd.openxmlformats-officedocument.presentationml.slide+xml"/>
  <Override PartName="/ppt/slides/slide548.xml" ContentType="application/vnd.openxmlformats-officedocument.presentationml.slide+xml"/>
  <Override PartName="/ppt/slides/slide549.xml" ContentType="application/vnd.openxmlformats-officedocument.presentationml.slide+xml"/>
  <Override PartName="/ppt/slides/slide550.xml" ContentType="application/vnd.openxmlformats-officedocument.presentationml.slide+xml"/>
  <Override PartName="/ppt/slides/slide551.xml" ContentType="application/vnd.openxmlformats-officedocument.presentationml.slide+xml"/>
  <Override PartName="/ppt/slides/slide552.xml" ContentType="application/vnd.openxmlformats-officedocument.presentationml.slide+xml"/>
  <Override PartName="/ppt/slides/slide553.xml" ContentType="application/vnd.openxmlformats-officedocument.presentationml.slide+xml"/>
  <Override PartName="/ppt/slides/slide554.xml" ContentType="application/vnd.openxmlformats-officedocument.presentationml.slide+xml"/>
  <Override PartName="/ppt/slides/slide555.xml" ContentType="application/vnd.openxmlformats-officedocument.presentationml.slide+xml"/>
  <Override PartName="/ppt/slides/slide556.xml" ContentType="application/vnd.openxmlformats-officedocument.presentationml.slide+xml"/>
  <Override PartName="/ppt/slides/slide557.xml" ContentType="application/vnd.openxmlformats-officedocument.presentationml.slide+xml"/>
  <Override PartName="/ppt/slides/slide558.xml" ContentType="application/vnd.openxmlformats-officedocument.presentationml.slide+xml"/>
  <Override PartName="/ppt/slides/slide559.xml" ContentType="application/vnd.openxmlformats-officedocument.presentationml.slide+xml"/>
  <Override PartName="/ppt/slides/slide560.xml" ContentType="application/vnd.openxmlformats-officedocument.presentationml.slide+xml"/>
  <Override PartName="/ppt/slides/slide561.xml" ContentType="application/vnd.openxmlformats-officedocument.presentationml.slide+xml"/>
  <Override PartName="/ppt/slides/slide562.xml" ContentType="application/vnd.openxmlformats-officedocument.presentationml.slide+xml"/>
  <Override PartName="/ppt/slides/slide563.xml" ContentType="application/vnd.openxmlformats-officedocument.presentationml.slide+xml"/>
  <Override PartName="/ppt/slides/slide564.xml" ContentType="application/vnd.openxmlformats-officedocument.presentationml.slide+xml"/>
  <Override PartName="/ppt/slides/slide565.xml" ContentType="application/vnd.openxmlformats-officedocument.presentationml.slide+xml"/>
  <Override PartName="/ppt/slides/slide566.xml" ContentType="application/vnd.openxmlformats-officedocument.presentationml.slide+xml"/>
  <Override PartName="/ppt/slides/slide567.xml" ContentType="application/vnd.openxmlformats-officedocument.presentationml.slide+xml"/>
  <Override PartName="/ppt/slides/slide568.xml" ContentType="application/vnd.openxmlformats-officedocument.presentationml.slide+xml"/>
  <Override PartName="/ppt/slides/slide569.xml" ContentType="application/vnd.openxmlformats-officedocument.presentationml.slide+xml"/>
  <Override PartName="/ppt/slides/slide570.xml" ContentType="application/vnd.openxmlformats-officedocument.presentationml.slide+xml"/>
  <Override PartName="/ppt/slides/slide571.xml" ContentType="application/vnd.openxmlformats-officedocument.presentationml.slide+xml"/>
  <Override PartName="/ppt/slides/slide572.xml" ContentType="application/vnd.openxmlformats-officedocument.presentationml.slide+xml"/>
  <Override PartName="/ppt/slides/slide573.xml" ContentType="application/vnd.openxmlformats-officedocument.presentationml.slide+xml"/>
  <Override PartName="/ppt/slides/slide574.xml" ContentType="application/vnd.openxmlformats-officedocument.presentationml.slide+xml"/>
  <Override PartName="/ppt/slides/slide575.xml" ContentType="application/vnd.openxmlformats-officedocument.presentationml.slide+xml"/>
  <Override PartName="/ppt/slides/slide576.xml" ContentType="application/vnd.openxmlformats-officedocument.presentationml.slide+xml"/>
  <Override PartName="/ppt/slides/slide577.xml" ContentType="application/vnd.openxmlformats-officedocument.presentationml.slide+xml"/>
  <Override PartName="/ppt/slides/slide578.xml" ContentType="application/vnd.openxmlformats-officedocument.presentationml.slide+xml"/>
  <Override PartName="/ppt/slides/slide579.xml" ContentType="application/vnd.openxmlformats-officedocument.presentationml.slide+xml"/>
  <Override PartName="/ppt/slides/slide580.xml" ContentType="application/vnd.openxmlformats-officedocument.presentationml.slide+xml"/>
  <Override PartName="/ppt/slides/slide581.xml" ContentType="application/vnd.openxmlformats-officedocument.presentationml.slide+xml"/>
  <Override PartName="/ppt/slides/slide582.xml" ContentType="application/vnd.openxmlformats-officedocument.presentationml.slide+xml"/>
  <Override PartName="/ppt/slides/slide583.xml" ContentType="application/vnd.openxmlformats-officedocument.presentationml.slide+xml"/>
  <Override PartName="/ppt/slides/slide584.xml" ContentType="application/vnd.openxmlformats-officedocument.presentationml.slide+xml"/>
  <Override PartName="/ppt/slides/slide585.xml" ContentType="application/vnd.openxmlformats-officedocument.presentationml.slide+xml"/>
  <Override PartName="/ppt/slides/slide586.xml" ContentType="application/vnd.openxmlformats-officedocument.presentationml.slide+xml"/>
  <Override PartName="/ppt/slides/slide587.xml" ContentType="application/vnd.openxmlformats-officedocument.presentationml.slide+xml"/>
  <Override PartName="/ppt/slides/slide588.xml" ContentType="application/vnd.openxmlformats-officedocument.presentationml.slide+xml"/>
  <Override PartName="/ppt/slides/slide589.xml" ContentType="application/vnd.openxmlformats-officedocument.presentationml.slide+xml"/>
  <Override PartName="/ppt/slides/slide590.xml" ContentType="application/vnd.openxmlformats-officedocument.presentationml.slide+xml"/>
  <Override PartName="/ppt/slides/slide591.xml" ContentType="application/vnd.openxmlformats-officedocument.presentationml.slide+xml"/>
  <Override PartName="/ppt/slides/slide592.xml" ContentType="application/vnd.openxmlformats-officedocument.presentationml.slide+xml"/>
  <Override PartName="/ppt/slides/slide593.xml" ContentType="application/vnd.openxmlformats-officedocument.presentationml.slide+xml"/>
  <Override PartName="/ppt/slides/slide594.xml" ContentType="application/vnd.openxmlformats-officedocument.presentationml.slide+xml"/>
  <Override PartName="/ppt/slides/slide595.xml" ContentType="application/vnd.openxmlformats-officedocument.presentationml.slide+xml"/>
  <Override PartName="/ppt/slides/slide596.xml" ContentType="application/vnd.openxmlformats-officedocument.presentationml.slide+xml"/>
  <Override PartName="/ppt/slides/slide597.xml" ContentType="application/vnd.openxmlformats-officedocument.presentationml.slide+xml"/>
  <Override PartName="/ppt/slides/slide598.xml" ContentType="application/vnd.openxmlformats-officedocument.presentationml.slide+xml"/>
  <Override PartName="/ppt/slides/slide599.xml" ContentType="application/vnd.openxmlformats-officedocument.presentationml.slide+xml"/>
  <Override PartName="/ppt/slides/slide600.xml" ContentType="application/vnd.openxmlformats-officedocument.presentationml.slide+xml"/>
  <Override PartName="/ppt/slides/slide601.xml" ContentType="application/vnd.openxmlformats-officedocument.presentationml.slide+xml"/>
  <Override PartName="/ppt/slides/slide602.xml" ContentType="application/vnd.openxmlformats-officedocument.presentationml.slide+xml"/>
  <Override PartName="/ppt/slides/slide603.xml" ContentType="application/vnd.openxmlformats-officedocument.presentationml.slide+xml"/>
  <Override PartName="/ppt/slides/slide604.xml" ContentType="application/vnd.openxmlformats-officedocument.presentationml.slide+xml"/>
  <Override PartName="/ppt/slides/slide605.xml" ContentType="application/vnd.openxmlformats-officedocument.presentationml.slide+xml"/>
  <Override PartName="/ppt/slides/slide606.xml" ContentType="application/vnd.openxmlformats-officedocument.presentationml.slide+xml"/>
  <Override PartName="/ppt/slides/slide607.xml" ContentType="application/vnd.openxmlformats-officedocument.presentationml.slide+xml"/>
  <Override PartName="/ppt/slides/slide608.xml" ContentType="application/vnd.openxmlformats-officedocument.presentationml.slide+xml"/>
  <Override PartName="/ppt/slides/slide609.xml" ContentType="application/vnd.openxmlformats-officedocument.presentationml.slide+xml"/>
  <Override PartName="/ppt/slides/slide610.xml" ContentType="application/vnd.openxmlformats-officedocument.presentationml.slide+xml"/>
  <Override PartName="/ppt/slides/slide611.xml" ContentType="application/vnd.openxmlformats-officedocument.presentationml.slide+xml"/>
  <Override PartName="/ppt/slides/slide612.xml" ContentType="application/vnd.openxmlformats-officedocument.presentationml.slide+xml"/>
  <Override PartName="/ppt/slides/slide613.xml" ContentType="application/vnd.openxmlformats-officedocument.presentationml.slide+xml"/>
  <Override PartName="/ppt/slides/slide614.xml" ContentType="application/vnd.openxmlformats-officedocument.presentationml.slide+xml"/>
  <Override PartName="/ppt/slides/slide615.xml" ContentType="application/vnd.openxmlformats-officedocument.presentationml.slide+xml"/>
  <Override PartName="/ppt/slides/slide616.xml" ContentType="application/vnd.openxmlformats-officedocument.presentationml.slide+xml"/>
  <Override PartName="/ppt/slides/slide617.xml" ContentType="application/vnd.openxmlformats-officedocument.presentationml.slide+xml"/>
  <Override PartName="/ppt/slides/slide618.xml" ContentType="application/vnd.openxmlformats-officedocument.presentationml.slide+xml"/>
  <Override PartName="/ppt/slides/slide619.xml" ContentType="application/vnd.openxmlformats-officedocument.presentationml.slide+xml"/>
  <Override PartName="/ppt/slides/slide620.xml" ContentType="application/vnd.openxmlformats-officedocument.presentationml.slide+xml"/>
  <Override PartName="/ppt/slides/slide621.xml" ContentType="application/vnd.openxmlformats-officedocument.presentationml.slide+xml"/>
  <Override PartName="/ppt/slides/slide622.xml" ContentType="application/vnd.openxmlformats-officedocument.presentationml.slide+xml"/>
  <Override PartName="/ppt/slides/slide623.xml" ContentType="application/vnd.openxmlformats-officedocument.presentationml.slide+xml"/>
  <Override PartName="/ppt/slides/slide624.xml" ContentType="application/vnd.openxmlformats-officedocument.presentationml.slide+xml"/>
  <Override PartName="/ppt/slides/slide625.xml" ContentType="application/vnd.openxmlformats-officedocument.presentationml.slide+xml"/>
  <Override PartName="/ppt/slides/slide626.xml" ContentType="application/vnd.openxmlformats-officedocument.presentationml.slide+xml"/>
  <Override PartName="/ppt/slides/slide627.xml" ContentType="application/vnd.openxmlformats-officedocument.presentationml.slide+xml"/>
  <Override PartName="/ppt/slides/slide628.xml" ContentType="application/vnd.openxmlformats-officedocument.presentationml.slide+xml"/>
  <Override PartName="/ppt/slides/slide629.xml" ContentType="application/vnd.openxmlformats-officedocument.presentationml.slide+xml"/>
  <Override PartName="/ppt/slides/slide630.xml" ContentType="application/vnd.openxmlformats-officedocument.presentationml.slide+xml"/>
  <Override PartName="/ppt/slides/slide631.xml" ContentType="application/vnd.openxmlformats-officedocument.presentationml.slide+xml"/>
  <Override PartName="/ppt/slides/slide632.xml" ContentType="application/vnd.openxmlformats-officedocument.presentationml.slide+xml"/>
  <Override PartName="/ppt/slides/slide633.xml" ContentType="application/vnd.openxmlformats-officedocument.presentationml.slide+xml"/>
  <Override PartName="/ppt/slides/slide634.xml" ContentType="application/vnd.openxmlformats-officedocument.presentationml.slide+xml"/>
  <Override PartName="/ppt/slides/slide635.xml" ContentType="application/vnd.openxmlformats-officedocument.presentationml.slide+xml"/>
  <Override PartName="/ppt/slides/slide636.xml" ContentType="application/vnd.openxmlformats-officedocument.presentationml.slide+xml"/>
  <Override PartName="/ppt/slides/slide637.xml" ContentType="application/vnd.openxmlformats-officedocument.presentationml.slide+xml"/>
  <Override PartName="/ppt/slides/slide638.xml" ContentType="application/vnd.openxmlformats-officedocument.presentationml.slide+xml"/>
  <Override PartName="/ppt/slides/slide639.xml" ContentType="application/vnd.openxmlformats-officedocument.presentationml.slide+xml"/>
  <Override PartName="/ppt/slides/slide640.xml" ContentType="application/vnd.openxmlformats-officedocument.presentationml.slide+xml"/>
  <Override PartName="/ppt/slides/slide641.xml" ContentType="application/vnd.openxmlformats-officedocument.presentationml.slide+xml"/>
  <Override PartName="/ppt/slides/slide642.xml" ContentType="application/vnd.openxmlformats-officedocument.presentationml.slide+xml"/>
  <Override PartName="/ppt/slides/slide643.xml" ContentType="application/vnd.openxmlformats-officedocument.presentationml.slide+xml"/>
  <Override PartName="/ppt/slides/slide644.xml" ContentType="application/vnd.openxmlformats-officedocument.presentationml.slide+xml"/>
  <Override PartName="/ppt/slides/slide645.xml" ContentType="application/vnd.openxmlformats-officedocument.presentationml.slide+xml"/>
  <Override PartName="/ppt/slides/slide646.xml" ContentType="application/vnd.openxmlformats-officedocument.presentationml.slide+xml"/>
  <Override PartName="/ppt/slides/slide647.xml" ContentType="application/vnd.openxmlformats-officedocument.presentationml.slide+xml"/>
  <Override PartName="/ppt/slides/slide648.xml" ContentType="application/vnd.openxmlformats-officedocument.presentationml.slide+xml"/>
  <Override PartName="/ppt/slides/slide649.xml" ContentType="application/vnd.openxmlformats-officedocument.presentationml.slide+xml"/>
  <Override PartName="/ppt/slides/slide650.xml" ContentType="application/vnd.openxmlformats-officedocument.presentationml.slide+xml"/>
  <Override PartName="/ppt/slides/slide651.xml" ContentType="application/vnd.openxmlformats-officedocument.presentationml.slide+xml"/>
  <Override PartName="/ppt/slides/slide652.xml" ContentType="application/vnd.openxmlformats-officedocument.presentationml.slide+xml"/>
  <Override PartName="/ppt/slides/slide653.xml" ContentType="application/vnd.openxmlformats-officedocument.presentationml.slide+xml"/>
  <Override PartName="/ppt/slides/slide654.xml" ContentType="application/vnd.openxmlformats-officedocument.presentationml.slide+xml"/>
  <Override PartName="/ppt/slides/slide655.xml" ContentType="application/vnd.openxmlformats-officedocument.presentationml.slide+xml"/>
  <Override PartName="/ppt/slides/slide656.xml" ContentType="application/vnd.openxmlformats-officedocument.presentationml.slide+xml"/>
  <Override PartName="/ppt/slides/slide657.xml" ContentType="application/vnd.openxmlformats-officedocument.presentationml.slide+xml"/>
  <Override PartName="/ppt/slides/slide658.xml" ContentType="application/vnd.openxmlformats-officedocument.presentationml.slide+xml"/>
  <Override PartName="/ppt/slides/slide659.xml" ContentType="application/vnd.openxmlformats-officedocument.presentationml.slide+xml"/>
  <Override PartName="/ppt/slides/slide660.xml" ContentType="application/vnd.openxmlformats-officedocument.presentationml.slide+xml"/>
  <Override PartName="/ppt/slides/slide661.xml" ContentType="application/vnd.openxmlformats-officedocument.presentationml.slide+xml"/>
  <Override PartName="/ppt/slides/slide662.xml" ContentType="application/vnd.openxmlformats-officedocument.presentationml.slide+xml"/>
  <Override PartName="/ppt/slides/slide663.xml" ContentType="application/vnd.openxmlformats-officedocument.presentationml.slide+xml"/>
  <Override PartName="/ppt/slides/slide664.xml" ContentType="application/vnd.openxmlformats-officedocument.presentationml.slide+xml"/>
  <Override PartName="/ppt/slides/slide665.xml" ContentType="application/vnd.openxmlformats-officedocument.presentationml.slide+xml"/>
  <Override PartName="/ppt/slides/slide666.xml" ContentType="application/vnd.openxmlformats-officedocument.presentationml.slide+xml"/>
  <Override PartName="/ppt/slides/slide667.xml" ContentType="application/vnd.openxmlformats-officedocument.presentationml.slide+xml"/>
  <Override PartName="/ppt/slides/slide668.xml" ContentType="application/vnd.openxmlformats-officedocument.presentationml.slide+xml"/>
  <Override PartName="/ppt/slides/slide669.xml" ContentType="application/vnd.openxmlformats-officedocument.presentationml.slide+xml"/>
  <Override PartName="/ppt/slides/slide670.xml" ContentType="application/vnd.openxmlformats-officedocument.presentationml.slide+xml"/>
  <Override PartName="/ppt/slides/slide671.xml" ContentType="application/vnd.openxmlformats-officedocument.presentationml.slide+xml"/>
  <Override PartName="/ppt/slides/slide672.xml" ContentType="application/vnd.openxmlformats-officedocument.presentationml.slide+xml"/>
  <Override PartName="/ppt/slides/slide673.xml" ContentType="application/vnd.openxmlformats-officedocument.presentationml.slide+xml"/>
  <Override PartName="/ppt/slides/slide674.xml" ContentType="application/vnd.openxmlformats-officedocument.presentationml.slide+xml"/>
  <Override PartName="/ppt/slides/slide675.xml" ContentType="application/vnd.openxmlformats-officedocument.presentationml.slide+xml"/>
  <Override PartName="/ppt/slides/slide676.xml" ContentType="application/vnd.openxmlformats-officedocument.presentationml.slide+xml"/>
  <Override PartName="/ppt/slides/slide677.xml" ContentType="application/vnd.openxmlformats-officedocument.presentationml.slide+xml"/>
  <Override PartName="/ppt/slides/slide678.xml" ContentType="application/vnd.openxmlformats-officedocument.presentationml.slide+xml"/>
  <Override PartName="/ppt/slides/slide679.xml" ContentType="application/vnd.openxmlformats-officedocument.presentationml.slide+xml"/>
  <Override PartName="/ppt/slides/slide680.xml" ContentType="application/vnd.openxmlformats-officedocument.presentationml.slide+xml"/>
  <Override PartName="/ppt/slides/slide681.xml" ContentType="application/vnd.openxmlformats-officedocument.presentationml.slide+xml"/>
  <Override PartName="/ppt/slides/slide682.xml" ContentType="application/vnd.openxmlformats-officedocument.presentationml.slide+xml"/>
  <Override PartName="/ppt/slides/slide683.xml" ContentType="application/vnd.openxmlformats-officedocument.presentationml.slide+xml"/>
  <Override PartName="/ppt/slides/slide684.xml" ContentType="application/vnd.openxmlformats-officedocument.presentationml.slide+xml"/>
  <Override PartName="/ppt/slides/slide685.xml" ContentType="application/vnd.openxmlformats-officedocument.presentationml.slide+xml"/>
  <Override PartName="/ppt/slides/slide686.xml" ContentType="application/vnd.openxmlformats-officedocument.presentationml.slide+xml"/>
  <Override PartName="/ppt/slides/slide687.xml" ContentType="application/vnd.openxmlformats-officedocument.presentationml.slide+xml"/>
  <Override PartName="/ppt/slides/slide688.xml" ContentType="application/vnd.openxmlformats-officedocument.presentationml.slide+xml"/>
  <Override PartName="/ppt/slides/slide689.xml" ContentType="application/vnd.openxmlformats-officedocument.presentationml.slide+xml"/>
  <Override PartName="/ppt/slides/slide690.xml" ContentType="application/vnd.openxmlformats-officedocument.presentationml.slide+xml"/>
  <Override PartName="/ppt/slides/slide691.xml" ContentType="application/vnd.openxmlformats-officedocument.presentationml.slide+xml"/>
  <Override PartName="/ppt/slides/slide692.xml" ContentType="application/vnd.openxmlformats-officedocument.presentationml.slide+xml"/>
  <Override PartName="/ppt/slides/slide693.xml" ContentType="application/vnd.openxmlformats-officedocument.presentationml.slide+xml"/>
  <Override PartName="/ppt/slides/slide694.xml" ContentType="application/vnd.openxmlformats-officedocument.presentationml.slide+xml"/>
  <Override PartName="/ppt/slides/slide695.xml" ContentType="application/vnd.openxmlformats-officedocument.presentationml.slide+xml"/>
  <Override PartName="/ppt/slides/slide696.xml" ContentType="application/vnd.openxmlformats-officedocument.presentationml.slide+xml"/>
  <Override PartName="/ppt/slides/slide697.xml" ContentType="application/vnd.openxmlformats-officedocument.presentationml.slide+xml"/>
  <Override PartName="/ppt/slides/slide698.xml" ContentType="application/vnd.openxmlformats-officedocument.presentationml.slide+xml"/>
  <Override PartName="/ppt/slides/slide699.xml" ContentType="application/vnd.openxmlformats-officedocument.presentationml.slide+xml"/>
  <Override PartName="/ppt/slides/slide700.xml" ContentType="application/vnd.openxmlformats-officedocument.presentationml.slide+xml"/>
  <Override PartName="/ppt/slides/slide701.xml" ContentType="application/vnd.openxmlformats-officedocument.presentationml.slide+xml"/>
  <Override PartName="/ppt/slides/slide702.xml" ContentType="application/vnd.openxmlformats-officedocument.presentationml.slide+xml"/>
  <Override PartName="/ppt/slides/slide703.xml" ContentType="application/vnd.openxmlformats-officedocument.presentationml.slide+xml"/>
  <Override PartName="/ppt/slides/slide704.xml" ContentType="application/vnd.openxmlformats-officedocument.presentationml.slide+xml"/>
  <Override PartName="/ppt/slides/slide705.xml" ContentType="application/vnd.openxmlformats-officedocument.presentationml.slide+xml"/>
  <Override PartName="/ppt/slides/slide706.xml" ContentType="application/vnd.openxmlformats-officedocument.presentationml.slide+xml"/>
  <Override PartName="/ppt/slides/slide707.xml" ContentType="application/vnd.openxmlformats-officedocument.presentationml.slide+xml"/>
  <Override PartName="/ppt/slides/slide708.xml" ContentType="application/vnd.openxmlformats-officedocument.presentationml.slide+xml"/>
  <Override PartName="/ppt/slides/slide709.xml" ContentType="application/vnd.openxmlformats-officedocument.presentationml.slide+xml"/>
  <Override PartName="/ppt/slides/slide710.xml" ContentType="application/vnd.openxmlformats-officedocument.presentationml.slide+xml"/>
  <Override PartName="/ppt/slides/slide711.xml" ContentType="application/vnd.openxmlformats-officedocument.presentationml.slide+xml"/>
  <Override PartName="/ppt/slides/slide712.xml" ContentType="application/vnd.openxmlformats-officedocument.presentationml.slide+xml"/>
  <Override PartName="/ppt/slides/slide713.xml" ContentType="application/vnd.openxmlformats-officedocument.presentationml.slide+xml"/>
  <Override PartName="/ppt/slides/slide714.xml" ContentType="application/vnd.openxmlformats-officedocument.presentationml.slide+xml"/>
  <Override PartName="/ppt/slides/slide715.xml" ContentType="application/vnd.openxmlformats-officedocument.presentationml.slide+xml"/>
  <Override PartName="/ppt/slides/slide716.xml" ContentType="application/vnd.openxmlformats-officedocument.presentationml.slide+xml"/>
  <Override PartName="/ppt/slides/slide717.xml" ContentType="application/vnd.openxmlformats-officedocument.presentationml.slide+xml"/>
  <Override PartName="/ppt/slides/slide718.xml" ContentType="application/vnd.openxmlformats-officedocument.presentationml.slide+xml"/>
  <Override PartName="/ppt/slides/slide719.xml" ContentType="application/vnd.openxmlformats-officedocument.presentationml.slide+xml"/>
  <Override PartName="/ppt/slides/slide720.xml" ContentType="application/vnd.openxmlformats-officedocument.presentationml.slide+xml"/>
  <Override PartName="/ppt/slides/slide721.xml" ContentType="application/vnd.openxmlformats-officedocument.presentationml.slide+xml"/>
  <Override PartName="/ppt/slides/slide722.xml" ContentType="application/vnd.openxmlformats-officedocument.presentationml.slide+xml"/>
  <Override PartName="/ppt/slides/slide723.xml" ContentType="application/vnd.openxmlformats-officedocument.presentationml.slide+xml"/>
  <Override PartName="/ppt/slides/slide724.xml" ContentType="application/vnd.openxmlformats-officedocument.presentationml.slide+xml"/>
  <Override PartName="/ppt/slides/slide725.xml" ContentType="application/vnd.openxmlformats-officedocument.presentationml.slide+xml"/>
  <Override PartName="/ppt/slides/slide726.xml" ContentType="application/vnd.openxmlformats-officedocument.presentationml.slide+xml"/>
  <Override PartName="/ppt/slides/slide727.xml" ContentType="application/vnd.openxmlformats-officedocument.presentationml.slide+xml"/>
  <Override PartName="/ppt/slides/slide728.xml" ContentType="application/vnd.openxmlformats-officedocument.presentationml.slide+xml"/>
  <Override PartName="/ppt/slides/slide729.xml" ContentType="application/vnd.openxmlformats-officedocument.presentationml.slide+xml"/>
  <Override PartName="/ppt/slides/slide730.xml" ContentType="application/vnd.openxmlformats-officedocument.presentationml.slide+xml"/>
  <Override PartName="/ppt/slides/slide731.xml" ContentType="application/vnd.openxmlformats-officedocument.presentationml.slide+xml"/>
  <Override PartName="/ppt/slides/slide732.xml" ContentType="application/vnd.openxmlformats-officedocument.presentationml.slide+xml"/>
  <Override PartName="/ppt/slides/slide733.xml" ContentType="application/vnd.openxmlformats-officedocument.presentationml.slide+xml"/>
  <Override PartName="/ppt/slides/slide734.xml" ContentType="application/vnd.openxmlformats-officedocument.presentationml.slide+xml"/>
  <Override PartName="/ppt/slides/slide735.xml" ContentType="application/vnd.openxmlformats-officedocument.presentationml.slide+xml"/>
  <Override PartName="/ppt/slides/slide736.xml" ContentType="application/vnd.openxmlformats-officedocument.presentationml.slide+xml"/>
  <Override PartName="/ppt/slides/slide737.xml" ContentType="application/vnd.openxmlformats-officedocument.presentationml.slide+xml"/>
  <Override PartName="/ppt/slides/slide738.xml" ContentType="application/vnd.openxmlformats-officedocument.presentationml.slide+xml"/>
  <Override PartName="/ppt/slides/slide739.xml" ContentType="application/vnd.openxmlformats-officedocument.presentationml.slide+xml"/>
  <Override PartName="/ppt/slides/slide740.xml" ContentType="application/vnd.openxmlformats-officedocument.presentationml.slide+xml"/>
  <Override PartName="/ppt/slides/slide741.xml" ContentType="application/vnd.openxmlformats-officedocument.presentationml.slide+xml"/>
  <Override PartName="/ppt/slides/slide742.xml" ContentType="application/vnd.openxmlformats-officedocument.presentationml.slide+xml"/>
  <Override PartName="/ppt/slides/slide743.xml" ContentType="application/vnd.openxmlformats-officedocument.presentationml.slide+xml"/>
  <Override PartName="/ppt/slides/slide744.xml" ContentType="application/vnd.openxmlformats-officedocument.presentationml.slide+xml"/>
  <Override PartName="/ppt/slides/slide745.xml" ContentType="application/vnd.openxmlformats-officedocument.presentationml.slide+xml"/>
  <Override PartName="/ppt/slides/slide746.xml" ContentType="application/vnd.openxmlformats-officedocument.presentationml.slide+xml"/>
  <Override PartName="/ppt/slides/slide747.xml" ContentType="application/vnd.openxmlformats-officedocument.presentationml.slide+xml"/>
  <Override PartName="/ppt/slides/slide748.xml" ContentType="application/vnd.openxmlformats-officedocument.presentationml.slide+xml"/>
  <Override PartName="/ppt/slides/slide749.xml" ContentType="application/vnd.openxmlformats-officedocument.presentationml.slide+xml"/>
  <Override PartName="/ppt/slides/slide750.xml" ContentType="application/vnd.openxmlformats-officedocument.presentationml.slide+xml"/>
  <Override PartName="/ppt/slides/slide751.xml" ContentType="application/vnd.openxmlformats-officedocument.presentationml.slide+xml"/>
  <Override PartName="/ppt/slides/slide752.xml" ContentType="application/vnd.openxmlformats-officedocument.presentationml.slide+xml"/>
  <Override PartName="/ppt/slides/slide753.xml" ContentType="application/vnd.openxmlformats-officedocument.presentationml.slide+xml"/>
  <Override PartName="/ppt/slides/slide754.xml" ContentType="application/vnd.openxmlformats-officedocument.presentationml.slide+xml"/>
  <Override PartName="/ppt/slides/slide755.xml" ContentType="application/vnd.openxmlformats-officedocument.presentationml.slide+xml"/>
  <Override PartName="/ppt/slides/slide756.xml" ContentType="application/vnd.openxmlformats-officedocument.presentationml.slide+xml"/>
  <Override PartName="/ppt/slides/slide757.xml" ContentType="application/vnd.openxmlformats-officedocument.presentationml.slide+xml"/>
  <Override PartName="/ppt/slides/slide758.xml" ContentType="application/vnd.openxmlformats-officedocument.presentationml.slide+xml"/>
  <Override PartName="/ppt/slides/slide759.xml" ContentType="application/vnd.openxmlformats-officedocument.presentationml.slide+xml"/>
  <Override PartName="/ppt/slides/slide760.xml" ContentType="application/vnd.openxmlformats-officedocument.presentationml.slide+xml"/>
  <Override PartName="/ppt/slides/slide761.xml" ContentType="application/vnd.openxmlformats-officedocument.presentationml.slide+xml"/>
  <Override PartName="/ppt/slides/slide762.xml" ContentType="application/vnd.openxmlformats-officedocument.presentationml.slide+xml"/>
  <Override PartName="/ppt/slides/slide763.xml" ContentType="application/vnd.openxmlformats-officedocument.presentationml.slide+xml"/>
  <Override PartName="/ppt/slides/slide764.xml" ContentType="application/vnd.openxmlformats-officedocument.presentationml.slide+xml"/>
  <Override PartName="/ppt/slides/slide765.xml" ContentType="application/vnd.openxmlformats-officedocument.presentationml.slide+xml"/>
  <Override PartName="/ppt/slides/slide766.xml" ContentType="application/vnd.openxmlformats-officedocument.presentationml.slide+xml"/>
  <Override PartName="/ppt/slides/slide767.xml" ContentType="application/vnd.openxmlformats-officedocument.presentationml.slide+xml"/>
  <Override PartName="/ppt/slides/slide768.xml" ContentType="application/vnd.openxmlformats-officedocument.presentationml.slide+xml"/>
  <Override PartName="/ppt/slides/slide769.xml" ContentType="application/vnd.openxmlformats-officedocument.presentationml.slide+xml"/>
  <Override PartName="/ppt/slides/slide770.xml" ContentType="application/vnd.openxmlformats-officedocument.presentationml.slide+xml"/>
  <Override PartName="/ppt/slides/slide771.xml" ContentType="application/vnd.openxmlformats-officedocument.presentationml.slide+xml"/>
  <Override PartName="/ppt/slides/slide772.xml" ContentType="application/vnd.openxmlformats-officedocument.presentationml.slide+xml"/>
  <Override PartName="/ppt/slides/slide773.xml" ContentType="application/vnd.openxmlformats-officedocument.presentationml.slide+xml"/>
  <Override PartName="/ppt/slides/slide774.xml" ContentType="application/vnd.openxmlformats-officedocument.presentationml.slide+xml"/>
  <Override PartName="/ppt/slides/slide775.xml" ContentType="application/vnd.openxmlformats-officedocument.presentationml.slide+xml"/>
  <Override PartName="/ppt/slides/slide776.xml" ContentType="application/vnd.openxmlformats-officedocument.presentationml.slide+xml"/>
  <Override PartName="/ppt/slides/slide777.xml" ContentType="application/vnd.openxmlformats-officedocument.presentationml.slide+xml"/>
  <Override PartName="/ppt/slides/slide778.xml" ContentType="application/vnd.openxmlformats-officedocument.presentationml.slide+xml"/>
  <Override PartName="/ppt/slides/slide779.xml" ContentType="application/vnd.openxmlformats-officedocument.presentationml.slide+xml"/>
  <Override PartName="/ppt/slides/slide780.xml" ContentType="application/vnd.openxmlformats-officedocument.presentationml.slide+xml"/>
  <Override PartName="/ppt/slides/slide781.xml" ContentType="application/vnd.openxmlformats-officedocument.presentationml.slide+xml"/>
  <Override PartName="/ppt/slides/slide782.xml" ContentType="application/vnd.openxmlformats-officedocument.presentationml.slide+xml"/>
  <Override PartName="/ppt/slides/slide783.xml" ContentType="application/vnd.openxmlformats-officedocument.presentationml.slide+xml"/>
  <Override PartName="/ppt/slides/slide784.xml" ContentType="application/vnd.openxmlformats-officedocument.presentationml.slide+xml"/>
  <Override PartName="/ppt/slides/slide785.xml" ContentType="application/vnd.openxmlformats-officedocument.presentationml.slide+xml"/>
  <Override PartName="/ppt/slides/slide786.xml" ContentType="application/vnd.openxmlformats-officedocument.presentationml.slide+xml"/>
  <Override PartName="/ppt/slides/slide787.xml" ContentType="application/vnd.openxmlformats-officedocument.presentationml.slide+xml"/>
  <Override PartName="/ppt/slides/slide788.xml" ContentType="application/vnd.openxmlformats-officedocument.presentationml.slide+xml"/>
  <Override PartName="/ppt/slides/slide789.xml" ContentType="application/vnd.openxmlformats-officedocument.presentationml.slide+xml"/>
  <Override PartName="/ppt/slides/slide790.xml" ContentType="application/vnd.openxmlformats-officedocument.presentationml.slide+xml"/>
  <Override PartName="/ppt/slides/slide791.xml" ContentType="application/vnd.openxmlformats-officedocument.presentationml.slide+xml"/>
  <Override PartName="/ppt/slides/slide792.xml" ContentType="application/vnd.openxmlformats-officedocument.presentationml.slide+xml"/>
  <Override PartName="/ppt/slides/slide793.xml" ContentType="application/vnd.openxmlformats-officedocument.presentationml.slide+xml"/>
  <Override PartName="/ppt/slides/slide794.xml" ContentType="application/vnd.openxmlformats-officedocument.presentationml.slide+xml"/>
  <Override PartName="/ppt/slides/slide795.xml" ContentType="application/vnd.openxmlformats-officedocument.presentationml.slide+xml"/>
  <Override PartName="/ppt/slides/slide796.xml" ContentType="application/vnd.openxmlformats-officedocument.presentationml.slide+xml"/>
  <Override PartName="/ppt/slides/slide797.xml" ContentType="application/vnd.openxmlformats-officedocument.presentationml.slide+xml"/>
  <Override PartName="/ppt/slides/slide798.xml" ContentType="application/vnd.openxmlformats-officedocument.presentationml.slide+xml"/>
  <Override PartName="/ppt/slides/slide799.xml" ContentType="application/vnd.openxmlformats-officedocument.presentationml.slide+xml"/>
  <Override PartName="/ppt/slides/slide800.xml" ContentType="application/vnd.openxmlformats-officedocument.presentationml.slide+xml"/>
  <Override PartName="/ppt/slides/slide801.xml" ContentType="application/vnd.openxmlformats-officedocument.presentationml.slide+xml"/>
  <Override PartName="/ppt/slides/slide802.xml" ContentType="application/vnd.openxmlformats-officedocument.presentationml.slide+xml"/>
  <Override PartName="/ppt/slides/slide803.xml" ContentType="application/vnd.openxmlformats-officedocument.presentationml.slide+xml"/>
  <Override PartName="/ppt/slides/slide804.xml" ContentType="application/vnd.openxmlformats-officedocument.presentationml.slide+xml"/>
  <Override PartName="/ppt/slides/slide805.xml" ContentType="application/vnd.openxmlformats-officedocument.presentationml.slide+xml"/>
  <Override PartName="/ppt/slides/slide806.xml" ContentType="application/vnd.openxmlformats-officedocument.presentationml.slide+xml"/>
  <Override PartName="/ppt/slides/slide807.xml" ContentType="application/vnd.openxmlformats-officedocument.presentationml.slide+xml"/>
  <Override PartName="/ppt/slides/slide808.xml" ContentType="application/vnd.openxmlformats-officedocument.presentationml.slide+xml"/>
  <Override PartName="/ppt/slides/slide809.xml" ContentType="application/vnd.openxmlformats-officedocument.presentationml.slide+xml"/>
  <Override PartName="/ppt/slides/slide810.xml" ContentType="application/vnd.openxmlformats-officedocument.presentationml.slide+xml"/>
  <Override PartName="/ppt/slides/slide811.xml" ContentType="application/vnd.openxmlformats-officedocument.presentationml.slide+xml"/>
  <Override PartName="/ppt/slides/slide812.xml" ContentType="application/vnd.openxmlformats-officedocument.presentationml.slide+xml"/>
  <Override PartName="/ppt/slides/slide813.xml" ContentType="application/vnd.openxmlformats-officedocument.presentationml.slide+xml"/>
  <Override PartName="/ppt/slides/slide814.xml" ContentType="application/vnd.openxmlformats-officedocument.presentationml.slide+xml"/>
  <Override PartName="/ppt/slides/slide815.xml" ContentType="application/vnd.openxmlformats-officedocument.presentationml.slide+xml"/>
  <Override PartName="/ppt/slides/slide816.xml" ContentType="application/vnd.openxmlformats-officedocument.presentationml.slide+xml"/>
  <Override PartName="/ppt/slides/slide817.xml" ContentType="application/vnd.openxmlformats-officedocument.presentationml.slide+xml"/>
  <Override PartName="/ppt/slides/slide818.xml" ContentType="application/vnd.openxmlformats-officedocument.presentationml.slide+xml"/>
  <Override PartName="/ppt/slides/slide819.xml" ContentType="application/vnd.openxmlformats-officedocument.presentationml.slide+xml"/>
  <Override PartName="/ppt/slides/slide820.xml" ContentType="application/vnd.openxmlformats-officedocument.presentationml.slide+xml"/>
  <Override PartName="/ppt/slides/slide821.xml" ContentType="application/vnd.openxmlformats-officedocument.presentationml.slide+xml"/>
  <Override PartName="/ppt/slides/slide822.xml" ContentType="application/vnd.openxmlformats-officedocument.presentationml.slide+xml"/>
  <Override PartName="/ppt/slides/slide823.xml" ContentType="application/vnd.openxmlformats-officedocument.presentationml.slide+xml"/>
  <Override PartName="/ppt/slides/slide824.xml" ContentType="application/vnd.openxmlformats-officedocument.presentationml.slide+xml"/>
  <Override PartName="/ppt/slides/slide825.xml" ContentType="application/vnd.openxmlformats-officedocument.presentationml.slide+xml"/>
  <Override PartName="/ppt/slides/slide826.xml" ContentType="application/vnd.openxmlformats-officedocument.presentationml.slide+xml"/>
  <Override PartName="/ppt/slides/slide827.xml" ContentType="application/vnd.openxmlformats-officedocument.presentationml.slide+xml"/>
  <Override PartName="/ppt/slides/slide828.xml" ContentType="application/vnd.openxmlformats-officedocument.presentationml.slide+xml"/>
  <Override PartName="/ppt/slides/slide829.xml" ContentType="application/vnd.openxmlformats-officedocument.presentationml.slide+xml"/>
  <Override PartName="/ppt/slides/slide830.xml" ContentType="application/vnd.openxmlformats-officedocument.presentationml.slide+xml"/>
  <Override PartName="/ppt/slides/slide831.xml" ContentType="application/vnd.openxmlformats-officedocument.presentationml.slide+xml"/>
  <Override PartName="/ppt/slides/slide832.xml" ContentType="application/vnd.openxmlformats-officedocument.presentationml.slide+xml"/>
  <Override PartName="/ppt/slides/slide833.xml" ContentType="application/vnd.openxmlformats-officedocument.presentationml.slide+xml"/>
  <Override PartName="/ppt/slides/slide834.xml" ContentType="application/vnd.openxmlformats-officedocument.presentationml.slide+xml"/>
  <Override PartName="/ppt/slides/slide835.xml" ContentType="application/vnd.openxmlformats-officedocument.presentationml.slide+xml"/>
  <Override PartName="/ppt/slides/slide836.xml" ContentType="application/vnd.openxmlformats-officedocument.presentationml.slide+xml"/>
  <Override PartName="/ppt/slides/slide837.xml" ContentType="application/vnd.openxmlformats-officedocument.presentationml.slide+xml"/>
  <Override PartName="/ppt/slides/slide838.xml" ContentType="application/vnd.openxmlformats-officedocument.presentationml.slide+xml"/>
  <Override PartName="/ppt/slides/slide839.xml" ContentType="application/vnd.openxmlformats-officedocument.presentationml.slide+xml"/>
  <Override PartName="/ppt/slides/slide840.xml" ContentType="application/vnd.openxmlformats-officedocument.presentationml.slide+xml"/>
  <Override PartName="/ppt/slides/slide841.xml" ContentType="application/vnd.openxmlformats-officedocument.presentationml.slide+xml"/>
  <Override PartName="/ppt/slides/slide842.xml" ContentType="application/vnd.openxmlformats-officedocument.presentationml.slide+xml"/>
  <Override PartName="/ppt/slides/slide843.xml" ContentType="application/vnd.openxmlformats-officedocument.presentationml.slide+xml"/>
  <Override PartName="/ppt/slides/slide844.xml" ContentType="application/vnd.openxmlformats-officedocument.presentationml.slide+xml"/>
  <Override PartName="/ppt/slides/slide845.xml" ContentType="application/vnd.openxmlformats-officedocument.presentationml.slide+xml"/>
  <Override PartName="/ppt/slides/slide846.xml" ContentType="application/vnd.openxmlformats-officedocument.presentationml.slide+xml"/>
  <Override PartName="/ppt/slides/slide847.xml" ContentType="application/vnd.openxmlformats-officedocument.presentationml.slide+xml"/>
  <Override PartName="/ppt/slides/slide848.xml" ContentType="application/vnd.openxmlformats-officedocument.presentationml.slide+xml"/>
  <Override PartName="/ppt/slides/slide849.xml" ContentType="application/vnd.openxmlformats-officedocument.presentationml.slide+xml"/>
  <Override PartName="/ppt/slides/slide850.xml" ContentType="application/vnd.openxmlformats-officedocument.presentationml.slide+xml"/>
  <Override PartName="/ppt/slides/slide851.xml" ContentType="application/vnd.openxmlformats-officedocument.presentationml.slide+xml"/>
  <Override PartName="/ppt/slides/slide852.xml" ContentType="application/vnd.openxmlformats-officedocument.presentationml.slide+xml"/>
  <Override PartName="/ppt/slides/slide853.xml" ContentType="application/vnd.openxmlformats-officedocument.presentationml.slide+xml"/>
  <Override PartName="/ppt/slides/slide854.xml" ContentType="application/vnd.openxmlformats-officedocument.presentationml.slide+xml"/>
  <Override PartName="/ppt/slides/slide855.xml" ContentType="application/vnd.openxmlformats-officedocument.presentationml.slide+xml"/>
  <Override PartName="/ppt/slides/slide856.xml" ContentType="application/vnd.openxmlformats-officedocument.presentationml.slide+xml"/>
  <Override PartName="/ppt/slides/slide857.xml" ContentType="application/vnd.openxmlformats-officedocument.presentationml.slide+xml"/>
  <Override PartName="/ppt/slides/slide858.xml" ContentType="application/vnd.openxmlformats-officedocument.presentationml.slide+xml"/>
  <Override PartName="/ppt/slides/slide859.xml" ContentType="application/vnd.openxmlformats-officedocument.presentationml.slide+xml"/>
  <Override PartName="/ppt/slides/slide860.xml" ContentType="application/vnd.openxmlformats-officedocument.presentationml.slide+xml"/>
  <Override PartName="/ppt/slides/slide861.xml" ContentType="application/vnd.openxmlformats-officedocument.presentationml.slide+xml"/>
  <Override PartName="/ppt/slides/slide862.xml" ContentType="application/vnd.openxmlformats-officedocument.presentationml.slide+xml"/>
  <Override PartName="/ppt/slides/slide863.xml" ContentType="application/vnd.openxmlformats-officedocument.presentationml.slide+xml"/>
  <Override PartName="/ppt/slides/slide864.xml" ContentType="application/vnd.openxmlformats-officedocument.presentationml.slide+xml"/>
  <Override PartName="/ppt/slides/slide865.xml" ContentType="application/vnd.openxmlformats-officedocument.presentationml.slide+xml"/>
  <Override PartName="/ppt/slides/slide866.xml" ContentType="application/vnd.openxmlformats-officedocument.presentationml.slide+xml"/>
  <Override PartName="/ppt/slides/slide867.xml" ContentType="application/vnd.openxmlformats-officedocument.presentationml.slide+xml"/>
  <Override PartName="/ppt/slides/slide868.xml" ContentType="application/vnd.openxmlformats-officedocument.presentationml.slide+xml"/>
  <Override PartName="/ppt/slides/slide869.xml" ContentType="application/vnd.openxmlformats-officedocument.presentationml.slide+xml"/>
  <Override PartName="/ppt/slides/slide870.xml" ContentType="application/vnd.openxmlformats-officedocument.presentationml.slide+xml"/>
  <Override PartName="/ppt/slides/slide871.xml" ContentType="application/vnd.openxmlformats-officedocument.presentationml.slide+xml"/>
  <Override PartName="/ppt/slides/slide872.xml" ContentType="application/vnd.openxmlformats-officedocument.presentationml.slide+xml"/>
  <Override PartName="/ppt/slides/slide873.xml" ContentType="application/vnd.openxmlformats-officedocument.presentationml.slide+xml"/>
  <Override PartName="/ppt/slides/slide874.xml" ContentType="application/vnd.openxmlformats-officedocument.presentationml.slide+xml"/>
  <Override PartName="/ppt/slides/slide875.xml" ContentType="application/vnd.openxmlformats-officedocument.presentationml.slide+xml"/>
  <Override PartName="/ppt/slides/slide876.xml" ContentType="application/vnd.openxmlformats-officedocument.presentationml.slide+xml"/>
  <Override PartName="/ppt/slides/slide877.xml" ContentType="application/vnd.openxmlformats-officedocument.presentationml.slide+xml"/>
  <Override PartName="/ppt/slides/slide878.xml" ContentType="application/vnd.openxmlformats-officedocument.presentationml.slide+xml"/>
  <Override PartName="/ppt/slides/slide879.xml" ContentType="application/vnd.openxmlformats-officedocument.presentationml.slide+xml"/>
  <Override PartName="/ppt/slides/slide880.xml" ContentType="application/vnd.openxmlformats-officedocument.presentationml.slide+xml"/>
  <Override PartName="/ppt/slides/slide881.xml" ContentType="application/vnd.openxmlformats-officedocument.presentationml.slide+xml"/>
  <Override PartName="/ppt/slides/slide882.xml" ContentType="application/vnd.openxmlformats-officedocument.presentationml.slide+xml"/>
  <Override PartName="/ppt/slides/slide883.xml" ContentType="application/vnd.openxmlformats-officedocument.presentationml.slide+xml"/>
  <Override PartName="/ppt/slides/slide884.xml" ContentType="application/vnd.openxmlformats-officedocument.presentationml.slide+xml"/>
  <Override PartName="/ppt/slides/slide885.xml" ContentType="application/vnd.openxmlformats-officedocument.presentationml.slide+xml"/>
  <Override PartName="/ppt/slides/slide886.xml" ContentType="application/vnd.openxmlformats-officedocument.presentationml.slide+xml"/>
  <Override PartName="/ppt/slides/slide887.xml" ContentType="application/vnd.openxmlformats-officedocument.presentationml.slide+xml"/>
  <Override PartName="/ppt/slides/slide888.xml" ContentType="application/vnd.openxmlformats-officedocument.presentationml.slide+xml"/>
  <Override PartName="/ppt/slides/slide889.xml" ContentType="application/vnd.openxmlformats-officedocument.presentationml.slide+xml"/>
  <Override PartName="/ppt/slides/slide890.xml" ContentType="application/vnd.openxmlformats-officedocument.presentationml.slide+xml"/>
  <Override PartName="/ppt/slides/slide891.xml" ContentType="application/vnd.openxmlformats-officedocument.presentationml.slide+xml"/>
  <Override PartName="/ppt/slides/slide892.xml" ContentType="application/vnd.openxmlformats-officedocument.presentationml.slide+xml"/>
  <Override PartName="/ppt/slides/slide893.xml" ContentType="application/vnd.openxmlformats-officedocument.presentationml.slide+xml"/>
  <Override PartName="/ppt/slides/slide894.xml" ContentType="application/vnd.openxmlformats-officedocument.presentationml.slide+xml"/>
  <Override PartName="/ppt/slides/slide895.xml" ContentType="application/vnd.openxmlformats-officedocument.presentationml.slide+xml"/>
  <Override PartName="/ppt/slides/slide896.xml" ContentType="application/vnd.openxmlformats-officedocument.presentationml.slide+xml"/>
  <Override PartName="/ppt/slides/slide897.xml" ContentType="application/vnd.openxmlformats-officedocument.presentationml.slide+xml"/>
  <Override PartName="/ppt/slides/slide898.xml" ContentType="application/vnd.openxmlformats-officedocument.presentationml.slide+xml"/>
  <Override PartName="/ppt/slides/slide899.xml" ContentType="application/vnd.openxmlformats-officedocument.presentationml.slide+xml"/>
  <Override PartName="/ppt/slides/slide900.xml" ContentType="application/vnd.openxmlformats-officedocument.presentationml.slide+xml"/>
  <Override PartName="/ppt/slides/slide901.xml" ContentType="application/vnd.openxmlformats-officedocument.presentationml.slide+xml"/>
  <Override PartName="/ppt/slides/slide902.xml" ContentType="application/vnd.openxmlformats-officedocument.presentationml.slide+xml"/>
  <Override PartName="/ppt/slides/slide903.xml" ContentType="application/vnd.openxmlformats-officedocument.presentationml.slide+xml"/>
  <Override PartName="/ppt/slides/slide904.xml" ContentType="application/vnd.openxmlformats-officedocument.presentationml.slide+xml"/>
  <Override PartName="/ppt/slides/slide905.xml" ContentType="application/vnd.openxmlformats-officedocument.presentationml.slide+xml"/>
  <Override PartName="/ppt/slides/slide906.xml" ContentType="application/vnd.openxmlformats-officedocument.presentationml.slide+xml"/>
  <Override PartName="/ppt/slides/slide907.xml" ContentType="application/vnd.openxmlformats-officedocument.presentationml.slide+xml"/>
  <Override PartName="/ppt/slides/slide908.xml" ContentType="application/vnd.openxmlformats-officedocument.presentationml.slide+xml"/>
  <Override PartName="/ppt/slides/slide909.xml" ContentType="application/vnd.openxmlformats-officedocument.presentationml.slide+xml"/>
  <Override PartName="/ppt/slides/slide910.xml" ContentType="application/vnd.openxmlformats-officedocument.presentationml.slide+xml"/>
  <Override PartName="/ppt/slides/slide911.xml" ContentType="application/vnd.openxmlformats-officedocument.presentationml.slide+xml"/>
  <Override PartName="/ppt/slides/slide912.xml" ContentType="application/vnd.openxmlformats-officedocument.presentationml.slide+xml"/>
  <Override PartName="/ppt/slides/slide913.xml" ContentType="application/vnd.openxmlformats-officedocument.presentationml.slide+xml"/>
  <Override PartName="/ppt/slides/slide914.xml" ContentType="application/vnd.openxmlformats-officedocument.presentationml.slide+xml"/>
  <Override PartName="/ppt/slides/slide915.xml" ContentType="application/vnd.openxmlformats-officedocument.presentationml.slide+xml"/>
  <Override PartName="/ppt/slides/slide916.xml" ContentType="application/vnd.openxmlformats-officedocument.presentationml.slide+xml"/>
  <Override PartName="/ppt/slides/slide917.xml" ContentType="application/vnd.openxmlformats-officedocument.presentationml.slide+xml"/>
  <Override PartName="/ppt/slides/slide918.xml" ContentType="application/vnd.openxmlformats-officedocument.presentationml.slide+xml"/>
  <Override PartName="/ppt/slides/slide919.xml" ContentType="application/vnd.openxmlformats-officedocument.presentationml.slide+xml"/>
  <Override PartName="/ppt/slides/slide920.xml" ContentType="application/vnd.openxmlformats-officedocument.presentationml.slide+xml"/>
  <Override PartName="/ppt/slides/slide921.xml" ContentType="application/vnd.openxmlformats-officedocument.presentationml.slide+xml"/>
  <Override PartName="/ppt/slides/slide922.xml" ContentType="application/vnd.openxmlformats-officedocument.presentationml.slide+xml"/>
  <Override PartName="/ppt/slides/slide923.xml" ContentType="application/vnd.openxmlformats-officedocument.presentationml.slide+xml"/>
  <Override PartName="/ppt/slides/slide924.xml" ContentType="application/vnd.openxmlformats-officedocument.presentationml.slide+xml"/>
  <Override PartName="/ppt/slides/slide925.xml" ContentType="application/vnd.openxmlformats-officedocument.presentationml.slide+xml"/>
  <Override PartName="/ppt/slides/slide926.xml" ContentType="application/vnd.openxmlformats-officedocument.presentationml.slide+xml"/>
  <Override PartName="/ppt/slides/slide927.xml" ContentType="application/vnd.openxmlformats-officedocument.presentationml.slide+xml"/>
  <Override PartName="/ppt/slides/slide928.xml" ContentType="application/vnd.openxmlformats-officedocument.presentationml.slide+xml"/>
  <Override PartName="/ppt/slides/slide929.xml" ContentType="application/vnd.openxmlformats-officedocument.presentationml.slide+xml"/>
  <Override PartName="/ppt/slides/slide930.xml" ContentType="application/vnd.openxmlformats-officedocument.presentationml.slide+xml"/>
  <Override PartName="/ppt/slides/slide931.xml" ContentType="application/vnd.openxmlformats-officedocument.presentationml.slide+xml"/>
  <Override PartName="/ppt/slides/slide932.xml" ContentType="application/vnd.openxmlformats-officedocument.presentationml.slide+xml"/>
  <Override PartName="/ppt/slides/slide933.xml" ContentType="application/vnd.openxmlformats-officedocument.presentationml.slide+xml"/>
  <Override PartName="/ppt/slides/slide934.xml" ContentType="application/vnd.openxmlformats-officedocument.presentationml.slide+xml"/>
  <Override PartName="/ppt/slides/slide935.xml" ContentType="application/vnd.openxmlformats-officedocument.presentationml.slide+xml"/>
  <Override PartName="/ppt/slides/slide936.xml" ContentType="application/vnd.openxmlformats-officedocument.presentationml.slide+xml"/>
  <Override PartName="/ppt/slides/slide937.xml" ContentType="application/vnd.openxmlformats-officedocument.presentationml.slide+xml"/>
  <Override PartName="/ppt/slides/slide938.xml" ContentType="application/vnd.openxmlformats-officedocument.presentationml.slide+xml"/>
  <Override PartName="/ppt/slides/slide939.xml" ContentType="application/vnd.openxmlformats-officedocument.presentationml.slide+xml"/>
  <Override PartName="/ppt/slides/slide940.xml" ContentType="application/vnd.openxmlformats-officedocument.presentationml.slide+xml"/>
  <Override PartName="/ppt/slides/slide941.xml" ContentType="application/vnd.openxmlformats-officedocument.presentationml.slide+xml"/>
  <Override PartName="/ppt/slides/slide942.xml" ContentType="application/vnd.openxmlformats-officedocument.presentationml.slide+xml"/>
  <Override PartName="/ppt/slides/slide943.xml" ContentType="application/vnd.openxmlformats-officedocument.presentationml.slide+xml"/>
  <Override PartName="/ppt/slides/slide944.xml" ContentType="application/vnd.openxmlformats-officedocument.presentationml.slide+xml"/>
  <Override PartName="/ppt/slides/slide945.xml" ContentType="application/vnd.openxmlformats-officedocument.presentationml.slide+xml"/>
  <Override PartName="/ppt/slides/slide946.xml" ContentType="application/vnd.openxmlformats-officedocument.presentationml.slide+xml"/>
  <Override PartName="/ppt/slides/slide947.xml" ContentType="application/vnd.openxmlformats-officedocument.presentationml.slide+xml"/>
  <Override PartName="/ppt/slides/slide948.xml" ContentType="application/vnd.openxmlformats-officedocument.presentationml.slide+xml"/>
  <Override PartName="/ppt/slides/slide949.xml" ContentType="application/vnd.openxmlformats-officedocument.presentationml.slide+xml"/>
  <Override PartName="/ppt/slides/slide950.xml" ContentType="application/vnd.openxmlformats-officedocument.presentationml.slide+xml"/>
  <Override PartName="/ppt/slides/slide951.xml" ContentType="application/vnd.openxmlformats-officedocument.presentationml.slide+xml"/>
  <Override PartName="/ppt/slides/slide952.xml" ContentType="application/vnd.openxmlformats-officedocument.presentationml.slide+xml"/>
  <Override PartName="/ppt/slides/slide953.xml" ContentType="application/vnd.openxmlformats-officedocument.presentationml.slide+xml"/>
  <Override PartName="/ppt/slides/slide954.xml" ContentType="application/vnd.openxmlformats-officedocument.presentationml.slide+xml"/>
  <Override PartName="/ppt/slides/slide955.xml" ContentType="application/vnd.openxmlformats-officedocument.presentationml.slide+xml"/>
  <Override PartName="/ppt/slides/slide956.xml" ContentType="application/vnd.openxmlformats-officedocument.presentationml.slide+xml"/>
  <Override PartName="/ppt/slides/slide957.xml" ContentType="application/vnd.openxmlformats-officedocument.presentationml.slide+xml"/>
  <Override PartName="/ppt/slides/slide958.xml" ContentType="application/vnd.openxmlformats-officedocument.presentationml.slide+xml"/>
  <Override PartName="/ppt/slides/slide959.xml" ContentType="application/vnd.openxmlformats-officedocument.presentationml.slide+xml"/>
  <Override PartName="/ppt/slides/slide960.xml" ContentType="application/vnd.openxmlformats-officedocument.presentationml.slide+xml"/>
  <Override PartName="/ppt/slides/slide961.xml" ContentType="application/vnd.openxmlformats-officedocument.presentationml.slide+xml"/>
  <Override PartName="/ppt/slides/slide962.xml" ContentType="application/vnd.openxmlformats-officedocument.presentationml.slide+xml"/>
  <Override PartName="/ppt/slides/slide963.xml" ContentType="application/vnd.openxmlformats-officedocument.presentationml.slide+xml"/>
  <Override PartName="/ppt/slides/slide964.xml" ContentType="application/vnd.openxmlformats-officedocument.presentationml.slide+xml"/>
  <Override PartName="/ppt/slides/slide965.xml" ContentType="application/vnd.openxmlformats-officedocument.presentationml.slide+xml"/>
  <Override PartName="/ppt/slides/slide966.xml" ContentType="application/vnd.openxmlformats-officedocument.presentationml.slide+xml"/>
  <Override PartName="/ppt/slides/slide967.xml" ContentType="application/vnd.openxmlformats-officedocument.presentationml.slide+xml"/>
  <Override PartName="/ppt/slides/slide968.xml" ContentType="application/vnd.openxmlformats-officedocument.presentationml.slide+xml"/>
  <Override PartName="/ppt/slides/slide969.xml" ContentType="application/vnd.openxmlformats-officedocument.presentationml.slide+xml"/>
  <Override PartName="/ppt/slides/slide970.xml" ContentType="application/vnd.openxmlformats-officedocument.presentationml.slide+xml"/>
  <Override PartName="/ppt/slides/slide971.xml" ContentType="application/vnd.openxmlformats-officedocument.presentationml.slide+xml"/>
  <Override PartName="/ppt/slides/slide972.xml" ContentType="application/vnd.openxmlformats-officedocument.presentationml.slide+xml"/>
  <Override PartName="/ppt/slides/slide973.xml" ContentType="application/vnd.openxmlformats-officedocument.presentationml.slide+xml"/>
  <Override PartName="/ppt/slides/slide974.xml" ContentType="application/vnd.openxmlformats-officedocument.presentationml.slide+xml"/>
  <Override PartName="/ppt/slides/slide975.xml" ContentType="application/vnd.openxmlformats-officedocument.presentationml.slide+xml"/>
  <Override PartName="/ppt/slides/slide976.xml" ContentType="application/vnd.openxmlformats-officedocument.presentationml.slide+xml"/>
  <Override PartName="/ppt/slides/slide977.xml" ContentType="application/vnd.openxmlformats-officedocument.presentationml.slide+xml"/>
  <Override PartName="/ppt/slides/slide978.xml" ContentType="application/vnd.openxmlformats-officedocument.presentationml.slide+xml"/>
  <Override PartName="/ppt/slides/slide979.xml" ContentType="application/vnd.openxmlformats-officedocument.presentationml.slide+xml"/>
  <Override PartName="/ppt/slides/slide980.xml" ContentType="application/vnd.openxmlformats-officedocument.presentationml.slide+xml"/>
  <Override PartName="/ppt/slides/slide981.xml" ContentType="application/vnd.openxmlformats-officedocument.presentationml.slide+xml"/>
  <Override PartName="/ppt/slides/slide982.xml" ContentType="application/vnd.openxmlformats-officedocument.presentationml.slide+xml"/>
  <Override PartName="/ppt/slides/slide983.xml" ContentType="application/vnd.openxmlformats-officedocument.presentationml.slide+xml"/>
  <Override PartName="/ppt/slides/slide984.xml" ContentType="application/vnd.openxmlformats-officedocument.presentationml.slide+xml"/>
  <Override PartName="/ppt/slides/slide985.xml" ContentType="application/vnd.openxmlformats-officedocument.presentationml.slide+xml"/>
  <Override PartName="/ppt/slides/slide986.xml" ContentType="application/vnd.openxmlformats-officedocument.presentationml.slide+xml"/>
  <Override PartName="/ppt/slides/slide987.xml" ContentType="application/vnd.openxmlformats-officedocument.presentationml.slide+xml"/>
  <Override PartName="/ppt/slides/slide988.xml" ContentType="application/vnd.openxmlformats-officedocument.presentationml.slide+xml"/>
  <Override PartName="/ppt/slides/slide989.xml" ContentType="application/vnd.openxmlformats-officedocument.presentationml.slide+xml"/>
  <Override PartName="/ppt/slides/slide990.xml" ContentType="application/vnd.openxmlformats-officedocument.presentationml.slide+xml"/>
  <Override PartName="/ppt/slides/slide991.xml" ContentType="application/vnd.openxmlformats-officedocument.presentationml.slide+xml"/>
  <Override PartName="/ppt/slides/slide992.xml" ContentType="application/vnd.openxmlformats-officedocument.presentationml.slide+xml"/>
  <Override PartName="/ppt/slides/slide993.xml" ContentType="application/vnd.openxmlformats-officedocument.presentationml.slide+xml"/>
  <Override PartName="/ppt/slides/slide994.xml" ContentType="application/vnd.openxmlformats-officedocument.presentationml.slide+xml"/>
  <Override PartName="/ppt/slides/slide995.xml" ContentType="application/vnd.openxmlformats-officedocument.presentationml.slide+xml"/>
  <Override PartName="/ppt/slides/slide996.xml" ContentType="application/vnd.openxmlformats-officedocument.presentationml.slide+xml"/>
  <Override PartName="/ppt/slides/slide997.xml" ContentType="application/vnd.openxmlformats-officedocument.presentationml.slide+xml"/>
  <Override PartName="/ppt/slides/slide998.xml" ContentType="application/vnd.openxmlformats-officedocument.presentationml.slide+xml"/>
  <Override PartName="/ppt/slides/slide999.xml" ContentType="application/vnd.openxmlformats-officedocument.presentationml.slide+xml"/>
  <Override PartName="/ppt/slides/slide1000.xml" ContentType="application/vnd.openxmlformats-officedocument.presentationml.slide+xml"/>
  <Override PartName="/ppt/slides/slide1001.xml" ContentType="application/vnd.openxmlformats-officedocument.presentationml.slide+xml"/>
  <Override PartName="/ppt/slides/slide1002.xml" ContentType="application/vnd.openxmlformats-officedocument.presentationml.slide+xml"/>
  <Override PartName="/ppt/slides/slide1003.xml" ContentType="application/vnd.openxmlformats-officedocument.presentationml.slide+xml"/>
  <Override PartName="/ppt/slides/slide1004.xml" ContentType="application/vnd.openxmlformats-officedocument.presentationml.slide+xml"/>
  <Override PartName="/ppt/slides/slide1005.xml" ContentType="application/vnd.openxmlformats-officedocument.presentationml.slide+xml"/>
  <Override PartName="/ppt/slides/slide1006.xml" ContentType="application/vnd.openxmlformats-officedocument.presentationml.slide+xml"/>
  <Override PartName="/ppt/slides/slide1007.xml" ContentType="application/vnd.openxmlformats-officedocument.presentationml.slide+xml"/>
  <Override PartName="/ppt/slides/slide1008.xml" ContentType="application/vnd.openxmlformats-officedocument.presentationml.slide+xml"/>
  <Override PartName="/ppt/slides/slide1009.xml" ContentType="application/vnd.openxmlformats-officedocument.presentationml.slide+xml"/>
  <Override PartName="/ppt/slides/slide1010.xml" ContentType="application/vnd.openxmlformats-officedocument.presentationml.slide+xml"/>
  <Override PartName="/ppt/slides/slide1011.xml" ContentType="application/vnd.openxmlformats-officedocument.presentationml.slide+xml"/>
  <Override PartName="/ppt/slides/slide1012.xml" ContentType="application/vnd.openxmlformats-officedocument.presentationml.slide+xml"/>
  <Override PartName="/ppt/slides/slide1013.xml" ContentType="application/vnd.openxmlformats-officedocument.presentationml.slide+xml"/>
  <Override PartName="/ppt/slides/slide1014.xml" ContentType="application/vnd.openxmlformats-officedocument.presentationml.slide+xml"/>
  <Override PartName="/ppt/slides/slide1015.xml" ContentType="application/vnd.openxmlformats-officedocument.presentationml.slide+xml"/>
  <Override PartName="/ppt/slides/slide1016.xml" ContentType="application/vnd.openxmlformats-officedocument.presentationml.slide+xml"/>
  <Override PartName="/ppt/slides/slide1017.xml" ContentType="application/vnd.openxmlformats-officedocument.presentationml.slide+xml"/>
  <Override PartName="/ppt/slides/slide1018.xml" ContentType="application/vnd.openxmlformats-officedocument.presentationml.slide+xml"/>
  <Override PartName="/ppt/slides/slide1019.xml" ContentType="application/vnd.openxmlformats-officedocument.presentationml.slide+xml"/>
  <Override PartName="/ppt/slides/slide1020.xml" ContentType="application/vnd.openxmlformats-officedocument.presentationml.slide+xml"/>
  <Override PartName="/ppt/slides/slide1021.xml" ContentType="application/vnd.openxmlformats-officedocument.presentationml.slide+xml"/>
  <Override PartName="/ppt/slides/slide1022.xml" ContentType="application/vnd.openxmlformats-officedocument.presentationml.slide+xml"/>
  <Override PartName="/ppt/slides/slide1023.xml" ContentType="application/vnd.openxmlformats-officedocument.presentationml.slide+xml"/>
  <Override PartName="/ppt/slides/slide1024.xml" ContentType="application/vnd.openxmlformats-officedocument.presentationml.slide+xml"/>
  <Override PartName="/ppt/slides/slide1025.xml" ContentType="application/vnd.openxmlformats-officedocument.presentationml.slide+xml"/>
  <Override PartName="/ppt/slides/slide1026.xml" ContentType="application/vnd.openxmlformats-officedocument.presentationml.slide+xml"/>
  <Override PartName="/ppt/slides/slide1027.xml" ContentType="application/vnd.openxmlformats-officedocument.presentationml.slide+xml"/>
  <Override PartName="/ppt/slides/slide1028.xml" ContentType="application/vnd.openxmlformats-officedocument.presentationml.slide+xml"/>
  <Override PartName="/ppt/slides/slide1029.xml" ContentType="application/vnd.openxmlformats-officedocument.presentationml.slide+xml"/>
  <Override PartName="/ppt/slides/slide1030.xml" ContentType="application/vnd.openxmlformats-officedocument.presentationml.slide+xml"/>
  <Override PartName="/ppt/slides/slide1031.xml" ContentType="application/vnd.openxmlformats-officedocument.presentationml.slide+xml"/>
  <Override PartName="/ppt/slides/slide1032.xml" ContentType="application/vnd.openxmlformats-officedocument.presentationml.slide+xml"/>
  <Override PartName="/ppt/slides/slide1033.xml" ContentType="application/vnd.openxmlformats-officedocument.presentationml.slide+xml"/>
  <Override PartName="/ppt/slides/slide1034.xml" ContentType="application/vnd.openxmlformats-officedocument.presentationml.slide+xml"/>
  <Override PartName="/ppt/slides/slide1035.xml" ContentType="application/vnd.openxmlformats-officedocument.presentationml.slide+xml"/>
  <Override PartName="/ppt/slides/slide1036.xml" ContentType="application/vnd.openxmlformats-officedocument.presentationml.slide+xml"/>
  <Override PartName="/ppt/slides/slide1037.xml" ContentType="application/vnd.openxmlformats-officedocument.presentationml.slide+xml"/>
  <Override PartName="/ppt/slides/slide1038.xml" ContentType="application/vnd.openxmlformats-officedocument.presentationml.slide+xml"/>
  <Override PartName="/ppt/slides/slide1039.xml" ContentType="application/vnd.openxmlformats-officedocument.presentationml.slide+xml"/>
  <Override PartName="/ppt/slides/slide1040.xml" ContentType="application/vnd.openxmlformats-officedocument.presentationml.slide+xml"/>
  <Override PartName="/ppt/slides/slide1041.xml" ContentType="application/vnd.openxmlformats-officedocument.presentationml.slide+xml"/>
  <Override PartName="/ppt/slides/slide1042.xml" ContentType="application/vnd.openxmlformats-officedocument.presentationml.slide+xml"/>
  <Override PartName="/ppt/slides/slide1043.xml" ContentType="application/vnd.openxmlformats-officedocument.presentationml.slide+xml"/>
  <Override PartName="/ppt/slides/slide1044.xml" ContentType="application/vnd.openxmlformats-officedocument.presentationml.slide+xml"/>
  <Override PartName="/ppt/slides/slide1045.xml" ContentType="application/vnd.openxmlformats-officedocument.presentationml.slide+xml"/>
  <Override PartName="/ppt/slides/slide1046.xml" ContentType="application/vnd.openxmlformats-officedocument.presentationml.slide+xml"/>
  <Override PartName="/ppt/slides/slide1047.xml" ContentType="application/vnd.openxmlformats-officedocument.presentationml.slide+xml"/>
  <Override PartName="/ppt/slides/slide1048.xml" ContentType="application/vnd.openxmlformats-officedocument.presentationml.slide+xml"/>
  <Override PartName="/ppt/slides/slide1049.xml" ContentType="application/vnd.openxmlformats-officedocument.presentationml.slide+xml"/>
  <Override PartName="/ppt/slides/slide1050.xml" ContentType="application/vnd.openxmlformats-officedocument.presentationml.slide+xml"/>
  <Override PartName="/ppt/slides/slide1051.xml" ContentType="application/vnd.openxmlformats-officedocument.presentationml.slide+xml"/>
  <Override PartName="/ppt/slides/slide1052.xml" ContentType="application/vnd.openxmlformats-officedocument.presentationml.slide+xml"/>
  <Override PartName="/ppt/slides/slide1053.xml" ContentType="application/vnd.openxmlformats-officedocument.presentationml.slide+xml"/>
  <Override PartName="/ppt/slides/slide1054.xml" ContentType="application/vnd.openxmlformats-officedocument.presentationml.slide+xml"/>
  <Override PartName="/ppt/slides/slide1055.xml" ContentType="application/vnd.openxmlformats-officedocument.presentationml.slide+xml"/>
  <Override PartName="/ppt/slides/slide1056.xml" ContentType="application/vnd.openxmlformats-officedocument.presentationml.slide+xml"/>
  <Override PartName="/ppt/slides/slide1057.xml" ContentType="application/vnd.openxmlformats-officedocument.presentationml.slide+xml"/>
  <Override PartName="/ppt/slides/slide1058.xml" ContentType="application/vnd.openxmlformats-officedocument.presentationml.slide+xml"/>
  <Override PartName="/ppt/slides/slide1059.xml" ContentType="application/vnd.openxmlformats-officedocument.presentationml.slide+xml"/>
  <Override PartName="/ppt/slides/slide1060.xml" ContentType="application/vnd.openxmlformats-officedocument.presentationml.slide+xml"/>
  <Override PartName="/ppt/slides/slide1061.xml" ContentType="application/vnd.openxmlformats-officedocument.presentationml.slide+xml"/>
  <Override PartName="/ppt/slides/slide1062.xml" ContentType="application/vnd.openxmlformats-officedocument.presentationml.slide+xml"/>
  <Override PartName="/ppt/slides/slide1063.xml" ContentType="application/vnd.openxmlformats-officedocument.presentationml.slide+xml"/>
  <Override PartName="/ppt/slides/slide1064.xml" ContentType="application/vnd.openxmlformats-officedocument.presentationml.slide+xml"/>
  <Override PartName="/ppt/slides/slide1065.xml" ContentType="application/vnd.openxmlformats-officedocument.presentationml.slide+xml"/>
  <Override PartName="/ppt/slides/slide1066.xml" ContentType="application/vnd.openxmlformats-officedocument.presentationml.slide+xml"/>
  <Override PartName="/ppt/slides/slide1067.xml" ContentType="application/vnd.openxmlformats-officedocument.presentationml.slide+xml"/>
  <Override PartName="/ppt/slides/slide1068.xml" ContentType="application/vnd.openxmlformats-officedocument.presentationml.slide+xml"/>
  <Override PartName="/ppt/slides/slide1069.xml" ContentType="application/vnd.openxmlformats-officedocument.presentationml.slide+xml"/>
  <Override PartName="/ppt/slides/slide1070.xml" ContentType="application/vnd.openxmlformats-officedocument.presentationml.slide+xml"/>
  <Override PartName="/ppt/slides/slide1071.xml" ContentType="application/vnd.openxmlformats-officedocument.presentationml.slide+xml"/>
  <Override PartName="/ppt/slides/slide1072.xml" ContentType="application/vnd.openxmlformats-officedocument.presentationml.slide+xml"/>
  <Override PartName="/ppt/slides/slide1073.xml" ContentType="application/vnd.openxmlformats-officedocument.presentationml.slide+xml"/>
  <Override PartName="/ppt/slides/slide1074.xml" ContentType="application/vnd.openxmlformats-officedocument.presentationml.slide+xml"/>
  <Override PartName="/ppt/slides/slide1075.xml" ContentType="application/vnd.openxmlformats-officedocument.presentationml.slide+xml"/>
  <Override PartName="/ppt/slides/slide1076.xml" ContentType="application/vnd.openxmlformats-officedocument.presentationml.slide+xml"/>
  <Override PartName="/ppt/slides/slide1077.xml" ContentType="application/vnd.openxmlformats-officedocument.presentationml.slide+xml"/>
  <Override PartName="/ppt/slides/slide1078.xml" ContentType="application/vnd.openxmlformats-officedocument.presentationml.slide+xml"/>
  <Override PartName="/ppt/slides/slide1079.xml" ContentType="application/vnd.openxmlformats-officedocument.presentationml.slide+xml"/>
  <Override PartName="/ppt/slides/slide1080.xml" ContentType="application/vnd.openxmlformats-officedocument.presentationml.slide+xml"/>
  <Override PartName="/ppt/slides/slide1081.xml" ContentType="application/vnd.openxmlformats-officedocument.presentationml.slide+xml"/>
  <Override PartName="/ppt/slides/slide1082.xml" ContentType="application/vnd.openxmlformats-officedocument.presentationml.slide+xml"/>
  <Override PartName="/ppt/slides/slide1083.xml" ContentType="application/vnd.openxmlformats-officedocument.presentationml.slide+xml"/>
  <Override PartName="/ppt/slides/slide1084.xml" ContentType="application/vnd.openxmlformats-officedocument.presentationml.slide+xml"/>
  <Override PartName="/ppt/slides/slide1085.xml" ContentType="application/vnd.openxmlformats-officedocument.presentationml.slide+xml"/>
  <Override PartName="/ppt/slides/slide1086.xml" ContentType="application/vnd.openxmlformats-officedocument.presentationml.slide+xml"/>
  <Override PartName="/ppt/slides/slide1087.xml" ContentType="application/vnd.openxmlformats-officedocument.presentationml.slide+xml"/>
  <Override PartName="/ppt/slides/slide1088.xml" ContentType="application/vnd.openxmlformats-officedocument.presentationml.slide+xml"/>
  <Override PartName="/ppt/slides/slide1089.xml" ContentType="application/vnd.openxmlformats-officedocument.presentationml.slide+xml"/>
  <Override PartName="/ppt/slides/slide1090.xml" ContentType="application/vnd.openxmlformats-officedocument.presentationml.slide+xml"/>
  <Override PartName="/ppt/slides/slide1091.xml" ContentType="application/vnd.openxmlformats-officedocument.presentationml.slide+xml"/>
  <Override PartName="/ppt/slides/slide1092.xml" ContentType="application/vnd.openxmlformats-officedocument.presentationml.slide+xml"/>
  <Override PartName="/ppt/slides/slide1093.xml" ContentType="application/vnd.openxmlformats-officedocument.presentationml.slide+xml"/>
  <Override PartName="/ppt/slides/slide1094.xml" ContentType="application/vnd.openxmlformats-officedocument.presentationml.slide+xml"/>
  <Override PartName="/ppt/slides/slide1095.xml" ContentType="application/vnd.openxmlformats-officedocument.presentationml.slide+xml"/>
  <Override PartName="/ppt/slides/slide1096.xml" ContentType="application/vnd.openxmlformats-officedocument.presentationml.slide+xml"/>
  <Override PartName="/ppt/slides/slide1097.xml" ContentType="application/vnd.openxmlformats-officedocument.presentationml.slide+xml"/>
  <Override PartName="/ppt/slides/slide1098.xml" ContentType="application/vnd.openxmlformats-officedocument.presentationml.slide+xml"/>
  <Override PartName="/ppt/slides/slide1099.xml" ContentType="application/vnd.openxmlformats-officedocument.presentationml.slide+xml"/>
  <Override PartName="/ppt/slides/slide1100.xml" ContentType="application/vnd.openxmlformats-officedocument.presentationml.slide+xml"/>
  <Override PartName="/ppt/slides/slide1101.xml" ContentType="application/vnd.openxmlformats-officedocument.presentationml.slide+xml"/>
  <Override PartName="/ppt/slides/slide1102.xml" ContentType="application/vnd.openxmlformats-officedocument.presentationml.slide+xml"/>
  <Override PartName="/ppt/slides/slide1103.xml" ContentType="application/vnd.openxmlformats-officedocument.presentationml.slide+xml"/>
  <Override PartName="/ppt/slides/slide1104.xml" ContentType="application/vnd.openxmlformats-officedocument.presentationml.slide+xml"/>
  <Override PartName="/ppt/slides/slide1105.xml" ContentType="application/vnd.openxmlformats-officedocument.presentationml.slide+xml"/>
  <Override PartName="/ppt/slides/slide1106.xml" ContentType="application/vnd.openxmlformats-officedocument.presentationml.slide+xml"/>
  <Override PartName="/ppt/slides/slide1107.xml" ContentType="application/vnd.openxmlformats-officedocument.presentationml.slide+xml"/>
  <Override PartName="/ppt/slides/slide1108.xml" ContentType="application/vnd.openxmlformats-officedocument.presentationml.slide+xml"/>
  <Override PartName="/ppt/slides/slide1109.xml" ContentType="application/vnd.openxmlformats-officedocument.presentationml.slide+xml"/>
  <Override PartName="/ppt/slides/slide1110.xml" ContentType="application/vnd.openxmlformats-officedocument.presentationml.slide+xml"/>
  <Override PartName="/ppt/slides/slide1111.xml" ContentType="application/vnd.openxmlformats-officedocument.presentationml.slide+xml"/>
  <Override PartName="/ppt/slides/slide1112.xml" ContentType="application/vnd.openxmlformats-officedocument.presentationml.slide+xml"/>
  <Override PartName="/ppt/slides/slide1113.xml" ContentType="application/vnd.openxmlformats-officedocument.presentationml.slide+xml"/>
  <Override PartName="/ppt/slides/slide1114.xml" ContentType="application/vnd.openxmlformats-officedocument.presentationml.slide+xml"/>
  <Override PartName="/ppt/slides/slide1115.xml" ContentType="application/vnd.openxmlformats-officedocument.presentationml.slide+xml"/>
  <Override PartName="/ppt/slides/slide1116.xml" ContentType="application/vnd.openxmlformats-officedocument.presentationml.slide+xml"/>
  <Override PartName="/ppt/slides/slide1117.xml" ContentType="application/vnd.openxmlformats-officedocument.presentationml.slide+xml"/>
  <Override PartName="/ppt/slides/slide1118.xml" ContentType="application/vnd.openxmlformats-officedocument.presentationml.slide+xml"/>
  <Override PartName="/ppt/slides/slide1119.xml" ContentType="application/vnd.openxmlformats-officedocument.presentationml.slide+xml"/>
  <Override PartName="/ppt/slides/slide1120.xml" ContentType="application/vnd.openxmlformats-officedocument.presentationml.slide+xml"/>
  <Override PartName="/ppt/slides/slide1121.xml" ContentType="application/vnd.openxmlformats-officedocument.presentationml.slide+xml"/>
  <Override PartName="/ppt/slides/slide1122.xml" ContentType="application/vnd.openxmlformats-officedocument.presentationml.slide+xml"/>
  <Override PartName="/ppt/slides/slide1123.xml" ContentType="application/vnd.openxmlformats-officedocument.presentationml.slide+xml"/>
  <Override PartName="/ppt/slides/slide1124.xml" ContentType="application/vnd.openxmlformats-officedocument.presentationml.slide+xml"/>
  <Override PartName="/ppt/slides/slide1125.xml" ContentType="application/vnd.openxmlformats-officedocument.presentationml.slide+xml"/>
  <Override PartName="/ppt/slides/slide1126.xml" ContentType="application/vnd.openxmlformats-officedocument.presentationml.slide+xml"/>
  <Override PartName="/ppt/slides/slide1127.xml" ContentType="application/vnd.openxmlformats-officedocument.presentationml.slide+xml"/>
  <Override PartName="/ppt/slides/slide1128.xml" ContentType="application/vnd.openxmlformats-officedocument.presentationml.slide+xml"/>
  <Override PartName="/ppt/slides/slide1129.xml" ContentType="application/vnd.openxmlformats-officedocument.presentationml.slide+xml"/>
  <Override PartName="/ppt/slides/slide1130.xml" ContentType="application/vnd.openxmlformats-officedocument.presentationml.slide+xml"/>
  <Override PartName="/ppt/slides/slide1131.xml" ContentType="application/vnd.openxmlformats-officedocument.presentationml.slide+xml"/>
  <Override PartName="/ppt/slides/slide1132.xml" ContentType="application/vnd.openxmlformats-officedocument.presentationml.slide+xml"/>
  <Override PartName="/ppt/slides/slide1133.xml" ContentType="application/vnd.openxmlformats-officedocument.presentationml.slide+xml"/>
  <Override PartName="/ppt/slides/slide1134.xml" ContentType="application/vnd.openxmlformats-officedocument.presentationml.slide+xml"/>
  <Override PartName="/ppt/slides/slide1135.xml" ContentType="application/vnd.openxmlformats-officedocument.presentationml.slide+xml"/>
  <Override PartName="/ppt/slides/slide1136.xml" ContentType="application/vnd.openxmlformats-officedocument.presentationml.slide+xml"/>
  <Override PartName="/ppt/slides/slide1137.xml" ContentType="application/vnd.openxmlformats-officedocument.presentationml.slide+xml"/>
  <Override PartName="/ppt/slides/slide1138.xml" ContentType="application/vnd.openxmlformats-officedocument.presentationml.slide+xml"/>
  <Override PartName="/ppt/slides/slide1139.xml" ContentType="application/vnd.openxmlformats-officedocument.presentationml.slide+xml"/>
  <Override PartName="/ppt/slides/slide1140.xml" ContentType="application/vnd.openxmlformats-officedocument.presentationml.slide+xml"/>
  <Override PartName="/ppt/slides/slide1141.xml" ContentType="application/vnd.openxmlformats-officedocument.presentationml.slide+xml"/>
  <Override PartName="/ppt/slides/slide1142.xml" ContentType="application/vnd.openxmlformats-officedocument.presentationml.slide+xml"/>
  <Override PartName="/ppt/slides/slide1143.xml" ContentType="application/vnd.openxmlformats-officedocument.presentationml.slide+xml"/>
  <Override PartName="/ppt/slides/slide1144.xml" ContentType="application/vnd.openxmlformats-officedocument.presentationml.slide+xml"/>
  <Override PartName="/ppt/slides/slide1145.xml" ContentType="application/vnd.openxmlformats-officedocument.presentationml.slide+xml"/>
  <Override PartName="/ppt/slides/slide1146.xml" ContentType="application/vnd.openxmlformats-officedocument.presentationml.slide+xml"/>
  <Override PartName="/ppt/slides/slide1147.xml" ContentType="application/vnd.openxmlformats-officedocument.presentationml.slide+xml"/>
  <Override PartName="/ppt/slides/slide1148.xml" ContentType="application/vnd.openxmlformats-officedocument.presentationml.slide+xml"/>
  <Override PartName="/ppt/slides/slide1149.xml" ContentType="application/vnd.openxmlformats-officedocument.presentationml.slide+xml"/>
  <Override PartName="/ppt/slides/slide1150.xml" ContentType="application/vnd.openxmlformats-officedocument.presentationml.slide+xml"/>
  <Override PartName="/ppt/slides/slide1151.xml" ContentType="application/vnd.openxmlformats-officedocument.presentationml.slide+xml"/>
  <Override PartName="/ppt/slides/slide1152.xml" ContentType="application/vnd.openxmlformats-officedocument.presentationml.slide+xml"/>
  <Override PartName="/ppt/slides/slide1153.xml" ContentType="application/vnd.openxmlformats-officedocument.presentationml.slide+xml"/>
  <Override PartName="/ppt/slides/slide1154.xml" ContentType="application/vnd.openxmlformats-officedocument.presentationml.slide+xml"/>
  <Override PartName="/ppt/slides/slide1155.xml" ContentType="application/vnd.openxmlformats-officedocument.presentationml.slide+xml"/>
  <Override PartName="/ppt/slides/slide1156.xml" ContentType="application/vnd.openxmlformats-officedocument.presentationml.slide+xml"/>
  <Override PartName="/ppt/slides/slide1157.xml" ContentType="application/vnd.openxmlformats-officedocument.presentationml.slide+xml"/>
  <Override PartName="/ppt/slides/slide1158.xml" ContentType="application/vnd.openxmlformats-officedocument.presentationml.slide+xml"/>
  <Override PartName="/ppt/slides/slide1159.xml" ContentType="application/vnd.openxmlformats-officedocument.presentationml.slide+xml"/>
  <Override PartName="/ppt/slides/slide1160.xml" ContentType="application/vnd.openxmlformats-officedocument.presentationml.slide+xml"/>
  <Override PartName="/ppt/slides/slide1161.xml" ContentType="application/vnd.openxmlformats-officedocument.presentationml.slide+xml"/>
  <Override PartName="/ppt/slides/slide1162.xml" ContentType="application/vnd.openxmlformats-officedocument.presentationml.slide+xml"/>
  <Override PartName="/ppt/slides/slide1163.xml" ContentType="application/vnd.openxmlformats-officedocument.presentationml.slide+xml"/>
  <Override PartName="/ppt/slides/slide1164.xml" ContentType="application/vnd.openxmlformats-officedocument.presentationml.slide+xml"/>
  <Override PartName="/ppt/slides/slide1165.xml" ContentType="application/vnd.openxmlformats-officedocument.presentationml.slide+xml"/>
  <Override PartName="/ppt/slides/slide1166.xml" ContentType="application/vnd.openxmlformats-officedocument.presentationml.slide+xml"/>
  <Override PartName="/ppt/slides/slide1167.xml" ContentType="application/vnd.openxmlformats-officedocument.presentationml.slide+xml"/>
  <Override PartName="/ppt/slides/slide1168.xml" ContentType="application/vnd.openxmlformats-officedocument.presentationml.slide+xml"/>
  <Override PartName="/ppt/slides/slide1169.xml" ContentType="application/vnd.openxmlformats-officedocument.presentationml.slide+xml"/>
  <Override PartName="/ppt/slides/slide1170.xml" ContentType="application/vnd.openxmlformats-officedocument.presentationml.slide+xml"/>
  <Override PartName="/ppt/slides/slide1171.xml" ContentType="application/vnd.openxmlformats-officedocument.presentationml.slide+xml"/>
  <Override PartName="/ppt/slides/slide1172.xml" ContentType="application/vnd.openxmlformats-officedocument.presentationml.slide+xml"/>
  <Override PartName="/ppt/slides/slide1173.xml" ContentType="application/vnd.openxmlformats-officedocument.presentationml.slide+xml"/>
  <Override PartName="/ppt/slides/slide1174.xml" ContentType="application/vnd.openxmlformats-officedocument.presentationml.slide+xml"/>
  <Override PartName="/ppt/slides/slide1175.xml" ContentType="application/vnd.openxmlformats-officedocument.presentationml.slide+xml"/>
  <Override PartName="/ppt/slides/slide1176.xml" ContentType="application/vnd.openxmlformats-officedocument.presentationml.slide+xml"/>
  <Override PartName="/ppt/slides/slide1177.xml" ContentType="application/vnd.openxmlformats-officedocument.presentationml.slide+xml"/>
  <Override PartName="/ppt/slides/slide1178.xml" ContentType="application/vnd.openxmlformats-officedocument.presentationml.slide+xml"/>
  <Override PartName="/ppt/slides/slide1179.xml" ContentType="application/vnd.openxmlformats-officedocument.presentationml.slide+xml"/>
  <Override PartName="/ppt/slides/slide1180.xml" ContentType="application/vnd.openxmlformats-officedocument.presentationml.slide+xml"/>
  <Override PartName="/ppt/slides/slide1181.xml" ContentType="application/vnd.openxmlformats-officedocument.presentationml.slide+xml"/>
  <Override PartName="/ppt/slides/slide1182.xml" ContentType="application/vnd.openxmlformats-officedocument.presentationml.slide+xml"/>
  <Override PartName="/ppt/slides/slide1183.xml" ContentType="application/vnd.openxmlformats-officedocument.presentationml.slide+xml"/>
  <Override PartName="/ppt/slides/slide1184.xml" ContentType="application/vnd.openxmlformats-officedocument.presentationml.slide+xml"/>
  <Override PartName="/ppt/slides/slide1185.xml" ContentType="application/vnd.openxmlformats-officedocument.presentationml.slide+xml"/>
  <Override PartName="/ppt/slides/slide1186.xml" ContentType="application/vnd.openxmlformats-officedocument.presentationml.slide+xml"/>
  <Override PartName="/ppt/slides/slide1187.xml" ContentType="application/vnd.openxmlformats-officedocument.presentationml.slide+xml"/>
  <Override PartName="/ppt/slides/slide1188.xml" ContentType="application/vnd.openxmlformats-officedocument.presentationml.slide+xml"/>
  <Override PartName="/ppt/slides/slide1189.xml" ContentType="application/vnd.openxmlformats-officedocument.presentationml.slide+xml"/>
  <Override PartName="/ppt/slides/slide1190.xml" ContentType="application/vnd.openxmlformats-officedocument.presentationml.slide+xml"/>
  <Override PartName="/ppt/slides/slide1191.xml" ContentType="application/vnd.openxmlformats-officedocument.presentationml.slide+xml"/>
  <Override PartName="/ppt/slides/slide1192.xml" ContentType="application/vnd.openxmlformats-officedocument.presentationml.slide+xml"/>
  <Override PartName="/ppt/slides/slide1193.xml" ContentType="application/vnd.openxmlformats-officedocument.presentationml.slide+xml"/>
  <Override PartName="/ppt/slides/slide1194.xml" ContentType="application/vnd.openxmlformats-officedocument.presentationml.slide+xml"/>
  <Override PartName="/ppt/slides/slide1195.xml" ContentType="application/vnd.openxmlformats-officedocument.presentationml.slide+xml"/>
  <Override PartName="/ppt/slides/slide1196.xml" ContentType="application/vnd.openxmlformats-officedocument.presentationml.slide+xml"/>
  <Override PartName="/ppt/slides/slide1197.xml" ContentType="application/vnd.openxmlformats-officedocument.presentationml.slide+xml"/>
  <Override PartName="/ppt/slides/slide1198.xml" ContentType="application/vnd.openxmlformats-officedocument.presentationml.slide+xml"/>
  <Override PartName="/ppt/slides/slide1199.xml" ContentType="application/vnd.openxmlformats-officedocument.presentationml.slide+xml"/>
  <Override PartName="/ppt/slides/slide1200.xml" ContentType="application/vnd.openxmlformats-officedocument.presentationml.slide+xml"/>
  <Override PartName="/ppt/slides/slide1201.xml" ContentType="application/vnd.openxmlformats-officedocument.presentationml.slide+xml"/>
  <Override PartName="/ppt/slides/slide1202.xml" ContentType="application/vnd.openxmlformats-officedocument.presentationml.slide+xml"/>
  <Override PartName="/ppt/slides/slide1203.xml" ContentType="application/vnd.openxmlformats-officedocument.presentationml.slide+xml"/>
  <Override PartName="/ppt/slides/slide1204.xml" ContentType="application/vnd.openxmlformats-officedocument.presentationml.slide+xml"/>
  <Override PartName="/ppt/slides/slide1205.xml" ContentType="application/vnd.openxmlformats-officedocument.presentationml.slide+xml"/>
  <Override PartName="/ppt/slides/slide1206.xml" ContentType="application/vnd.openxmlformats-officedocument.presentationml.slide+xml"/>
  <Override PartName="/ppt/slides/slide1207.xml" ContentType="application/vnd.openxmlformats-officedocument.presentationml.slide+xml"/>
  <Override PartName="/ppt/slides/slide1208.xml" ContentType="application/vnd.openxmlformats-officedocument.presentationml.slide+xml"/>
  <Override PartName="/ppt/slides/slide1209.xml" ContentType="application/vnd.openxmlformats-officedocument.presentationml.slide+xml"/>
  <Override PartName="/ppt/slides/slide1210.xml" ContentType="application/vnd.openxmlformats-officedocument.presentationml.slide+xml"/>
  <Override PartName="/ppt/slides/slide1211.xml" ContentType="application/vnd.openxmlformats-officedocument.presentationml.slide+xml"/>
  <Override PartName="/ppt/slides/slide1212.xml" ContentType="application/vnd.openxmlformats-officedocument.presentationml.slide+xml"/>
  <Override PartName="/ppt/slides/slide1213.xml" ContentType="application/vnd.openxmlformats-officedocument.presentationml.slide+xml"/>
  <Override PartName="/ppt/slides/slide1214.xml" ContentType="application/vnd.openxmlformats-officedocument.presentationml.slide+xml"/>
  <Override PartName="/ppt/slides/slide1215.xml" ContentType="application/vnd.openxmlformats-officedocument.presentationml.slide+xml"/>
  <Override PartName="/ppt/slides/slide1216.xml" ContentType="application/vnd.openxmlformats-officedocument.presentationml.slide+xml"/>
  <Override PartName="/ppt/slides/slide1217.xml" ContentType="application/vnd.openxmlformats-officedocument.presentationml.slide+xml"/>
  <Override PartName="/ppt/slides/slide1218.xml" ContentType="application/vnd.openxmlformats-officedocument.presentationml.slide+xml"/>
  <Override PartName="/ppt/slides/slide1219.xml" ContentType="application/vnd.openxmlformats-officedocument.presentationml.slide+xml"/>
  <Override PartName="/ppt/slides/slide1220.xml" ContentType="application/vnd.openxmlformats-officedocument.presentationml.slide+xml"/>
  <Override PartName="/ppt/slides/slide1221.xml" ContentType="application/vnd.openxmlformats-officedocument.presentationml.slide+xml"/>
  <Override PartName="/ppt/slides/slide1222.xml" ContentType="application/vnd.openxmlformats-officedocument.presentationml.slide+xml"/>
  <Override PartName="/ppt/slides/slide1223.xml" ContentType="application/vnd.openxmlformats-officedocument.presentationml.slide+xml"/>
  <Override PartName="/ppt/slides/slide1224.xml" ContentType="application/vnd.openxmlformats-officedocument.presentationml.slide+xml"/>
  <Override PartName="/ppt/slides/slide1225.xml" ContentType="application/vnd.openxmlformats-officedocument.presentationml.slide+xml"/>
  <Override PartName="/ppt/slides/slide1226.xml" ContentType="application/vnd.openxmlformats-officedocument.presentationml.slide+xml"/>
  <Override PartName="/ppt/slides/slide1227.xml" ContentType="application/vnd.openxmlformats-officedocument.presentationml.slide+xml"/>
  <Override PartName="/ppt/slides/slide1228.xml" ContentType="application/vnd.openxmlformats-officedocument.presentationml.slide+xml"/>
  <Override PartName="/ppt/slides/slide1229.xml" ContentType="application/vnd.openxmlformats-officedocument.presentationml.slide+xml"/>
  <Override PartName="/ppt/slides/slide1230.xml" ContentType="application/vnd.openxmlformats-officedocument.presentationml.slide+xml"/>
  <Override PartName="/ppt/slides/slide1231.xml" ContentType="application/vnd.openxmlformats-officedocument.presentationml.slide+xml"/>
  <Override PartName="/ppt/slides/slide1232.xml" ContentType="application/vnd.openxmlformats-officedocument.presentationml.slide+xml"/>
  <Override PartName="/ppt/slides/slide1233.xml" ContentType="application/vnd.openxmlformats-officedocument.presentationml.slide+xml"/>
  <Override PartName="/ppt/slides/slide1234.xml" ContentType="application/vnd.openxmlformats-officedocument.presentationml.slide+xml"/>
  <Override PartName="/ppt/slides/slide1235.xml" ContentType="application/vnd.openxmlformats-officedocument.presentationml.slide+xml"/>
  <Override PartName="/ppt/slides/slide1236.xml" ContentType="application/vnd.openxmlformats-officedocument.presentationml.slide+xml"/>
  <Override PartName="/ppt/slides/slide1237.xml" ContentType="application/vnd.openxmlformats-officedocument.presentationml.slide+xml"/>
  <Override PartName="/ppt/slides/slide1238.xml" ContentType="application/vnd.openxmlformats-officedocument.presentationml.slide+xml"/>
  <Override PartName="/ppt/slides/slide1239.xml" ContentType="application/vnd.openxmlformats-officedocument.presentationml.slide+xml"/>
  <Override PartName="/ppt/slides/slide1240.xml" ContentType="application/vnd.openxmlformats-officedocument.presentationml.slide+xml"/>
  <Override PartName="/ppt/slides/slide1241.xml" ContentType="application/vnd.openxmlformats-officedocument.presentationml.slide+xml"/>
  <Override PartName="/ppt/slides/slide1242.xml" ContentType="application/vnd.openxmlformats-officedocument.presentationml.slide+xml"/>
  <Override PartName="/ppt/slides/slide1243.xml" ContentType="application/vnd.openxmlformats-officedocument.presentationml.slide+xml"/>
  <Override PartName="/ppt/slides/slide1244.xml" ContentType="application/vnd.openxmlformats-officedocument.presentationml.slide+xml"/>
  <Override PartName="/ppt/slides/slide1245.xml" ContentType="application/vnd.openxmlformats-officedocument.presentationml.slide+xml"/>
  <Override PartName="/ppt/slides/slide1246.xml" ContentType="application/vnd.openxmlformats-officedocument.presentationml.slide+xml"/>
  <Override PartName="/ppt/slides/slide1247.xml" ContentType="application/vnd.openxmlformats-officedocument.presentationml.slide+xml"/>
  <Override PartName="/ppt/slides/slide1248.xml" ContentType="application/vnd.openxmlformats-officedocument.presentationml.slide+xml"/>
  <Override PartName="/ppt/slides/slide1249.xml" ContentType="application/vnd.openxmlformats-officedocument.presentationml.slide+xml"/>
  <Override PartName="/ppt/slides/slide1250.xml" ContentType="application/vnd.openxmlformats-officedocument.presentationml.slide+xml"/>
  <Override PartName="/ppt/slides/slide1251.xml" ContentType="application/vnd.openxmlformats-officedocument.presentationml.slide+xml"/>
  <Override PartName="/ppt/slides/slide1252.xml" ContentType="application/vnd.openxmlformats-officedocument.presentationml.slide+xml"/>
  <Override PartName="/ppt/slides/slide1253.xml" ContentType="application/vnd.openxmlformats-officedocument.presentationml.slide+xml"/>
  <Override PartName="/ppt/slides/slide1254.xml" ContentType="application/vnd.openxmlformats-officedocument.presentationml.slide+xml"/>
  <Override PartName="/ppt/slides/slide1255.xml" ContentType="application/vnd.openxmlformats-officedocument.presentationml.slide+xml"/>
  <Override PartName="/ppt/slides/slide1256.xml" ContentType="application/vnd.openxmlformats-officedocument.presentationml.slide+xml"/>
  <Override PartName="/ppt/slides/slide1257.xml" ContentType="application/vnd.openxmlformats-officedocument.presentationml.slide+xml"/>
  <Override PartName="/ppt/slides/slide1258.xml" ContentType="application/vnd.openxmlformats-officedocument.presentationml.slide+xml"/>
  <Override PartName="/ppt/slides/slide1259.xml" ContentType="application/vnd.openxmlformats-officedocument.presentationml.slide+xml"/>
  <Override PartName="/ppt/slides/slide1260.xml" ContentType="application/vnd.openxmlformats-officedocument.presentationml.slide+xml"/>
  <Override PartName="/ppt/slides/slide1261.xml" ContentType="application/vnd.openxmlformats-officedocument.presentationml.slide+xml"/>
  <Override PartName="/ppt/slides/slide1262.xml" ContentType="application/vnd.openxmlformats-officedocument.presentationml.slide+xml"/>
  <Override PartName="/ppt/slides/slide1263.xml" ContentType="application/vnd.openxmlformats-officedocument.presentationml.slide+xml"/>
  <Override PartName="/ppt/slides/slide1264.xml" ContentType="application/vnd.openxmlformats-officedocument.presentationml.slide+xml"/>
  <Override PartName="/ppt/slides/slide1265.xml" ContentType="application/vnd.openxmlformats-officedocument.presentationml.slide+xml"/>
  <Override PartName="/ppt/slides/slide1266.xml" ContentType="application/vnd.openxmlformats-officedocument.presentationml.slide+xml"/>
  <Override PartName="/ppt/slides/slide1267.xml" ContentType="application/vnd.openxmlformats-officedocument.presentationml.slide+xml"/>
  <Override PartName="/ppt/slides/slide1268.xml" ContentType="application/vnd.openxmlformats-officedocument.presentationml.slide+xml"/>
  <Override PartName="/ppt/slides/slide1269.xml" ContentType="application/vnd.openxmlformats-officedocument.presentationml.slide+xml"/>
  <Override PartName="/ppt/slides/slide1270.xml" ContentType="application/vnd.openxmlformats-officedocument.presentationml.slide+xml"/>
  <Override PartName="/ppt/slides/slide1271.xml" ContentType="application/vnd.openxmlformats-officedocument.presentationml.slide+xml"/>
  <Override PartName="/ppt/slides/slide1272.xml" ContentType="application/vnd.openxmlformats-officedocument.presentationml.slide+xml"/>
  <Override PartName="/ppt/slides/slide1273.xml" ContentType="application/vnd.openxmlformats-officedocument.presentationml.slide+xml"/>
  <Override PartName="/ppt/comments/comment1.xml" ContentType="application/vnd.openxmlformats-officedocument.presentationml.comments+xml"/>
  <Override PartName="/ppt/slides/slide1274.xml" ContentType="application/vnd.openxmlformats-officedocument.presentationml.slide+xml"/>
  <Override PartName="/ppt/slides/slide1275.xml" ContentType="application/vnd.openxmlformats-officedocument.presentationml.slide+xml"/>
  <Override PartName="/ppt/slides/slide1276.xml" ContentType="application/vnd.openxmlformats-officedocument.presentationml.slide+xml"/>
  <Override PartName="/ppt/slides/slide1277.xml" ContentType="application/vnd.openxmlformats-officedocument.presentationml.slide+xml"/>
  <Override PartName="/ppt/slides/slide1278.xml" ContentType="application/vnd.openxmlformats-officedocument.presentationml.slide+xml"/>
  <Override PartName="/ppt/slides/slide1279.xml" ContentType="application/vnd.openxmlformats-officedocument.presentationml.slide+xml"/>
  <Override PartName="/ppt/slides/slide1280.xml" ContentType="application/vnd.openxmlformats-officedocument.presentationml.slide+xml"/>
  <Override PartName="/ppt/slides/slide1281.xml" ContentType="application/vnd.openxmlformats-officedocument.presentationml.slide+xml"/>
  <Override PartName="/ppt/slides/slide1282.xml" ContentType="application/vnd.openxmlformats-officedocument.presentationml.slide+xml"/>
  <Override PartName="/ppt/slides/slide1283.xml" ContentType="application/vnd.openxmlformats-officedocument.presentationml.slide+xml"/>
  <Override PartName="/ppt/slides/slide1284.xml" ContentType="application/vnd.openxmlformats-officedocument.presentationml.slide+xml"/>
  <Override PartName="/ppt/slides/slide1285.xml" ContentType="application/vnd.openxmlformats-officedocument.presentationml.slide+xml"/>
  <Override PartName="/ppt/slides/slide1286.xml" ContentType="application/vnd.openxmlformats-officedocument.presentationml.slide+xml"/>
  <Override PartName="/ppt/slides/slide1287.xml" ContentType="application/vnd.openxmlformats-officedocument.presentationml.slide+xml"/>
  <Override PartName="/ppt/slides/slide1288.xml" ContentType="application/vnd.openxmlformats-officedocument.presentationml.slide+xml"/>
  <Override PartName="/ppt/slides/slide1289.xml" ContentType="application/vnd.openxmlformats-officedocument.presentationml.slide+xml"/>
  <Override PartName="/ppt/slides/slide1290.xml" ContentType="application/vnd.openxmlformats-officedocument.presentationml.slide+xml"/>
  <Override PartName="/ppt/slides/slide1291.xml" ContentType="application/vnd.openxmlformats-officedocument.presentationml.slide+xml"/>
  <Override PartName="/ppt/slides/slide1292.xml" ContentType="application/vnd.openxmlformats-officedocument.presentationml.slide+xml"/>
  <Override PartName="/ppt/slides/slide1293.xml" ContentType="application/vnd.openxmlformats-officedocument.presentationml.slide+xml"/>
  <Override PartName="/ppt/slides/slide1294.xml" ContentType="application/vnd.openxmlformats-officedocument.presentationml.slide+xml"/>
  <Override PartName="/ppt/slides/slide1295.xml" ContentType="application/vnd.openxmlformats-officedocument.presentationml.slide+xml"/>
  <Override PartName="/ppt/slides/slide1296.xml" ContentType="application/vnd.openxmlformats-officedocument.presentationml.slide+xml"/>
  <Override PartName="/ppt/slides/slide1297.xml" ContentType="application/vnd.openxmlformats-officedocument.presentationml.slide+xml"/>
  <Override PartName="/ppt/slides/slide1298.xml" ContentType="application/vnd.openxmlformats-officedocument.presentationml.slide+xml"/>
  <Override PartName="/ppt/slides/slide1299.xml" ContentType="application/vnd.openxmlformats-officedocument.presentationml.slide+xml"/>
  <Override PartName="/ppt/slides/slide1300.xml" ContentType="application/vnd.openxmlformats-officedocument.presentationml.slide+xml"/>
  <Override PartName="/ppt/slides/slide1301.xml" ContentType="application/vnd.openxmlformats-officedocument.presentationml.slide+xml"/>
  <Override PartName="/ppt/slides/slide1302.xml" ContentType="application/vnd.openxmlformats-officedocument.presentationml.slide+xml"/>
  <Override PartName="/ppt/slides/slide1303.xml" ContentType="application/vnd.openxmlformats-officedocument.presentationml.slide+xml"/>
  <Override PartName="/ppt/slides/slide1304.xml" ContentType="application/vnd.openxmlformats-officedocument.presentationml.slide+xml"/>
  <Override PartName="/ppt/slides/slide1305.xml" ContentType="application/vnd.openxmlformats-officedocument.presentationml.slide+xml"/>
  <Override PartName="/ppt/slides/slide1306.xml" ContentType="application/vnd.openxmlformats-officedocument.presentationml.slide+xml"/>
  <Override PartName="/ppt/slides/slide1307.xml" ContentType="application/vnd.openxmlformats-officedocument.presentationml.slide+xml"/>
  <Override PartName="/ppt/slides/slide1308.xml" ContentType="application/vnd.openxmlformats-officedocument.presentationml.slide+xml"/>
  <Override PartName="/ppt/slides/slide1309.xml" ContentType="application/vnd.openxmlformats-officedocument.presentationml.slide+xml"/>
  <Override PartName="/ppt/slides/slide1310.xml" ContentType="application/vnd.openxmlformats-officedocument.presentationml.slide+xml"/>
  <Override PartName="/ppt/slides/slide1311.xml" ContentType="application/vnd.openxmlformats-officedocument.presentationml.slide+xml"/>
  <Override PartName="/ppt/slides/slide1312.xml" ContentType="application/vnd.openxmlformats-officedocument.presentationml.slide+xml"/>
  <Override PartName="/ppt/slides/slide1313.xml" ContentType="application/vnd.openxmlformats-officedocument.presentationml.slide+xml"/>
  <Override PartName="/ppt/slides/slide1314.xml" ContentType="application/vnd.openxmlformats-officedocument.presentationml.slide+xml"/>
  <Override PartName="/ppt/slides/slide1315.xml" ContentType="application/vnd.openxmlformats-officedocument.presentationml.slide+xml"/>
  <Override PartName="/ppt/slides/slide1316.xml" ContentType="application/vnd.openxmlformats-officedocument.presentationml.slide+xml"/>
  <Override PartName="/ppt/slides/slide1317.xml" ContentType="application/vnd.openxmlformats-officedocument.presentationml.slide+xml"/>
  <Override PartName="/ppt/slides/slide1318.xml" ContentType="application/vnd.openxmlformats-officedocument.presentationml.slide+xml"/>
  <Override PartName="/ppt/slides/slide1319.xml" ContentType="application/vnd.openxmlformats-officedocument.presentationml.slide+xml"/>
  <Override PartName="/ppt/slides/slide1320.xml" ContentType="application/vnd.openxmlformats-officedocument.presentationml.slide+xml"/>
  <Override PartName="/ppt/slides/slide1321.xml" ContentType="application/vnd.openxmlformats-officedocument.presentationml.slide+xml"/>
  <Override PartName="/ppt/slides/slide1322.xml" ContentType="application/vnd.openxmlformats-officedocument.presentationml.slide+xml"/>
  <Override PartName="/ppt/slides/slide1323.xml" ContentType="application/vnd.openxmlformats-officedocument.presentationml.slide+xml"/>
  <Override PartName="/ppt/slides/slide1324.xml" ContentType="application/vnd.openxmlformats-officedocument.presentationml.slide+xml"/>
  <Override PartName="/ppt/slides/slide1325.xml" ContentType="application/vnd.openxmlformats-officedocument.presentationml.slide+xml"/>
  <Override PartName="/ppt/slides/slide1326.xml" ContentType="application/vnd.openxmlformats-officedocument.presentationml.slide+xml"/>
  <Override PartName="/ppt/slides/slide1327.xml" ContentType="application/vnd.openxmlformats-officedocument.presentationml.slide+xml"/>
  <Override PartName="/ppt/slides/slide1328.xml" ContentType="application/vnd.openxmlformats-officedocument.presentationml.slide+xml"/>
  <Override PartName="/ppt/slides/slide1329.xml" ContentType="application/vnd.openxmlformats-officedocument.presentationml.slide+xml"/>
  <Override PartName="/ppt/slides/slide1330.xml" ContentType="application/vnd.openxmlformats-officedocument.presentationml.slide+xml"/>
  <Override PartName="/ppt/slides/slide1331.xml" ContentType="application/vnd.openxmlformats-officedocument.presentationml.slide+xml"/>
  <Override PartName="/ppt/slides/slide1332.xml" ContentType="application/vnd.openxmlformats-officedocument.presentationml.slide+xml"/>
  <Override PartName="/ppt/slides/slide1333.xml" ContentType="application/vnd.openxmlformats-officedocument.presentationml.slide+xml"/>
  <Override PartName="/ppt/slides/slide1334.xml" ContentType="application/vnd.openxmlformats-officedocument.presentationml.slide+xml"/>
  <Override PartName="/ppt/slides/slide1335.xml" ContentType="application/vnd.openxmlformats-officedocument.presentationml.slide+xml"/>
  <Override PartName="/ppt/slides/slide1336.xml" ContentType="application/vnd.openxmlformats-officedocument.presentationml.slide+xml"/>
  <Override PartName="/ppt/slides/slide1337.xml" ContentType="application/vnd.openxmlformats-officedocument.presentationml.slide+xml"/>
  <Override PartName="/ppt/slides/slide1338.xml" ContentType="application/vnd.openxmlformats-officedocument.presentationml.slide+xml"/>
  <Override PartName="/ppt/slides/slide1339.xml" ContentType="application/vnd.openxmlformats-officedocument.presentationml.slide+xml"/>
  <Override PartName="/ppt/slides/slide1340.xml" ContentType="application/vnd.openxmlformats-officedocument.presentationml.slide+xml"/>
  <Override PartName="/ppt/slides/slide1341.xml" ContentType="application/vnd.openxmlformats-officedocument.presentationml.slide+xml"/>
  <Override PartName="/ppt/slides/slide1342.xml" ContentType="application/vnd.openxmlformats-officedocument.presentationml.slide+xml"/>
  <Override PartName="/ppt/slides/slide1343.xml" ContentType="application/vnd.openxmlformats-officedocument.presentationml.slide+xml"/>
  <Override PartName="/ppt/slides/slide1344.xml" ContentType="application/vnd.openxmlformats-officedocument.presentationml.slide+xml"/>
  <Override PartName="/ppt/slides/slide1345.xml" ContentType="application/vnd.openxmlformats-officedocument.presentationml.slide+xml"/>
  <Override PartName="/ppt/slides/slide1346.xml" ContentType="application/vnd.openxmlformats-officedocument.presentationml.slide+xml"/>
  <Override PartName="/ppt/slides/slide1347.xml" ContentType="application/vnd.openxmlformats-officedocument.presentationml.slide+xml"/>
  <Override PartName="/ppt/slides/slide1348.xml" ContentType="application/vnd.openxmlformats-officedocument.presentationml.slide+xml"/>
  <Override PartName="/ppt/slides/slide1349.xml" ContentType="application/vnd.openxmlformats-officedocument.presentationml.slide+xml"/>
  <Override PartName="/ppt/slides/slide1350.xml" ContentType="application/vnd.openxmlformats-officedocument.presentationml.slide+xml"/>
  <Override PartName="/ppt/slides/slide1351.xml" ContentType="application/vnd.openxmlformats-officedocument.presentationml.slide+xml"/>
  <Override PartName="/ppt/slides/slide1352.xml" ContentType="application/vnd.openxmlformats-officedocument.presentationml.slide+xml"/>
  <Override PartName="/ppt/slides/slide1353.xml" ContentType="application/vnd.openxmlformats-officedocument.presentationml.slide+xml"/>
  <Override PartName="/ppt/slides/slide1354.xml" ContentType="application/vnd.openxmlformats-officedocument.presentationml.slide+xml"/>
  <Override PartName="/ppt/slides/slide1355.xml" ContentType="application/vnd.openxmlformats-officedocument.presentationml.slide+xml"/>
  <Override PartName="/ppt/slides/slide1356.xml" ContentType="application/vnd.openxmlformats-officedocument.presentationml.slide+xml"/>
  <Override PartName="/ppt/slides/slide1357.xml" ContentType="application/vnd.openxmlformats-officedocument.presentationml.slide+xml"/>
  <Override PartName="/ppt/slides/slide1358.xml" ContentType="application/vnd.openxmlformats-officedocument.presentationml.slide+xml"/>
  <Override PartName="/ppt/slides/slide1359.xml" ContentType="application/vnd.openxmlformats-officedocument.presentationml.slide+xml"/>
  <Override PartName="/ppt/slides/slide1360.xml" ContentType="application/vnd.openxmlformats-officedocument.presentationml.slide+xml"/>
  <Override PartName="/ppt/slides/slide1361.xml" ContentType="application/vnd.openxmlformats-officedocument.presentationml.slide+xml"/>
  <Override PartName="/ppt/slides/slide1362.xml" ContentType="application/vnd.openxmlformats-officedocument.presentationml.slide+xml"/>
  <Override PartName="/ppt/slides/slide1363.xml" ContentType="application/vnd.openxmlformats-officedocument.presentationml.slide+xml"/>
  <Override PartName="/ppt/slides/slide1364.xml" ContentType="application/vnd.openxmlformats-officedocument.presentationml.slide+xml"/>
  <Override PartName="/ppt/slides/slide1365.xml" ContentType="application/vnd.openxmlformats-officedocument.presentationml.slide+xml"/>
  <Override PartName="/ppt/slides/slide1366.xml" ContentType="application/vnd.openxmlformats-officedocument.presentationml.slide+xml"/>
  <Override PartName="/ppt/slides/slide1367.xml" ContentType="application/vnd.openxmlformats-officedocument.presentationml.slide+xml"/>
  <Override PartName="/ppt/slides/slide1368.xml" ContentType="application/vnd.openxmlformats-officedocument.presentationml.slide+xml"/>
  <Override PartName="/ppt/slides/slide1369.xml" ContentType="application/vnd.openxmlformats-officedocument.presentationml.slide+xml"/>
  <Override PartName="/ppt/slides/slide1370.xml" ContentType="application/vnd.openxmlformats-officedocument.presentationml.slide+xml"/>
  <Override PartName="/ppt/slides/slide1371.xml" ContentType="application/vnd.openxmlformats-officedocument.presentationml.slide+xml"/>
  <Override PartName="/ppt/slides/slide1372.xml" ContentType="application/vnd.openxmlformats-officedocument.presentationml.slide+xml"/>
  <Override PartName="/ppt/slides/slide1373.xml" ContentType="application/vnd.openxmlformats-officedocument.presentationml.slide+xml"/>
  <Override PartName="/ppt/slides/slide1374.xml" ContentType="application/vnd.openxmlformats-officedocument.presentationml.slide+xml"/>
  <Override PartName="/ppt/slides/slide1375.xml" ContentType="application/vnd.openxmlformats-officedocument.presentationml.slide+xml"/>
  <Override PartName="/ppt/slides/slide1376.xml" ContentType="application/vnd.openxmlformats-officedocument.presentationml.slide+xml"/>
  <Override PartName="/ppt/slides/slide1377.xml" ContentType="application/vnd.openxmlformats-officedocument.presentationml.slide+xml"/>
  <Override PartName="/ppt/slides/slide1378.xml" ContentType="application/vnd.openxmlformats-officedocument.presentationml.slide+xml"/>
  <Override PartName="/ppt/slides/slide1379.xml" ContentType="application/vnd.openxmlformats-officedocument.presentationml.slide+xml"/>
  <Override PartName="/ppt/slides/slide1380.xml" ContentType="application/vnd.openxmlformats-officedocument.presentationml.slide+xml"/>
  <Override PartName="/ppt/slides/slide1381.xml" ContentType="application/vnd.openxmlformats-officedocument.presentationml.slide+xml"/>
  <Override PartName="/ppt/slides/slide1382.xml" ContentType="application/vnd.openxmlformats-officedocument.presentationml.slide+xml"/>
  <Override PartName="/ppt/slides/slide1383.xml" ContentType="application/vnd.openxmlformats-officedocument.presentationml.slide+xml"/>
  <Override PartName="/ppt/slides/slide1384.xml" ContentType="application/vnd.openxmlformats-officedocument.presentationml.slide+xml"/>
  <Override PartName="/ppt/slides/slide1385.xml" ContentType="application/vnd.openxmlformats-officedocument.presentationml.slide+xml"/>
  <Override PartName="/ppt/slides/slide1386.xml" ContentType="application/vnd.openxmlformats-officedocument.presentationml.slide+xml"/>
  <Override PartName="/ppt/slides/slide1387.xml" ContentType="application/vnd.openxmlformats-officedocument.presentationml.slide+xml"/>
  <Override PartName="/ppt/slides/slide1388.xml" ContentType="application/vnd.openxmlformats-officedocument.presentationml.slide+xml"/>
  <Override PartName="/ppt/slides/slide1389.xml" ContentType="application/vnd.openxmlformats-officedocument.presentationml.slide+xml"/>
  <Override PartName="/ppt/slides/slide1390.xml" ContentType="application/vnd.openxmlformats-officedocument.presentationml.slide+xml"/>
  <Override PartName="/ppt/slides/slide1391.xml" ContentType="application/vnd.openxmlformats-officedocument.presentationml.slide+xml"/>
  <Override PartName="/ppt/slides/slide1392.xml" ContentType="application/vnd.openxmlformats-officedocument.presentationml.slide+xml"/>
  <Override PartName="/ppt/slides/slide1393.xml" ContentType="application/vnd.openxmlformats-officedocument.presentationml.slide+xml"/>
  <Override PartName="/ppt/slides/slide1394.xml" ContentType="application/vnd.openxmlformats-officedocument.presentationml.slide+xml"/>
  <Override PartName="/ppt/slides/slide1395.xml" ContentType="application/vnd.openxmlformats-officedocument.presentationml.slide+xml"/>
  <Override PartName="/ppt/slides/slide1396.xml" ContentType="application/vnd.openxmlformats-officedocument.presentationml.slide+xml"/>
  <Override PartName="/ppt/slides/slide1397.xml" ContentType="application/vnd.openxmlformats-officedocument.presentationml.slide+xml"/>
  <Override PartName="/ppt/slides/slide1398.xml" ContentType="application/vnd.openxmlformats-officedocument.presentationml.slide+xml"/>
  <Override PartName="/ppt/slides/slide1399.xml" ContentType="application/vnd.openxmlformats-officedocument.presentationml.slide+xml"/>
  <Override PartName="/ppt/slides/slide1400.xml" ContentType="application/vnd.openxmlformats-officedocument.presentationml.slide+xml"/>
  <Override PartName="/ppt/slides/slide1401.xml" ContentType="application/vnd.openxmlformats-officedocument.presentationml.slide+xml"/>
  <Override PartName="/ppt/slides/slide1402.xml" ContentType="application/vnd.openxmlformats-officedocument.presentationml.slide+xml"/>
  <Override PartName="/ppt/slides/slide1403.xml" ContentType="application/vnd.openxmlformats-officedocument.presentationml.slide+xml"/>
  <Override PartName="/ppt/slides/slide1404.xml" ContentType="application/vnd.openxmlformats-officedocument.presentationml.slide+xml"/>
  <Override PartName="/ppt/slides/slide1405.xml" ContentType="application/vnd.openxmlformats-officedocument.presentationml.slide+xml"/>
  <Override PartName="/ppt/slides/slide1406.xml" ContentType="application/vnd.openxmlformats-officedocument.presentationml.slide+xml"/>
  <Override PartName="/ppt/slides/slide1407.xml" ContentType="application/vnd.openxmlformats-officedocument.presentationml.slide+xml"/>
  <Override PartName="/ppt/slides/slide1408.xml" ContentType="application/vnd.openxmlformats-officedocument.presentationml.slide+xml"/>
  <Override PartName="/ppt/slides/slide1409.xml" ContentType="application/vnd.openxmlformats-officedocument.presentationml.slide+xml"/>
  <Override PartName="/ppt/slides/slide1410.xml" ContentType="application/vnd.openxmlformats-officedocument.presentationml.slide+xml"/>
  <Override PartName="/ppt/slides/slide1411.xml" ContentType="application/vnd.openxmlformats-officedocument.presentationml.slide+xml"/>
  <Override PartName="/ppt/slides/slide1412.xml" ContentType="application/vnd.openxmlformats-officedocument.presentationml.slide+xml"/>
  <Override PartName="/ppt/slides/slide1413.xml" ContentType="application/vnd.openxmlformats-officedocument.presentationml.slide+xml"/>
  <Override PartName="/ppt/slides/slide1414.xml" ContentType="application/vnd.openxmlformats-officedocument.presentationml.slide+xml"/>
  <Override PartName="/ppt/slides/slide1415.xml" ContentType="application/vnd.openxmlformats-officedocument.presentationml.slide+xml"/>
  <Override PartName="/ppt/slides/slide1416.xml" ContentType="application/vnd.openxmlformats-officedocument.presentationml.slide+xml"/>
  <Override PartName="/ppt/slides/slide1417.xml" ContentType="application/vnd.openxmlformats-officedocument.presentationml.slide+xml"/>
  <Override PartName="/ppt/slides/slide1418.xml" ContentType="application/vnd.openxmlformats-officedocument.presentationml.slide+xml"/>
  <Override PartName="/ppt/slides/slide1419.xml" ContentType="application/vnd.openxmlformats-officedocument.presentationml.slide+xml"/>
  <Override PartName="/ppt/slides/slide1420.xml" ContentType="application/vnd.openxmlformats-officedocument.presentationml.slide+xml"/>
  <Override PartName="/ppt/slides/slide1421.xml" ContentType="application/vnd.openxmlformats-officedocument.presentationml.slide+xml"/>
  <Override PartName="/ppt/slides/slide1422.xml" ContentType="application/vnd.openxmlformats-officedocument.presentationml.slide+xml"/>
  <Override PartName="/ppt/slides/slide1423.xml" ContentType="application/vnd.openxmlformats-officedocument.presentationml.slide+xml"/>
  <Override PartName="/ppt/slides/slide1424.xml" ContentType="application/vnd.openxmlformats-officedocument.presentationml.slide+xml"/>
  <Override PartName="/ppt/slides/slide1425.xml" ContentType="application/vnd.openxmlformats-officedocument.presentationml.slide+xml"/>
  <Override PartName="/ppt/slides/slide1426.xml" ContentType="application/vnd.openxmlformats-officedocument.presentationml.slide+xml"/>
  <Override PartName="/ppt/slides/slide1427.xml" ContentType="application/vnd.openxmlformats-officedocument.presentationml.slide+xml"/>
  <Override PartName="/ppt/slides/slide1428.xml" ContentType="application/vnd.openxmlformats-officedocument.presentationml.slide+xml"/>
  <Override PartName="/ppt/slides/slide1429.xml" ContentType="application/vnd.openxmlformats-officedocument.presentationml.slide+xml"/>
  <Override PartName="/ppt/slides/slide1430.xml" ContentType="application/vnd.openxmlformats-officedocument.presentationml.slide+xml"/>
  <Override PartName="/ppt/slides/slide1431.xml" ContentType="application/vnd.openxmlformats-officedocument.presentationml.slide+xml"/>
  <Override PartName="/ppt/slides/slide1432.xml" ContentType="application/vnd.openxmlformats-officedocument.presentationml.slide+xml"/>
  <Override PartName="/ppt/slides/slide1433.xml" ContentType="application/vnd.openxmlformats-officedocument.presentationml.slide+xml"/>
  <Override PartName="/ppt/slides/slide1434.xml" ContentType="application/vnd.openxmlformats-officedocument.presentationml.slide+xml"/>
  <Override PartName="/ppt/slides/slide1435.xml" ContentType="application/vnd.openxmlformats-officedocument.presentationml.slide+xml"/>
  <Override PartName="/ppt/slides/slide1436.xml" ContentType="application/vnd.openxmlformats-officedocument.presentationml.slide+xml"/>
  <Override PartName="/ppt/slides/slide1437.xml" ContentType="application/vnd.openxmlformats-officedocument.presentationml.slide+xml"/>
  <Override PartName="/ppt/slides/slide1438.xml" ContentType="application/vnd.openxmlformats-officedocument.presentationml.slide+xml"/>
  <Override PartName="/ppt/slides/slide1439.xml" ContentType="application/vnd.openxmlformats-officedocument.presentationml.slide+xml"/>
  <Override PartName="/ppt/slides/slide1440.xml" ContentType="application/vnd.openxmlformats-officedocument.presentationml.slide+xml"/>
  <Override PartName="/ppt/slides/slide1441.xml" ContentType="application/vnd.openxmlformats-officedocument.presentationml.slide+xml"/>
  <Override PartName="/ppt/slides/slide1442.xml" ContentType="application/vnd.openxmlformats-officedocument.presentationml.slide+xml"/>
  <Override PartName="/ppt/slides/slide1443.xml" ContentType="application/vnd.openxmlformats-officedocument.presentationml.slide+xml"/>
  <Override PartName="/ppt/slides/slide1444.xml" ContentType="application/vnd.openxmlformats-officedocument.presentationml.slide+xml"/>
  <Override PartName="/ppt/slides/slide1445.xml" ContentType="application/vnd.openxmlformats-officedocument.presentationml.slide+xml"/>
  <Override PartName="/ppt/slides/slide1446.xml" ContentType="application/vnd.openxmlformats-officedocument.presentationml.slide+xml"/>
  <Override PartName="/ppt/slides/slide1447.xml" ContentType="application/vnd.openxmlformats-officedocument.presentationml.slide+xml"/>
  <Override PartName="/ppt/slides/slide1448.xml" ContentType="application/vnd.openxmlformats-officedocument.presentationml.slide+xml"/>
  <Override PartName="/ppt/slides/slide1449.xml" ContentType="application/vnd.openxmlformats-officedocument.presentationml.slide+xml"/>
  <Override PartName="/ppt/slides/slide1450.xml" ContentType="application/vnd.openxmlformats-officedocument.presentationml.slide+xml"/>
  <Override PartName="/ppt/slides/slide1451.xml" ContentType="application/vnd.openxmlformats-officedocument.presentationml.slide+xml"/>
  <Override PartName="/ppt/slides/slide1452.xml" ContentType="application/vnd.openxmlformats-officedocument.presentationml.slide+xml"/>
  <Override PartName="/ppt/slides/slide1453.xml" ContentType="application/vnd.openxmlformats-officedocument.presentationml.slide+xml"/>
  <Override PartName="/ppt/slides/slide1454.xml" ContentType="application/vnd.openxmlformats-officedocument.presentationml.slide+xml"/>
  <Override PartName="/ppt/slides/slide1455.xml" ContentType="application/vnd.openxmlformats-officedocument.presentationml.slide+xml"/>
  <Override PartName="/ppt/slides/slide1456.xml" ContentType="application/vnd.openxmlformats-officedocument.presentationml.slide+xml"/>
  <Override PartName="/ppt/slides/slide1457.xml" ContentType="application/vnd.openxmlformats-officedocument.presentationml.slide+xml"/>
  <Override PartName="/ppt/slides/slide1458.xml" ContentType="application/vnd.openxmlformats-officedocument.presentationml.slide+xml"/>
  <Override PartName="/ppt/slides/slide1459.xml" ContentType="application/vnd.openxmlformats-officedocument.presentationml.slide+xml"/>
  <Override PartName="/ppt/slides/slide1460.xml" ContentType="application/vnd.openxmlformats-officedocument.presentationml.slide+xml"/>
  <Override PartName="/ppt/slides/slide1461.xml" ContentType="application/vnd.openxmlformats-officedocument.presentationml.slide+xml"/>
  <Override PartName="/ppt/slides/slide1462.xml" ContentType="application/vnd.openxmlformats-officedocument.presentationml.slide+xml"/>
  <Override PartName="/ppt/slides/slide1463.xml" ContentType="application/vnd.openxmlformats-officedocument.presentationml.slide+xml"/>
  <Override PartName="/ppt/slides/slide1464.xml" ContentType="application/vnd.openxmlformats-officedocument.presentationml.slide+xml"/>
  <Override PartName="/ppt/slides/slide1465.xml" ContentType="application/vnd.openxmlformats-officedocument.presentationml.slide+xml"/>
  <Override PartName="/ppt/slides/slide1466.xml" ContentType="application/vnd.openxmlformats-officedocument.presentationml.slide+xml"/>
  <Override PartName="/ppt/slides/slide1467.xml" ContentType="application/vnd.openxmlformats-officedocument.presentationml.slide+xml"/>
  <Override PartName="/ppt/slides/slide1468.xml" ContentType="application/vnd.openxmlformats-officedocument.presentationml.slide+xml"/>
  <Override PartName="/ppt/slides/slide1469.xml" ContentType="application/vnd.openxmlformats-officedocument.presentationml.slide+xml"/>
  <Override PartName="/ppt/slides/slide1470.xml" ContentType="application/vnd.openxmlformats-officedocument.presentationml.slide+xml"/>
  <Override PartName="/ppt/slides/slide1471.xml" ContentType="application/vnd.openxmlformats-officedocument.presentationml.slide+xml"/>
  <Override PartName="/ppt/slides/slide1472.xml" ContentType="application/vnd.openxmlformats-officedocument.presentationml.slide+xml"/>
  <Override PartName="/ppt/slides/slide1473.xml" ContentType="application/vnd.openxmlformats-officedocument.presentationml.slide+xml"/>
  <Override PartName="/ppt/slides/slide1474.xml" ContentType="application/vnd.openxmlformats-officedocument.presentationml.slide+xml"/>
  <Override PartName="/ppt/slides/slide1475.xml" ContentType="application/vnd.openxmlformats-officedocument.presentationml.slide+xml"/>
  <Override PartName="/ppt/slides/slide1476.xml" ContentType="application/vnd.openxmlformats-officedocument.presentationml.slide+xml"/>
  <Override PartName="/ppt/slides/slide1477.xml" ContentType="application/vnd.openxmlformats-officedocument.presentationml.slide+xml"/>
  <Override PartName="/ppt/slides/slide1478.xml" ContentType="application/vnd.openxmlformats-officedocument.presentationml.slide+xml"/>
  <Override PartName="/ppt/slides/slide1479.xml" ContentType="application/vnd.openxmlformats-officedocument.presentationml.slide+xml"/>
  <Override PartName="/ppt/slides/slide1480.xml" ContentType="application/vnd.openxmlformats-officedocument.presentationml.slide+xml"/>
  <Override PartName="/ppt/slides/slide1481.xml" ContentType="application/vnd.openxmlformats-officedocument.presentationml.slide+xml"/>
  <Override PartName="/ppt/slides/slide1482.xml" ContentType="application/vnd.openxmlformats-officedocument.presentationml.slide+xml"/>
  <Override PartName="/ppt/slides/slide1483.xml" ContentType="application/vnd.openxmlformats-officedocument.presentationml.slide+xml"/>
  <Override PartName="/ppt/slides/slide1484.xml" ContentType="application/vnd.openxmlformats-officedocument.presentationml.slide+xml"/>
  <Override PartName="/ppt/slides/slide1485.xml" ContentType="application/vnd.openxmlformats-officedocument.presentationml.slide+xml"/>
  <Override PartName="/ppt/slides/slide1486.xml" ContentType="application/vnd.openxmlformats-officedocument.presentationml.slide+xml"/>
  <Override PartName="/ppt/slides/slide1487.xml" ContentType="application/vnd.openxmlformats-officedocument.presentationml.slide+xml"/>
  <Override PartName="/ppt/slides/slide1488.xml" ContentType="application/vnd.openxmlformats-officedocument.presentationml.slide+xml"/>
  <Override PartName="/ppt/slides/slide1489.xml" ContentType="application/vnd.openxmlformats-officedocument.presentationml.slide+xml"/>
  <Override PartName="/ppt/slides/slide1490.xml" ContentType="application/vnd.openxmlformats-officedocument.presentationml.slide+xml"/>
  <Override PartName="/ppt/slides/slide1491.xml" ContentType="application/vnd.openxmlformats-officedocument.presentationml.slide+xml"/>
  <Override PartName="/ppt/slides/slide1492.xml" ContentType="application/vnd.openxmlformats-officedocument.presentationml.slide+xml"/>
  <Override PartName="/ppt/slides/slide1493.xml" ContentType="application/vnd.openxmlformats-officedocument.presentationml.slide+xml"/>
  <Override PartName="/ppt/slides/slide1494.xml" ContentType="application/vnd.openxmlformats-officedocument.presentationml.slide+xml"/>
  <Override PartName="/ppt/slides/slide1495.xml" ContentType="application/vnd.openxmlformats-officedocument.presentationml.slide+xml"/>
  <Override PartName="/ppt/slides/slide1496.xml" ContentType="application/vnd.openxmlformats-officedocument.presentationml.slide+xml"/>
  <Override PartName="/ppt/slides/slide1497.xml" ContentType="application/vnd.openxmlformats-officedocument.presentationml.slide+xml"/>
  <Override PartName="/ppt/slides/slide1498.xml" ContentType="application/vnd.openxmlformats-officedocument.presentationml.slide+xml"/>
  <Override PartName="/ppt/slides/slide1499.xml" ContentType="application/vnd.openxmlformats-officedocument.presentationml.slide+xml"/>
  <Override PartName="/ppt/slides/slide1500.xml" ContentType="application/vnd.openxmlformats-officedocument.presentationml.slide+xml"/>
  <Override PartName="/ppt/slides/slide1501.xml" ContentType="application/vnd.openxmlformats-officedocument.presentationml.slide+xml"/>
  <Override PartName="/ppt/slides/slide1502.xml" ContentType="application/vnd.openxmlformats-officedocument.presentationml.slide+xml"/>
  <Override PartName="/ppt/slides/slide1503.xml" ContentType="application/vnd.openxmlformats-officedocument.presentationml.slide+xml"/>
  <Override PartName="/ppt/slides/slide1504.xml" ContentType="application/vnd.openxmlformats-officedocument.presentationml.slide+xml"/>
  <Override PartName="/ppt/slides/slide1505.xml" ContentType="application/vnd.openxmlformats-officedocument.presentationml.slide+xml"/>
  <Override PartName="/ppt/slides/slide1506.xml" ContentType="application/vnd.openxmlformats-officedocument.presentationml.slide+xml"/>
  <Override PartName="/ppt/slides/slide1507.xml" ContentType="application/vnd.openxmlformats-officedocument.presentationml.slide+xml"/>
  <Override PartName="/ppt/slides/slide1508.xml" ContentType="application/vnd.openxmlformats-officedocument.presentationml.slide+xml"/>
  <Override PartName="/ppt/slides/slide1509.xml" ContentType="application/vnd.openxmlformats-officedocument.presentationml.slide+xml"/>
  <Override PartName="/ppt/slides/slide1510.xml" ContentType="application/vnd.openxmlformats-officedocument.presentationml.slide+xml"/>
  <Override PartName="/ppt/slides/slide1511.xml" ContentType="application/vnd.openxmlformats-officedocument.presentationml.slide+xml"/>
  <Override PartName="/ppt/slides/slide1512.xml" ContentType="application/vnd.openxmlformats-officedocument.presentationml.slide+xml"/>
  <Override PartName="/ppt/slides/slide1513.xml" ContentType="application/vnd.openxmlformats-officedocument.presentationml.slide+xml"/>
  <Override PartName="/ppt/slides/slide1514.xml" ContentType="application/vnd.openxmlformats-officedocument.presentationml.slide+xml"/>
  <Override PartName="/ppt/slides/slide1515.xml" ContentType="application/vnd.openxmlformats-officedocument.presentationml.slide+xml"/>
  <Override PartName="/ppt/slides/slide1516.xml" ContentType="application/vnd.openxmlformats-officedocument.presentationml.slide+xml"/>
  <Override PartName="/ppt/slides/slide1517.xml" ContentType="application/vnd.openxmlformats-officedocument.presentationml.slide+xml"/>
  <Override PartName="/ppt/slides/slide1518.xml" ContentType="application/vnd.openxmlformats-officedocument.presentationml.slide+xml"/>
  <Override PartName="/ppt/slides/slide1519.xml" ContentType="application/vnd.openxmlformats-officedocument.presentationml.slide+xml"/>
  <Override PartName="/ppt/slides/slide1520.xml" ContentType="application/vnd.openxmlformats-officedocument.presentationml.slide+xml"/>
  <Override PartName="/ppt/slides/slide1521.xml" ContentType="application/vnd.openxmlformats-officedocument.presentationml.slide+xml"/>
  <Override PartName="/ppt/slides/slide1522.xml" ContentType="application/vnd.openxmlformats-officedocument.presentationml.slide+xml"/>
  <Override PartName="/ppt/slides/slide1523.xml" ContentType="application/vnd.openxmlformats-officedocument.presentationml.slide+xml"/>
  <Override PartName="/ppt/slides/slide1524.xml" ContentType="application/vnd.openxmlformats-officedocument.presentationml.slide+xml"/>
  <Override PartName="/ppt/slides/slide1525.xml" ContentType="application/vnd.openxmlformats-officedocument.presentationml.slide+xml"/>
  <Override PartName="/ppt/slides/slide1526.xml" ContentType="application/vnd.openxmlformats-officedocument.presentationml.slide+xml"/>
  <Override PartName="/ppt/slides/slide1527.xml" ContentType="application/vnd.openxmlformats-officedocument.presentationml.slide+xml"/>
  <Override PartName="/ppt/slides/slide1528.xml" ContentType="application/vnd.openxmlformats-officedocument.presentationml.slide+xml"/>
  <Override PartName="/ppt/slides/slide1529.xml" ContentType="application/vnd.openxmlformats-officedocument.presentationml.slide+xml"/>
  <Override PartName="/ppt/slides/slide1530.xml" ContentType="application/vnd.openxmlformats-officedocument.presentationml.slide+xml"/>
  <Override PartName="/ppt/slides/slide1531.xml" ContentType="application/vnd.openxmlformats-officedocument.presentationml.slide+xml"/>
  <Override PartName="/ppt/slides/slide1532.xml" ContentType="application/vnd.openxmlformats-officedocument.presentationml.slide+xml"/>
  <Override PartName="/ppt/slides/slide1533.xml" ContentType="application/vnd.openxmlformats-officedocument.presentationml.slide+xml"/>
  <Override PartName="/ppt/slides/slide1534.xml" ContentType="application/vnd.openxmlformats-officedocument.presentationml.slide+xml"/>
  <Override PartName="/ppt/slides/slide1535.xml" ContentType="application/vnd.openxmlformats-officedocument.presentationml.slide+xml"/>
  <Override PartName="/ppt/slides/slide1536.xml" ContentType="application/vnd.openxmlformats-officedocument.presentationml.slide+xml"/>
  <Override PartName="/ppt/slides/slide1537.xml" ContentType="application/vnd.openxmlformats-officedocument.presentationml.slide+xml"/>
  <Override PartName="/ppt/slides/slide1538.xml" ContentType="application/vnd.openxmlformats-officedocument.presentationml.slide+xml"/>
  <Override PartName="/ppt/slides/slide1539.xml" ContentType="application/vnd.openxmlformats-officedocument.presentationml.slide+xml"/>
  <Override PartName="/ppt/slides/slide1540.xml" ContentType="application/vnd.openxmlformats-officedocument.presentationml.slide+xml"/>
  <Override PartName="/ppt/slides/slide1541.xml" ContentType="application/vnd.openxmlformats-officedocument.presentationml.slide+xml"/>
  <Override PartName="/ppt/slides/slide1542.xml" ContentType="application/vnd.openxmlformats-officedocument.presentationml.slide+xml"/>
  <Override PartName="/ppt/slides/slide1543.xml" ContentType="application/vnd.openxmlformats-officedocument.presentationml.slide+xml"/>
  <Override PartName="/ppt/slides/slide1544.xml" ContentType="application/vnd.openxmlformats-officedocument.presentationml.slide+xml"/>
  <Override PartName="/ppt/slides/slide1545.xml" ContentType="application/vnd.openxmlformats-officedocument.presentationml.slide+xml"/>
  <Override PartName="/ppt/slides/slide1546.xml" ContentType="application/vnd.openxmlformats-officedocument.presentationml.slide+xml"/>
  <Override PartName="/ppt/slides/slide1547.xml" ContentType="application/vnd.openxmlformats-officedocument.presentationml.slide+xml"/>
  <Override PartName="/ppt/slides/slide1548.xml" ContentType="application/vnd.openxmlformats-officedocument.presentationml.slide+xml"/>
  <Override PartName="/ppt/slides/slide1549.xml" ContentType="application/vnd.openxmlformats-officedocument.presentationml.slide+xml"/>
  <Override PartName="/ppt/slides/slide1550.xml" ContentType="application/vnd.openxmlformats-officedocument.presentationml.slide+xml"/>
  <Override PartName="/ppt/slides/slide1551.xml" ContentType="application/vnd.openxmlformats-officedocument.presentationml.slide+xml"/>
  <Override PartName="/ppt/slides/slide1552.xml" ContentType="application/vnd.openxmlformats-officedocument.presentationml.slide+xml"/>
  <Override PartName="/ppt/slides/slide1553.xml" ContentType="application/vnd.openxmlformats-officedocument.presentationml.slide+xml"/>
  <Override PartName="/ppt/slides/slide1554.xml" ContentType="application/vnd.openxmlformats-officedocument.presentationml.slide+xml"/>
  <Override PartName="/ppt/slides/slide1555.xml" ContentType="application/vnd.openxmlformats-officedocument.presentationml.slide+xml"/>
  <Override PartName="/ppt/slides/slide1556.xml" ContentType="application/vnd.openxmlformats-officedocument.presentationml.slide+xml"/>
  <Override PartName="/ppt/slides/slide1557.xml" ContentType="application/vnd.openxmlformats-officedocument.presentationml.slide+xml"/>
  <Override PartName="/ppt/slides/slide1558.xml" ContentType="application/vnd.openxmlformats-officedocument.presentationml.slide+xml"/>
  <Override PartName="/ppt/slides/slide1559.xml" ContentType="application/vnd.openxmlformats-officedocument.presentationml.slide+xml"/>
  <Override PartName="/ppt/slides/slide1560.xml" ContentType="application/vnd.openxmlformats-officedocument.presentationml.slide+xml"/>
  <Override PartName="/ppt/slides/slide1561.xml" ContentType="application/vnd.openxmlformats-officedocument.presentationml.slide+xml"/>
  <Override PartName="/ppt/slides/slide1562.xml" ContentType="application/vnd.openxmlformats-officedocument.presentationml.slide+xml"/>
  <Override PartName="/ppt/slides/slide1563.xml" ContentType="application/vnd.openxmlformats-officedocument.presentationml.slide+xml"/>
  <Override PartName="/ppt/slides/slide1564.xml" ContentType="application/vnd.openxmlformats-officedocument.presentationml.slide+xml"/>
  <Override PartName="/ppt/slides/slide1565.xml" ContentType="application/vnd.openxmlformats-officedocument.presentationml.slide+xml"/>
  <Override PartName="/ppt/slides/slide1566.xml" ContentType="application/vnd.openxmlformats-officedocument.presentationml.slide+xml"/>
  <Override PartName="/ppt/slides/slide1567.xml" ContentType="application/vnd.openxmlformats-officedocument.presentationml.slide+xml"/>
  <Override PartName="/ppt/slides/slide1568.xml" ContentType="application/vnd.openxmlformats-officedocument.presentationml.slide+xml"/>
  <Override PartName="/ppt/slides/slide1569.xml" ContentType="application/vnd.openxmlformats-officedocument.presentationml.slide+xml"/>
  <Override PartName="/ppt/slides/slide1570.xml" ContentType="application/vnd.openxmlformats-officedocument.presentationml.slide+xml"/>
  <Override PartName="/ppt/slides/slide1571.xml" ContentType="application/vnd.openxmlformats-officedocument.presentationml.slide+xml"/>
  <Override PartName="/ppt/slides/slide1572.xml" ContentType="application/vnd.openxmlformats-officedocument.presentationml.slide+xml"/>
  <Override PartName="/ppt/slides/slide1573.xml" ContentType="application/vnd.openxmlformats-officedocument.presentationml.slide+xml"/>
  <Override PartName="/ppt/slides/slide1574.xml" ContentType="application/vnd.openxmlformats-officedocument.presentationml.slide+xml"/>
  <Override PartName="/ppt/slides/slide1575.xml" ContentType="application/vnd.openxmlformats-officedocument.presentationml.slide+xml"/>
  <Override PartName="/ppt/slides/slide1576.xml" ContentType="application/vnd.openxmlformats-officedocument.presentationml.slide+xml"/>
  <Override PartName="/ppt/slides/slide1577.xml" ContentType="application/vnd.openxmlformats-officedocument.presentationml.slide+xml"/>
  <Override PartName="/ppt/slides/slide1578.xml" ContentType="application/vnd.openxmlformats-officedocument.presentationml.slide+xml"/>
  <Override PartName="/ppt/slides/slide1579.xml" ContentType="application/vnd.openxmlformats-officedocument.presentationml.slide+xml"/>
  <Override PartName="/ppt/slides/slide1580.xml" ContentType="application/vnd.openxmlformats-officedocument.presentationml.slide+xml"/>
  <Override PartName="/ppt/slides/slide1581.xml" ContentType="application/vnd.openxmlformats-officedocument.presentationml.slide+xml"/>
  <Override PartName="/ppt/slides/slide1582.xml" ContentType="application/vnd.openxmlformats-officedocument.presentationml.slide+xml"/>
  <Override PartName="/ppt/slides/slide1583.xml" ContentType="application/vnd.openxmlformats-officedocument.presentationml.slide+xml"/>
  <Override PartName="/ppt/slides/slide1584.xml" ContentType="application/vnd.openxmlformats-officedocument.presentationml.slide+xml"/>
  <Override PartName="/ppt/slides/slide1585.xml" ContentType="application/vnd.openxmlformats-officedocument.presentationml.slide+xml"/>
  <Override PartName="/ppt/slides/slide1586.xml" ContentType="application/vnd.openxmlformats-officedocument.presentationml.slide+xml"/>
  <Override PartName="/ppt/slides/slide1587.xml" ContentType="application/vnd.openxmlformats-officedocument.presentationml.slide+xml"/>
  <Override PartName="/ppt/slides/slide1588.xml" ContentType="application/vnd.openxmlformats-officedocument.presentationml.slide+xml"/>
  <Override PartName="/ppt/slides/slide1589.xml" ContentType="application/vnd.openxmlformats-officedocument.presentationml.slide+xml"/>
  <Override PartName="/ppt/slides/slide1590.xml" ContentType="application/vnd.openxmlformats-officedocument.presentationml.slide+xml"/>
  <Override PartName="/ppt/slides/slide1591.xml" ContentType="application/vnd.openxmlformats-officedocument.presentationml.slide+xml"/>
  <Override PartName="/ppt/slides/slide1592.xml" ContentType="application/vnd.openxmlformats-officedocument.presentationml.slide+xml"/>
  <Override PartName="/ppt/slides/slide1593.xml" ContentType="application/vnd.openxmlformats-officedocument.presentationml.slide+xml"/>
  <Override PartName="/ppt/slides/slide1594.xml" ContentType="application/vnd.openxmlformats-officedocument.presentationml.slide+xml"/>
  <Override PartName="/ppt/slides/slide1595.xml" ContentType="application/vnd.openxmlformats-officedocument.presentationml.slide+xml"/>
  <Override PartName="/ppt/slides/slide1596.xml" ContentType="application/vnd.openxmlformats-officedocument.presentationml.slide+xml"/>
  <Override PartName="/ppt/slides/slide1597.xml" ContentType="application/vnd.openxmlformats-officedocument.presentationml.slide+xml"/>
  <Override PartName="/ppt/slides/slide1598.xml" ContentType="application/vnd.openxmlformats-officedocument.presentationml.slide+xml"/>
  <Override PartName="/ppt/slides/slide1599.xml" ContentType="application/vnd.openxmlformats-officedocument.presentationml.slide+xml"/>
  <Override PartName="/ppt/slides/slide1600.xml" ContentType="application/vnd.openxmlformats-officedocument.presentationml.slide+xml"/>
  <Override PartName="/ppt/slides/slide1601.xml" ContentType="application/vnd.openxmlformats-officedocument.presentationml.slide+xml"/>
  <Override PartName="/ppt/slides/slide1602.xml" ContentType="application/vnd.openxmlformats-officedocument.presentationml.slide+xml"/>
  <Override PartName="/ppt/slides/slide1603.xml" ContentType="application/vnd.openxmlformats-officedocument.presentationml.slide+xml"/>
  <Override PartName="/ppt/slides/slide1604.xml" ContentType="application/vnd.openxmlformats-officedocument.presentationml.slide+xml"/>
  <Override PartName="/ppt/slides/slide1605.xml" ContentType="application/vnd.openxmlformats-officedocument.presentationml.slide+xml"/>
  <Override PartName="/ppt/slides/slide1606.xml" ContentType="application/vnd.openxmlformats-officedocument.presentationml.slide+xml"/>
  <Override PartName="/ppt/slides/slide1607.xml" ContentType="application/vnd.openxmlformats-officedocument.presentationml.slide+xml"/>
  <Override PartName="/ppt/slides/slide1608.xml" ContentType="application/vnd.openxmlformats-officedocument.presentationml.slide+xml"/>
  <Override PartName="/ppt/slides/slide1609.xml" ContentType="application/vnd.openxmlformats-officedocument.presentationml.slide+xml"/>
  <Override PartName="/ppt/slides/slide1610.xml" ContentType="application/vnd.openxmlformats-officedocument.presentationml.slide+xml"/>
  <Override PartName="/ppt/slides/slide1611.xml" ContentType="application/vnd.openxmlformats-officedocument.presentationml.slide+xml"/>
  <Override PartName="/ppt/slides/slide1612.xml" ContentType="application/vnd.openxmlformats-officedocument.presentationml.slide+xml"/>
  <Override PartName="/ppt/slides/slide1613.xml" ContentType="application/vnd.openxmlformats-officedocument.presentationml.slide+xml"/>
  <Override PartName="/ppt/slides/slide1614.xml" ContentType="application/vnd.openxmlformats-officedocument.presentationml.slide+xml"/>
  <Override PartName="/ppt/slides/slide1615.xml" ContentType="application/vnd.openxmlformats-officedocument.presentationml.slide+xml"/>
  <Override PartName="/ppt/slides/slide1616.xml" ContentType="application/vnd.openxmlformats-officedocument.presentationml.slide+xml"/>
  <Override PartName="/ppt/slides/slide1617.xml" ContentType="application/vnd.openxmlformats-officedocument.presentationml.slide+xml"/>
  <Override PartName="/ppt/slides/slide1618.xml" ContentType="application/vnd.openxmlformats-officedocument.presentationml.slide+xml"/>
  <Override PartName="/ppt/slides/slide1619.xml" ContentType="application/vnd.openxmlformats-officedocument.presentationml.slide+xml"/>
  <Override PartName="/ppt/slides/slide1620.xml" ContentType="application/vnd.openxmlformats-officedocument.presentationml.slide+xml"/>
  <Override PartName="/ppt/slides/slide1621.xml" ContentType="application/vnd.openxmlformats-officedocument.presentationml.slide+xml"/>
  <Override PartName="/ppt/slides/slide1622.xml" ContentType="application/vnd.openxmlformats-officedocument.presentationml.slide+xml"/>
  <Override PartName="/ppt/slides/slide1623.xml" ContentType="application/vnd.openxmlformats-officedocument.presentationml.slide+xml"/>
  <Override PartName="/ppt/slides/slide1624.xml" ContentType="application/vnd.openxmlformats-officedocument.presentationml.slide+xml"/>
  <Override PartName="/ppt/slides/slide1625.xml" ContentType="application/vnd.openxmlformats-officedocument.presentationml.slide+xml"/>
  <Override PartName="/ppt/slides/slide1626.xml" ContentType="application/vnd.openxmlformats-officedocument.presentationml.slide+xml"/>
  <Override PartName="/ppt/slides/slide1627.xml" ContentType="application/vnd.openxmlformats-officedocument.presentationml.slide+xml"/>
  <Override PartName="/ppt/slides/slide1628.xml" ContentType="application/vnd.openxmlformats-officedocument.presentationml.slide+xml"/>
  <Override PartName="/ppt/slides/slide1629.xml" ContentType="application/vnd.openxmlformats-officedocument.presentationml.slide+xml"/>
  <Override PartName="/ppt/slides/slide1630.xml" ContentType="application/vnd.openxmlformats-officedocument.presentationml.slide+xml"/>
  <Override PartName="/ppt/slides/slide1631.xml" ContentType="application/vnd.openxmlformats-officedocument.presentationml.slide+xml"/>
  <Override PartName="/ppt/slides/slide1632.xml" ContentType="application/vnd.openxmlformats-officedocument.presentationml.slide+xml"/>
  <Override PartName="/ppt/slides/slide1633.xml" ContentType="application/vnd.openxmlformats-officedocument.presentationml.slide+xml"/>
  <Override PartName="/ppt/slides/slide1634.xml" ContentType="application/vnd.openxmlformats-officedocument.presentationml.slide+xml"/>
  <Override PartName="/ppt/slides/slide1635.xml" ContentType="application/vnd.openxmlformats-officedocument.presentationml.slide+xml"/>
  <Override PartName="/ppt/slides/slide1636.xml" ContentType="application/vnd.openxmlformats-officedocument.presentationml.slide+xml"/>
  <Override PartName="/ppt/slides/slide1637.xml" ContentType="application/vnd.openxmlformats-officedocument.presentationml.slide+xml"/>
  <Override PartName="/ppt/slides/slide1638.xml" ContentType="application/vnd.openxmlformats-officedocument.presentationml.slide+xml"/>
  <Override PartName="/ppt/slides/slide1639.xml" ContentType="application/vnd.openxmlformats-officedocument.presentationml.slide+xml"/>
  <Override PartName="/ppt/slides/slide1640.xml" ContentType="application/vnd.openxmlformats-officedocument.presentationml.slide+xml"/>
  <Override PartName="/ppt/slides/slide1641.xml" ContentType="application/vnd.openxmlformats-officedocument.presentationml.slide+xml"/>
  <Override PartName="/ppt/slides/slide1642.xml" ContentType="application/vnd.openxmlformats-officedocument.presentationml.slide+xml"/>
  <Override PartName="/ppt/slides/slide1643.xml" ContentType="application/vnd.openxmlformats-officedocument.presentationml.slide+xml"/>
  <Override PartName="/ppt/slides/slide1644.xml" ContentType="application/vnd.openxmlformats-officedocument.presentationml.slide+xml"/>
  <Override PartName="/ppt/slides/slide1645.xml" ContentType="application/vnd.openxmlformats-officedocument.presentationml.slide+xml"/>
  <Override PartName="/ppt/slides/slide1646.xml" ContentType="application/vnd.openxmlformats-officedocument.presentationml.slide+xml"/>
  <Override PartName="/ppt/slides/slide1647.xml" ContentType="application/vnd.openxmlformats-officedocument.presentationml.slide+xml"/>
  <Override PartName="/ppt/slides/slide1648.xml" ContentType="application/vnd.openxmlformats-officedocument.presentationml.slide+xml"/>
  <Override PartName="/ppt/slides/slide1649.xml" ContentType="application/vnd.openxmlformats-officedocument.presentationml.slide+xml"/>
  <Override PartName="/ppt/slides/slide1650.xml" ContentType="application/vnd.openxmlformats-officedocument.presentationml.slide+xml"/>
  <Override PartName="/ppt/slides/slide1651.xml" ContentType="application/vnd.openxmlformats-officedocument.presentationml.slide+xml"/>
  <Override PartName="/ppt/slides/slide1652.xml" ContentType="application/vnd.openxmlformats-officedocument.presentationml.slide+xml"/>
  <Override PartName="/ppt/slides/slide1653.xml" ContentType="application/vnd.openxmlformats-officedocument.presentationml.slide+xml"/>
  <Override PartName="/ppt/slides/slide1654.xml" ContentType="application/vnd.openxmlformats-officedocument.presentationml.slide+xml"/>
  <Override PartName="/ppt/slides/slide1655.xml" ContentType="application/vnd.openxmlformats-officedocument.presentationml.slide+xml"/>
  <Override PartName="/ppt/slides/slide1656.xml" ContentType="application/vnd.openxmlformats-officedocument.presentationml.slide+xml"/>
  <Override PartName="/ppt/slides/slide1657.xml" ContentType="application/vnd.openxmlformats-officedocument.presentationml.slide+xml"/>
  <Override PartName="/ppt/slides/slide1658.xml" ContentType="application/vnd.openxmlformats-officedocument.presentationml.slide+xml"/>
  <Override PartName="/ppt/slides/slide1659.xml" ContentType="application/vnd.openxmlformats-officedocument.presentationml.slide+xml"/>
  <Override PartName="/ppt/slides/slide1660.xml" ContentType="application/vnd.openxmlformats-officedocument.presentationml.slide+xml"/>
  <Override PartName="/ppt/slides/slide1661.xml" ContentType="application/vnd.openxmlformats-officedocument.presentationml.slide+xml"/>
  <Override PartName="/ppt/slides/slide1662.xml" ContentType="application/vnd.openxmlformats-officedocument.presentationml.slide+xml"/>
  <Override PartName="/ppt/slides/slide1663.xml" ContentType="application/vnd.openxmlformats-officedocument.presentationml.slide+xml"/>
  <Override PartName="/ppt/slides/slide1664.xml" ContentType="application/vnd.openxmlformats-officedocument.presentationml.slide+xml"/>
  <Override PartName="/ppt/slides/slide1665.xml" ContentType="application/vnd.openxmlformats-officedocument.presentationml.slide+xml"/>
  <Override PartName="/ppt/slides/slide1666.xml" ContentType="application/vnd.openxmlformats-officedocument.presentationml.slide+xml"/>
  <Override PartName="/ppt/slides/slide1667.xml" ContentType="application/vnd.openxmlformats-officedocument.presentationml.slide+xml"/>
  <Override PartName="/ppt/slides/slide1668.xml" ContentType="application/vnd.openxmlformats-officedocument.presentationml.slide+xml"/>
  <Override PartName="/ppt/slides/slide1669.xml" ContentType="application/vnd.openxmlformats-officedocument.presentationml.slide+xml"/>
  <Override PartName="/ppt/slides/slide1670.xml" ContentType="application/vnd.openxmlformats-officedocument.presentationml.slide+xml"/>
  <Override PartName="/ppt/slides/slide1671.xml" ContentType="application/vnd.openxmlformats-officedocument.presentationml.slide+xml"/>
  <Override PartName="/ppt/slides/slide1672.xml" ContentType="application/vnd.openxmlformats-officedocument.presentationml.slide+xml"/>
  <Override PartName="/ppt/slides/slide1673.xml" ContentType="application/vnd.openxmlformats-officedocument.presentationml.slide+xml"/>
  <Override PartName="/ppt/slides/slide1674.xml" ContentType="application/vnd.openxmlformats-officedocument.presentationml.slide+xml"/>
  <Override PartName="/ppt/slides/slide1675.xml" ContentType="application/vnd.openxmlformats-officedocument.presentationml.slide+xml"/>
  <Override PartName="/ppt/slides/slide1676.xml" ContentType="application/vnd.openxmlformats-officedocument.presentationml.slide+xml"/>
  <Override PartName="/ppt/slides/slide1677.xml" ContentType="application/vnd.openxmlformats-officedocument.presentationml.slide+xml"/>
  <Override PartName="/ppt/slides/slide1678.xml" ContentType="application/vnd.openxmlformats-officedocument.presentationml.slide+xml"/>
  <Override PartName="/ppt/slides/slide1679.xml" ContentType="application/vnd.openxmlformats-officedocument.presentationml.slide+xml"/>
  <Override PartName="/ppt/slides/slide1680.xml" ContentType="application/vnd.openxmlformats-officedocument.presentationml.slide+xml"/>
  <Override PartName="/ppt/slides/slide1681.xml" ContentType="application/vnd.openxmlformats-officedocument.presentationml.slide+xml"/>
  <Override PartName="/ppt/slides/slide1682.xml" ContentType="application/vnd.openxmlformats-officedocument.presentationml.slide+xml"/>
  <Override PartName="/ppt/slides/slide1683.xml" ContentType="application/vnd.openxmlformats-officedocument.presentationml.slide+xml"/>
  <Override PartName="/ppt/slides/slide1684.xml" ContentType="application/vnd.openxmlformats-officedocument.presentationml.slide+xml"/>
  <Override PartName="/ppt/slides/slide1685.xml" ContentType="application/vnd.openxmlformats-officedocument.presentationml.slide+xml"/>
  <Override PartName="/ppt/slides/slide1686.xml" ContentType="application/vnd.openxmlformats-officedocument.presentationml.slide+xml"/>
  <Override PartName="/ppt/slides/slide1687.xml" ContentType="application/vnd.openxmlformats-officedocument.presentationml.slide+xml"/>
  <Override PartName="/ppt/slides/slide1688.xml" ContentType="application/vnd.openxmlformats-officedocument.presentationml.slide+xml"/>
  <Override PartName="/ppt/slides/slide1689.xml" ContentType="application/vnd.openxmlformats-officedocument.presentationml.slide+xml"/>
  <Override PartName="/ppt/slides/slide1690.xml" ContentType="application/vnd.openxmlformats-officedocument.presentationml.slide+xml"/>
  <Override PartName="/ppt/slides/slide1691.xml" ContentType="application/vnd.openxmlformats-officedocument.presentationml.slide+xml"/>
  <Override PartName="/ppt/slides/slide1692.xml" ContentType="application/vnd.openxmlformats-officedocument.presentationml.slide+xml"/>
  <Override PartName="/ppt/slides/slide1693.xml" ContentType="application/vnd.openxmlformats-officedocument.presentationml.slide+xml"/>
  <Override PartName="/ppt/slides/slide1694.xml" ContentType="application/vnd.openxmlformats-officedocument.presentationml.slide+xml"/>
  <Override PartName="/ppt/slides/slide1695.xml" ContentType="application/vnd.openxmlformats-officedocument.presentationml.slide+xml"/>
  <Override PartName="/ppt/slides/slide1696.xml" ContentType="application/vnd.openxmlformats-officedocument.presentationml.slide+xml"/>
  <Override PartName="/ppt/slides/slide1697.xml" ContentType="application/vnd.openxmlformats-officedocument.presentationml.slide+xml"/>
  <Override PartName="/ppt/slides/slide1698.xml" ContentType="application/vnd.openxmlformats-officedocument.presentationml.slide+xml"/>
  <Override PartName="/ppt/slides/slide1699.xml" ContentType="application/vnd.openxmlformats-officedocument.presentationml.slide+xml"/>
  <Override PartName="/ppt/slides/slide1700.xml" ContentType="application/vnd.openxmlformats-officedocument.presentationml.slide+xml"/>
  <Override PartName="/ppt/slides/slide1701.xml" ContentType="application/vnd.openxmlformats-officedocument.presentationml.slide+xml"/>
  <Override PartName="/ppt/slides/slide1702.xml" ContentType="application/vnd.openxmlformats-officedocument.presentationml.slide+xml"/>
  <Override PartName="/ppt/slides/slide1703.xml" ContentType="application/vnd.openxmlformats-officedocument.presentationml.slide+xml"/>
  <Override PartName="/ppt/slides/slide1704.xml" ContentType="application/vnd.openxmlformats-officedocument.presentationml.slide+xml"/>
  <Override PartName="/ppt/slides/slide1705.xml" ContentType="application/vnd.openxmlformats-officedocument.presentationml.slide+xml"/>
  <Override PartName="/ppt/slides/slide1706.xml" ContentType="application/vnd.openxmlformats-officedocument.presentationml.slide+xml"/>
  <Override PartName="/ppt/slides/slide1707.xml" ContentType="application/vnd.openxmlformats-officedocument.presentationml.slide+xml"/>
  <Override PartName="/ppt/slides/slide1708.xml" ContentType="application/vnd.openxmlformats-officedocument.presentationml.slide+xml"/>
  <Override PartName="/ppt/slides/slide1709.xml" ContentType="application/vnd.openxmlformats-officedocument.presentationml.slide+xml"/>
  <Override PartName="/ppt/slides/slide1710.xml" ContentType="application/vnd.openxmlformats-officedocument.presentationml.slide+xml"/>
  <Override PartName="/ppt/slides/slide1711.xml" ContentType="application/vnd.openxmlformats-officedocument.presentationml.slide+xml"/>
  <Override PartName="/ppt/slides/slide1712.xml" ContentType="application/vnd.openxmlformats-officedocument.presentationml.slide+xml"/>
  <Override PartName="/ppt/slides/slide1713.xml" ContentType="application/vnd.openxmlformats-officedocument.presentationml.slide+xml"/>
  <Override PartName="/ppt/slides/slide1714.xml" ContentType="application/vnd.openxmlformats-officedocument.presentationml.slide+xml"/>
  <Override PartName="/ppt/slides/slide1715.xml" ContentType="application/vnd.openxmlformats-officedocument.presentationml.slide+xml"/>
  <Override PartName="/ppt/slides/slide1716.xml" ContentType="application/vnd.openxmlformats-officedocument.presentationml.slide+xml"/>
  <Override PartName="/ppt/slides/slide1717.xml" ContentType="application/vnd.openxmlformats-officedocument.presentationml.slide+xml"/>
  <Override PartName="/ppt/slides/slide1718.xml" ContentType="application/vnd.openxmlformats-officedocument.presentationml.slide+xml"/>
  <Override PartName="/ppt/slides/slide1719.xml" ContentType="application/vnd.openxmlformats-officedocument.presentationml.slide+xml"/>
  <Override PartName="/ppt/slides/slide1720.xml" ContentType="application/vnd.openxmlformats-officedocument.presentationml.slide+xml"/>
  <Override PartName="/ppt/slides/slide1721.xml" ContentType="application/vnd.openxmlformats-officedocument.presentationml.slide+xml"/>
  <Override PartName="/ppt/slides/slide1722.xml" ContentType="application/vnd.openxmlformats-officedocument.presentationml.slide+xml"/>
  <Override PartName="/ppt/slides/slide1723.xml" ContentType="application/vnd.openxmlformats-officedocument.presentationml.slide+xml"/>
  <Override PartName="/ppt/slides/slide1724.xml" ContentType="application/vnd.openxmlformats-officedocument.presentationml.slide+xml"/>
  <Override PartName="/ppt/slides/slide1725.xml" ContentType="application/vnd.openxmlformats-officedocument.presentationml.slide+xml"/>
  <Override PartName="/ppt/slides/slide1726.xml" ContentType="application/vnd.openxmlformats-officedocument.presentationml.slide+xml"/>
  <Override PartName="/ppt/slides/slide1727.xml" ContentType="application/vnd.openxmlformats-officedocument.presentationml.slide+xml"/>
  <Override PartName="/ppt/slides/slide1728.xml" ContentType="application/vnd.openxmlformats-officedocument.presentationml.slide+xml"/>
  <Override PartName="/ppt/slides/slide1729.xml" ContentType="application/vnd.openxmlformats-officedocument.presentationml.slide+xml"/>
  <Override PartName="/ppt/slides/slide1730.xml" ContentType="application/vnd.openxmlformats-officedocument.presentationml.slide+xml"/>
  <Override PartName="/ppt/slides/slide1731.xml" ContentType="application/vnd.openxmlformats-officedocument.presentationml.slide+xml"/>
  <Override PartName="/ppt/slides/slide1732.xml" ContentType="application/vnd.openxmlformats-officedocument.presentationml.slide+xml"/>
  <Override PartName="/ppt/slides/slide1733.xml" ContentType="application/vnd.openxmlformats-officedocument.presentationml.slide+xml"/>
  <Override PartName="/ppt/slides/slide1734.xml" ContentType="application/vnd.openxmlformats-officedocument.presentationml.slide+xml"/>
  <Override PartName="/ppt/slides/slide1735.xml" ContentType="application/vnd.openxmlformats-officedocument.presentationml.slide+xml"/>
  <Override PartName="/ppt/slides/slide1736.xml" ContentType="application/vnd.openxmlformats-officedocument.presentationml.slide+xml"/>
  <Override PartName="/ppt/slides/slide1737.xml" ContentType="application/vnd.openxmlformats-officedocument.presentationml.slide+xml"/>
  <Override PartName="/ppt/slides/slide1738.xml" ContentType="application/vnd.openxmlformats-officedocument.presentationml.slide+xml"/>
  <Override PartName="/ppt/slides/slide1739.xml" ContentType="application/vnd.openxmlformats-officedocument.presentationml.slide+xml"/>
  <Override PartName="/ppt/slides/slide1740.xml" ContentType="application/vnd.openxmlformats-officedocument.presentationml.slide+xml"/>
  <Override PartName="/ppt/slides/slide1741.xml" ContentType="application/vnd.openxmlformats-officedocument.presentationml.slide+xml"/>
  <Override PartName="/ppt/slides/slide1742.xml" ContentType="application/vnd.openxmlformats-officedocument.presentationml.slide+xml"/>
  <Override PartName="/ppt/slides/slide1743.xml" ContentType="application/vnd.openxmlformats-officedocument.presentationml.slide+xml"/>
  <Override PartName="/ppt/slides/slide1744.xml" ContentType="application/vnd.openxmlformats-officedocument.presentationml.slide+xml"/>
  <Override PartName="/ppt/slides/slide1745.xml" ContentType="application/vnd.openxmlformats-officedocument.presentationml.slide+xml"/>
  <Override PartName="/ppt/slides/slide1746.xml" ContentType="application/vnd.openxmlformats-officedocument.presentationml.slide+xml"/>
  <Override PartName="/ppt/slides/slide1747.xml" ContentType="application/vnd.openxmlformats-officedocument.presentationml.slide+xml"/>
  <Override PartName="/ppt/slides/slide1748.xml" ContentType="application/vnd.openxmlformats-officedocument.presentationml.slide+xml"/>
  <Override PartName="/ppt/slides/slide1749.xml" ContentType="application/vnd.openxmlformats-officedocument.presentationml.slide+xml"/>
  <Override PartName="/ppt/slides/slide1750.xml" ContentType="application/vnd.openxmlformats-officedocument.presentationml.slide+xml"/>
  <Override PartName="/ppt/slides/slide1751.xml" ContentType="application/vnd.openxmlformats-officedocument.presentationml.slide+xml"/>
  <Override PartName="/ppt/slides/slide1752.xml" ContentType="application/vnd.openxmlformats-officedocument.presentationml.slide+xml"/>
  <Override PartName="/ppt/slides/slide1753.xml" ContentType="application/vnd.openxmlformats-officedocument.presentationml.slide+xml"/>
  <Override PartName="/ppt/slides/slide1754.xml" ContentType="application/vnd.openxmlformats-officedocument.presentationml.slide+xml"/>
  <Override PartName="/ppt/slides/slide1755.xml" ContentType="application/vnd.openxmlformats-officedocument.presentationml.slide+xml"/>
  <Override PartName="/ppt/slides/slide1756.xml" ContentType="application/vnd.openxmlformats-officedocument.presentationml.slide+xml"/>
  <Override PartName="/ppt/slides/slide1757.xml" ContentType="application/vnd.openxmlformats-officedocument.presentationml.slide+xml"/>
  <Override PartName="/ppt/slides/slide1758.xml" ContentType="application/vnd.openxmlformats-officedocument.presentationml.slide+xml"/>
  <Override PartName="/ppt/slides/slide1759.xml" ContentType="application/vnd.openxmlformats-officedocument.presentationml.slide+xml"/>
  <Override PartName="/ppt/slides/slide1760.xml" ContentType="application/vnd.openxmlformats-officedocument.presentationml.slide+xml"/>
  <Override PartName="/ppt/slides/slide1761.xml" ContentType="application/vnd.openxmlformats-officedocument.presentationml.slide+xml"/>
  <Override PartName="/ppt/slides/slide1762.xml" ContentType="application/vnd.openxmlformats-officedocument.presentationml.slide+xml"/>
  <Override PartName="/ppt/slides/slide1763.xml" ContentType="application/vnd.openxmlformats-officedocument.presentationml.slide+xml"/>
  <Override PartName="/ppt/slides/slide1764.xml" ContentType="application/vnd.openxmlformats-officedocument.presentationml.slide+xml"/>
  <Override PartName="/ppt/slides/slide1765.xml" ContentType="application/vnd.openxmlformats-officedocument.presentationml.slide+xml"/>
  <Override PartName="/ppt/slides/slide1766.xml" ContentType="application/vnd.openxmlformats-officedocument.presentationml.slide+xml"/>
  <Override PartName="/ppt/slides/slide1767.xml" ContentType="application/vnd.openxmlformats-officedocument.presentationml.slide+xml"/>
  <Override PartName="/ppt/slides/slide1768.xml" ContentType="application/vnd.openxmlformats-officedocument.presentationml.slide+xml"/>
  <Override PartName="/ppt/slides/slide1769.xml" ContentType="application/vnd.openxmlformats-officedocument.presentationml.slide+xml"/>
  <Override PartName="/ppt/slides/slide1770.xml" ContentType="application/vnd.openxmlformats-officedocument.presentationml.slide+xml"/>
  <Override PartName="/ppt/slides/slide1771.xml" ContentType="application/vnd.openxmlformats-officedocument.presentationml.slide+xml"/>
  <Override PartName="/ppt/slides/slide1772.xml" ContentType="application/vnd.openxmlformats-officedocument.presentationml.slide+xml"/>
  <Override PartName="/ppt/slides/slide1773.xml" ContentType="application/vnd.openxmlformats-officedocument.presentationml.slide+xml"/>
  <Override PartName="/ppt/slides/slide1774.xml" ContentType="application/vnd.openxmlformats-officedocument.presentationml.slide+xml"/>
  <Override PartName="/ppt/slides/slide1775.xml" ContentType="application/vnd.openxmlformats-officedocument.presentationml.slide+xml"/>
  <Override PartName="/ppt/slides/slide1776.xml" ContentType="application/vnd.openxmlformats-officedocument.presentationml.slide+xml"/>
  <Override PartName="/ppt/slides/slide1777.xml" ContentType="application/vnd.openxmlformats-officedocument.presentationml.slide+xml"/>
  <Override PartName="/ppt/slides/slide1778.xml" ContentType="application/vnd.openxmlformats-officedocument.presentationml.slide+xml"/>
  <Override PartName="/ppt/slides/slide1779.xml" ContentType="application/vnd.openxmlformats-officedocument.presentationml.slide+xml"/>
  <Override PartName="/ppt/slides/slide1780.xml" ContentType="application/vnd.openxmlformats-officedocument.presentationml.slide+xml"/>
  <Override PartName="/ppt/slides/slide1781.xml" ContentType="application/vnd.openxmlformats-officedocument.presentationml.slide+xml"/>
  <Override PartName="/ppt/slides/slide1782.xml" ContentType="application/vnd.openxmlformats-officedocument.presentationml.slide+xml"/>
  <Override PartName="/ppt/slides/slide1783.xml" ContentType="application/vnd.openxmlformats-officedocument.presentationml.slide+xml"/>
  <Override PartName="/ppt/slides/slide1784.xml" ContentType="application/vnd.openxmlformats-officedocument.presentationml.slide+xml"/>
  <Override PartName="/ppt/slides/slide1785.xml" ContentType="application/vnd.openxmlformats-officedocument.presentationml.slide+xml"/>
  <Override PartName="/ppt/slides/slide1786.xml" ContentType="application/vnd.openxmlformats-officedocument.presentationml.slide+xml"/>
  <Override PartName="/ppt/slides/slide1787.xml" ContentType="application/vnd.openxmlformats-officedocument.presentationml.slide+xml"/>
  <Override PartName="/ppt/slides/slide1788.xml" ContentType="application/vnd.openxmlformats-officedocument.presentationml.slide+xml"/>
  <Override PartName="/ppt/slides/slide1789.xml" ContentType="application/vnd.openxmlformats-officedocument.presentationml.slide+xml"/>
  <Override PartName="/ppt/slides/slide1790.xml" ContentType="application/vnd.openxmlformats-officedocument.presentationml.slide+xml"/>
  <Override PartName="/ppt/slides/slide1791.xml" ContentType="application/vnd.openxmlformats-officedocument.presentationml.slide+xml"/>
  <Override PartName="/ppt/slides/slide1792.xml" ContentType="application/vnd.openxmlformats-officedocument.presentationml.slide+xml"/>
  <Override PartName="/ppt/slides/slide1793.xml" ContentType="application/vnd.openxmlformats-officedocument.presentationml.slide+xml"/>
  <Override PartName="/ppt/slides/slide1794.xml" ContentType="application/vnd.openxmlformats-officedocument.presentationml.slide+xml"/>
  <Override PartName="/ppt/slides/slide1795.xml" ContentType="application/vnd.openxmlformats-officedocument.presentationml.slide+xml"/>
  <Override PartName="/ppt/slides/slide1796.xml" ContentType="application/vnd.openxmlformats-officedocument.presentationml.slide+xml"/>
  <Override PartName="/ppt/slides/slide1797.xml" ContentType="application/vnd.openxmlformats-officedocument.presentationml.slide+xml"/>
  <Override PartName="/ppt/slides/slide1798.xml" ContentType="application/vnd.openxmlformats-officedocument.presentationml.slide+xml"/>
  <Override PartName="/ppt/slides/slide1799.xml" ContentType="application/vnd.openxmlformats-officedocument.presentationml.slide+xml"/>
  <Override PartName="/ppt/slides/slide1800.xml" ContentType="application/vnd.openxmlformats-officedocument.presentationml.slide+xml"/>
  <Override PartName="/ppt/slides/slide1801.xml" ContentType="application/vnd.openxmlformats-officedocument.presentationml.slide+xml"/>
  <Override PartName="/ppt/slides/slide1802.xml" ContentType="application/vnd.openxmlformats-officedocument.presentationml.slide+xml"/>
  <Override PartName="/ppt/slides/slide1803.xml" ContentType="application/vnd.openxmlformats-officedocument.presentationml.slide+xml"/>
  <Override PartName="/ppt/slides/slide1804.xml" ContentType="application/vnd.openxmlformats-officedocument.presentationml.slide+xml"/>
  <Override PartName="/ppt/slides/slide180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media/image1.jpeg" ContentType="image/jpeg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485" r:id="rId237"/>
    <p:sldId id="486" r:id="rId238"/>
    <p:sldId id="487" r:id="rId239"/>
    <p:sldId id="488" r:id="rId240"/>
    <p:sldId id="489" r:id="rId241"/>
    <p:sldId id="490" r:id="rId242"/>
    <p:sldId id="491" r:id="rId243"/>
    <p:sldId id="492" r:id="rId244"/>
    <p:sldId id="493" r:id="rId245"/>
    <p:sldId id="494" r:id="rId246"/>
    <p:sldId id="495" r:id="rId247"/>
    <p:sldId id="496" r:id="rId248"/>
    <p:sldId id="497" r:id="rId249"/>
    <p:sldId id="498" r:id="rId250"/>
    <p:sldId id="499" r:id="rId251"/>
    <p:sldId id="500" r:id="rId252"/>
    <p:sldId id="501" r:id="rId253"/>
    <p:sldId id="502" r:id="rId254"/>
    <p:sldId id="503" r:id="rId255"/>
    <p:sldId id="504" r:id="rId256"/>
    <p:sldId id="505" r:id="rId257"/>
    <p:sldId id="506" r:id="rId258"/>
    <p:sldId id="507" r:id="rId259"/>
    <p:sldId id="508" r:id="rId260"/>
    <p:sldId id="509" r:id="rId261"/>
    <p:sldId id="510" r:id="rId262"/>
    <p:sldId id="511" r:id="rId263"/>
    <p:sldId id="512" r:id="rId264"/>
    <p:sldId id="513" r:id="rId265"/>
    <p:sldId id="514" r:id="rId266"/>
    <p:sldId id="515" r:id="rId267"/>
    <p:sldId id="516" r:id="rId268"/>
    <p:sldId id="517" r:id="rId269"/>
    <p:sldId id="518" r:id="rId270"/>
    <p:sldId id="519" r:id="rId271"/>
    <p:sldId id="520" r:id="rId272"/>
    <p:sldId id="521" r:id="rId273"/>
    <p:sldId id="522" r:id="rId274"/>
    <p:sldId id="523" r:id="rId275"/>
    <p:sldId id="524" r:id="rId276"/>
    <p:sldId id="525" r:id="rId277"/>
    <p:sldId id="526" r:id="rId278"/>
    <p:sldId id="527" r:id="rId279"/>
    <p:sldId id="528" r:id="rId280"/>
    <p:sldId id="529" r:id="rId281"/>
    <p:sldId id="530" r:id="rId282"/>
    <p:sldId id="531" r:id="rId283"/>
    <p:sldId id="532" r:id="rId284"/>
    <p:sldId id="533" r:id="rId285"/>
    <p:sldId id="534" r:id="rId286"/>
    <p:sldId id="535" r:id="rId287"/>
    <p:sldId id="536" r:id="rId288"/>
    <p:sldId id="537" r:id="rId289"/>
    <p:sldId id="538" r:id="rId290"/>
    <p:sldId id="539" r:id="rId291"/>
    <p:sldId id="540" r:id="rId292"/>
    <p:sldId id="541" r:id="rId293"/>
    <p:sldId id="542" r:id="rId294"/>
    <p:sldId id="543" r:id="rId295"/>
    <p:sldId id="544" r:id="rId296"/>
    <p:sldId id="545" r:id="rId297"/>
    <p:sldId id="546" r:id="rId298"/>
    <p:sldId id="547" r:id="rId299"/>
    <p:sldId id="548" r:id="rId300"/>
    <p:sldId id="549" r:id="rId301"/>
    <p:sldId id="550" r:id="rId302"/>
    <p:sldId id="551" r:id="rId303"/>
    <p:sldId id="552" r:id="rId304"/>
    <p:sldId id="553" r:id="rId305"/>
    <p:sldId id="554" r:id="rId306"/>
    <p:sldId id="555" r:id="rId307"/>
    <p:sldId id="556" r:id="rId308"/>
    <p:sldId id="557" r:id="rId309"/>
    <p:sldId id="558" r:id="rId310"/>
    <p:sldId id="559" r:id="rId311"/>
    <p:sldId id="560" r:id="rId312"/>
    <p:sldId id="561" r:id="rId313"/>
    <p:sldId id="562" r:id="rId314"/>
    <p:sldId id="563" r:id="rId315"/>
    <p:sldId id="564" r:id="rId316"/>
    <p:sldId id="565" r:id="rId317"/>
    <p:sldId id="566" r:id="rId318"/>
    <p:sldId id="567" r:id="rId319"/>
    <p:sldId id="568" r:id="rId320"/>
    <p:sldId id="569" r:id="rId321"/>
    <p:sldId id="570" r:id="rId322"/>
    <p:sldId id="571" r:id="rId323"/>
    <p:sldId id="572" r:id="rId324"/>
    <p:sldId id="573" r:id="rId325"/>
    <p:sldId id="574" r:id="rId326"/>
    <p:sldId id="575" r:id="rId327"/>
    <p:sldId id="576" r:id="rId328"/>
    <p:sldId id="577" r:id="rId329"/>
    <p:sldId id="578" r:id="rId330"/>
    <p:sldId id="579" r:id="rId331"/>
    <p:sldId id="580" r:id="rId332"/>
    <p:sldId id="581" r:id="rId333"/>
    <p:sldId id="582" r:id="rId334"/>
    <p:sldId id="583" r:id="rId335"/>
    <p:sldId id="584" r:id="rId336"/>
    <p:sldId id="585" r:id="rId337"/>
    <p:sldId id="586" r:id="rId338"/>
    <p:sldId id="587" r:id="rId339"/>
    <p:sldId id="588" r:id="rId340"/>
    <p:sldId id="589" r:id="rId341"/>
    <p:sldId id="590" r:id="rId342"/>
    <p:sldId id="591" r:id="rId343"/>
    <p:sldId id="592" r:id="rId344"/>
    <p:sldId id="593" r:id="rId345"/>
    <p:sldId id="594" r:id="rId346"/>
    <p:sldId id="595" r:id="rId347"/>
    <p:sldId id="596" r:id="rId348"/>
    <p:sldId id="597" r:id="rId349"/>
    <p:sldId id="598" r:id="rId350"/>
    <p:sldId id="599" r:id="rId351"/>
    <p:sldId id="600" r:id="rId352"/>
    <p:sldId id="601" r:id="rId353"/>
    <p:sldId id="602" r:id="rId354"/>
    <p:sldId id="603" r:id="rId355"/>
    <p:sldId id="604" r:id="rId356"/>
    <p:sldId id="605" r:id="rId357"/>
    <p:sldId id="606" r:id="rId358"/>
    <p:sldId id="607" r:id="rId359"/>
    <p:sldId id="608" r:id="rId360"/>
    <p:sldId id="609" r:id="rId361"/>
    <p:sldId id="610" r:id="rId362"/>
    <p:sldId id="611" r:id="rId363"/>
    <p:sldId id="612" r:id="rId364"/>
    <p:sldId id="613" r:id="rId365"/>
    <p:sldId id="614" r:id="rId366"/>
    <p:sldId id="615" r:id="rId367"/>
    <p:sldId id="616" r:id="rId368"/>
    <p:sldId id="617" r:id="rId369"/>
    <p:sldId id="618" r:id="rId370"/>
    <p:sldId id="619" r:id="rId371"/>
    <p:sldId id="620" r:id="rId372"/>
    <p:sldId id="621" r:id="rId373"/>
    <p:sldId id="622" r:id="rId374"/>
    <p:sldId id="623" r:id="rId375"/>
    <p:sldId id="624" r:id="rId376"/>
    <p:sldId id="625" r:id="rId377"/>
    <p:sldId id="626" r:id="rId378"/>
    <p:sldId id="627" r:id="rId379"/>
    <p:sldId id="628" r:id="rId380"/>
    <p:sldId id="629" r:id="rId381"/>
    <p:sldId id="630" r:id="rId382"/>
    <p:sldId id="631" r:id="rId383"/>
    <p:sldId id="632" r:id="rId384"/>
    <p:sldId id="633" r:id="rId385"/>
    <p:sldId id="634" r:id="rId386"/>
    <p:sldId id="635" r:id="rId387"/>
    <p:sldId id="636" r:id="rId388"/>
    <p:sldId id="637" r:id="rId389"/>
    <p:sldId id="638" r:id="rId390"/>
    <p:sldId id="639" r:id="rId391"/>
    <p:sldId id="640" r:id="rId392"/>
    <p:sldId id="641" r:id="rId393"/>
    <p:sldId id="642" r:id="rId394"/>
    <p:sldId id="643" r:id="rId395"/>
    <p:sldId id="644" r:id="rId396"/>
    <p:sldId id="645" r:id="rId397"/>
    <p:sldId id="646" r:id="rId398"/>
    <p:sldId id="647" r:id="rId399"/>
    <p:sldId id="648" r:id="rId400"/>
    <p:sldId id="649" r:id="rId401"/>
    <p:sldId id="650" r:id="rId402"/>
    <p:sldId id="651" r:id="rId403"/>
    <p:sldId id="652" r:id="rId404"/>
    <p:sldId id="653" r:id="rId405"/>
    <p:sldId id="654" r:id="rId406"/>
    <p:sldId id="655" r:id="rId407"/>
    <p:sldId id="656" r:id="rId408"/>
    <p:sldId id="657" r:id="rId409"/>
    <p:sldId id="658" r:id="rId410"/>
    <p:sldId id="659" r:id="rId411"/>
    <p:sldId id="660" r:id="rId412"/>
    <p:sldId id="661" r:id="rId413"/>
    <p:sldId id="662" r:id="rId414"/>
    <p:sldId id="663" r:id="rId415"/>
    <p:sldId id="664" r:id="rId416"/>
    <p:sldId id="665" r:id="rId417"/>
    <p:sldId id="666" r:id="rId418"/>
    <p:sldId id="667" r:id="rId419"/>
    <p:sldId id="668" r:id="rId420"/>
    <p:sldId id="669" r:id="rId421"/>
    <p:sldId id="670" r:id="rId422"/>
    <p:sldId id="671" r:id="rId423"/>
    <p:sldId id="672" r:id="rId424"/>
    <p:sldId id="673" r:id="rId425"/>
    <p:sldId id="674" r:id="rId426"/>
    <p:sldId id="675" r:id="rId427"/>
    <p:sldId id="676" r:id="rId428"/>
    <p:sldId id="677" r:id="rId429"/>
    <p:sldId id="678" r:id="rId430"/>
    <p:sldId id="679" r:id="rId431"/>
    <p:sldId id="680" r:id="rId432"/>
    <p:sldId id="681" r:id="rId433"/>
    <p:sldId id="682" r:id="rId434"/>
    <p:sldId id="683" r:id="rId435"/>
    <p:sldId id="684" r:id="rId436"/>
    <p:sldId id="685" r:id="rId437"/>
    <p:sldId id="686" r:id="rId438"/>
    <p:sldId id="687" r:id="rId439"/>
    <p:sldId id="688" r:id="rId440"/>
    <p:sldId id="689" r:id="rId441"/>
    <p:sldId id="690" r:id="rId442"/>
    <p:sldId id="691" r:id="rId443"/>
    <p:sldId id="692" r:id="rId444"/>
    <p:sldId id="693" r:id="rId445"/>
    <p:sldId id="694" r:id="rId446"/>
    <p:sldId id="695" r:id="rId447"/>
    <p:sldId id="696" r:id="rId448"/>
    <p:sldId id="697" r:id="rId449"/>
    <p:sldId id="698" r:id="rId450"/>
    <p:sldId id="699" r:id="rId451"/>
    <p:sldId id="700" r:id="rId452"/>
    <p:sldId id="701" r:id="rId453"/>
    <p:sldId id="702" r:id="rId454"/>
    <p:sldId id="703" r:id="rId455"/>
    <p:sldId id="704" r:id="rId456"/>
    <p:sldId id="705" r:id="rId457"/>
    <p:sldId id="706" r:id="rId458"/>
    <p:sldId id="707" r:id="rId459"/>
    <p:sldId id="708" r:id="rId460"/>
    <p:sldId id="709" r:id="rId461"/>
    <p:sldId id="710" r:id="rId462"/>
    <p:sldId id="711" r:id="rId463"/>
    <p:sldId id="712" r:id="rId464"/>
    <p:sldId id="713" r:id="rId465"/>
    <p:sldId id="714" r:id="rId466"/>
    <p:sldId id="715" r:id="rId467"/>
    <p:sldId id="716" r:id="rId468"/>
    <p:sldId id="717" r:id="rId469"/>
    <p:sldId id="718" r:id="rId470"/>
    <p:sldId id="719" r:id="rId471"/>
    <p:sldId id="720" r:id="rId472"/>
    <p:sldId id="721" r:id="rId473"/>
    <p:sldId id="722" r:id="rId474"/>
    <p:sldId id="723" r:id="rId475"/>
    <p:sldId id="724" r:id="rId476"/>
    <p:sldId id="725" r:id="rId477"/>
    <p:sldId id="726" r:id="rId478"/>
    <p:sldId id="727" r:id="rId479"/>
    <p:sldId id="728" r:id="rId480"/>
    <p:sldId id="729" r:id="rId481"/>
    <p:sldId id="730" r:id="rId482"/>
    <p:sldId id="731" r:id="rId483"/>
    <p:sldId id="732" r:id="rId484"/>
    <p:sldId id="733" r:id="rId485"/>
    <p:sldId id="734" r:id="rId486"/>
    <p:sldId id="735" r:id="rId487"/>
    <p:sldId id="736" r:id="rId488"/>
    <p:sldId id="737" r:id="rId489"/>
    <p:sldId id="738" r:id="rId490"/>
    <p:sldId id="739" r:id="rId491"/>
    <p:sldId id="740" r:id="rId492"/>
    <p:sldId id="741" r:id="rId493"/>
    <p:sldId id="742" r:id="rId494"/>
    <p:sldId id="743" r:id="rId495"/>
    <p:sldId id="744" r:id="rId496"/>
    <p:sldId id="745" r:id="rId497"/>
    <p:sldId id="746" r:id="rId498"/>
    <p:sldId id="747" r:id="rId499"/>
    <p:sldId id="748" r:id="rId500"/>
    <p:sldId id="749" r:id="rId501"/>
    <p:sldId id="750" r:id="rId502"/>
    <p:sldId id="751" r:id="rId503"/>
    <p:sldId id="752" r:id="rId504"/>
    <p:sldId id="753" r:id="rId505"/>
    <p:sldId id="754" r:id="rId506"/>
    <p:sldId id="755" r:id="rId507"/>
    <p:sldId id="756" r:id="rId508"/>
    <p:sldId id="757" r:id="rId509"/>
    <p:sldId id="758" r:id="rId510"/>
    <p:sldId id="759" r:id="rId511"/>
    <p:sldId id="760" r:id="rId512"/>
    <p:sldId id="761" r:id="rId513"/>
    <p:sldId id="762" r:id="rId514"/>
    <p:sldId id="763" r:id="rId515"/>
    <p:sldId id="764" r:id="rId516"/>
    <p:sldId id="765" r:id="rId517"/>
    <p:sldId id="766" r:id="rId518"/>
    <p:sldId id="767" r:id="rId519"/>
    <p:sldId id="768" r:id="rId520"/>
    <p:sldId id="769" r:id="rId521"/>
    <p:sldId id="770" r:id="rId522"/>
    <p:sldId id="771" r:id="rId523"/>
    <p:sldId id="772" r:id="rId524"/>
    <p:sldId id="773" r:id="rId525"/>
    <p:sldId id="774" r:id="rId526"/>
    <p:sldId id="775" r:id="rId527"/>
    <p:sldId id="776" r:id="rId528"/>
    <p:sldId id="777" r:id="rId529"/>
    <p:sldId id="778" r:id="rId530"/>
    <p:sldId id="779" r:id="rId531"/>
    <p:sldId id="780" r:id="rId532"/>
    <p:sldId id="781" r:id="rId533"/>
    <p:sldId id="782" r:id="rId534"/>
    <p:sldId id="783" r:id="rId535"/>
    <p:sldId id="784" r:id="rId536"/>
    <p:sldId id="785" r:id="rId537"/>
    <p:sldId id="786" r:id="rId538"/>
    <p:sldId id="787" r:id="rId539"/>
    <p:sldId id="788" r:id="rId540"/>
    <p:sldId id="789" r:id="rId541"/>
    <p:sldId id="790" r:id="rId542"/>
    <p:sldId id="791" r:id="rId543"/>
    <p:sldId id="792" r:id="rId544"/>
    <p:sldId id="793" r:id="rId545"/>
    <p:sldId id="794" r:id="rId546"/>
    <p:sldId id="795" r:id="rId547"/>
    <p:sldId id="796" r:id="rId548"/>
    <p:sldId id="797" r:id="rId549"/>
    <p:sldId id="798" r:id="rId550"/>
    <p:sldId id="799" r:id="rId551"/>
    <p:sldId id="800" r:id="rId552"/>
    <p:sldId id="801" r:id="rId553"/>
    <p:sldId id="802" r:id="rId554"/>
    <p:sldId id="803" r:id="rId555"/>
    <p:sldId id="804" r:id="rId556"/>
    <p:sldId id="805" r:id="rId557"/>
    <p:sldId id="806" r:id="rId558"/>
    <p:sldId id="807" r:id="rId559"/>
    <p:sldId id="808" r:id="rId560"/>
    <p:sldId id="809" r:id="rId561"/>
    <p:sldId id="810" r:id="rId562"/>
    <p:sldId id="811" r:id="rId563"/>
    <p:sldId id="812" r:id="rId564"/>
    <p:sldId id="813" r:id="rId565"/>
    <p:sldId id="814" r:id="rId566"/>
    <p:sldId id="815" r:id="rId567"/>
    <p:sldId id="816" r:id="rId568"/>
    <p:sldId id="817" r:id="rId569"/>
    <p:sldId id="818" r:id="rId570"/>
    <p:sldId id="819" r:id="rId571"/>
    <p:sldId id="820" r:id="rId572"/>
    <p:sldId id="821" r:id="rId573"/>
    <p:sldId id="822" r:id="rId574"/>
    <p:sldId id="823" r:id="rId575"/>
    <p:sldId id="824" r:id="rId576"/>
    <p:sldId id="825" r:id="rId577"/>
    <p:sldId id="826" r:id="rId578"/>
    <p:sldId id="827" r:id="rId579"/>
    <p:sldId id="828" r:id="rId580"/>
    <p:sldId id="829" r:id="rId581"/>
    <p:sldId id="830" r:id="rId582"/>
    <p:sldId id="831" r:id="rId583"/>
    <p:sldId id="832" r:id="rId584"/>
    <p:sldId id="833" r:id="rId585"/>
    <p:sldId id="834" r:id="rId586"/>
    <p:sldId id="835" r:id="rId587"/>
    <p:sldId id="836" r:id="rId588"/>
    <p:sldId id="837" r:id="rId589"/>
    <p:sldId id="838" r:id="rId590"/>
    <p:sldId id="839" r:id="rId591"/>
    <p:sldId id="840" r:id="rId592"/>
    <p:sldId id="841" r:id="rId593"/>
    <p:sldId id="842" r:id="rId594"/>
    <p:sldId id="843" r:id="rId595"/>
    <p:sldId id="844" r:id="rId596"/>
    <p:sldId id="845" r:id="rId597"/>
    <p:sldId id="846" r:id="rId598"/>
    <p:sldId id="847" r:id="rId599"/>
    <p:sldId id="848" r:id="rId600"/>
    <p:sldId id="849" r:id="rId601"/>
    <p:sldId id="850" r:id="rId602"/>
    <p:sldId id="851" r:id="rId603"/>
    <p:sldId id="852" r:id="rId604"/>
    <p:sldId id="853" r:id="rId605"/>
    <p:sldId id="854" r:id="rId606"/>
    <p:sldId id="855" r:id="rId607"/>
    <p:sldId id="856" r:id="rId608"/>
    <p:sldId id="857" r:id="rId609"/>
    <p:sldId id="858" r:id="rId610"/>
    <p:sldId id="859" r:id="rId611"/>
    <p:sldId id="860" r:id="rId612"/>
    <p:sldId id="861" r:id="rId613"/>
    <p:sldId id="862" r:id="rId614"/>
    <p:sldId id="863" r:id="rId615"/>
    <p:sldId id="864" r:id="rId616"/>
    <p:sldId id="865" r:id="rId617"/>
    <p:sldId id="866" r:id="rId618"/>
    <p:sldId id="867" r:id="rId619"/>
    <p:sldId id="868" r:id="rId620"/>
    <p:sldId id="869" r:id="rId621"/>
    <p:sldId id="870" r:id="rId622"/>
    <p:sldId id="871" r:id="rId623"/>
    <p:sldId id="872" r:id="rId624"/>
    <p:sldId id="873" r:id="rId625"/>
    <p:sldId id="874" r:id="rId626"/>
    <p:sldId id="875" r:id="rId627"/>
    <p:sldId id="876" r:id="rId628"/>
    <p:sldId id="877" r:id="rId629"/>
    <p:sldId id="878" r:id="rId630"/>
    <p:sldId id="879" r:id="rId631"/>
    <p:sldId id="880" r:id="rId632"/>
    <p:sldId id="881" r:id="rId633"/>
    <p:sldId id="882" r:id="rId634"/>
    <p:sldId id="883" r:id="rId635"/>
    <p:sldId id="884" r:id="rId636"/>
    <p:sldId id="885" r:id="rId637"/>
    <p:sldId id="886" r:id="rId638"/>
    <p:sldId id="887" r:id="rId639"/>
    <p:sldId id="888" r:id="rId640"/>
    <p:sldId id="889" r:id="rId641"/>
    <p:sldId id="890" r:id="rId642"/>
    <p:sldId id="891" r:id="rId643"/>
    <p:sldId id="892" r:id="rId644"/>
    <p:sldId id="893" r:id="rId645"/>
    <p:sldId id="894" r:id="rId646"/>
    <p:sldId id="895" r:id="rId647"/>
    <p:sldId id="896" r:id="rId648"/>
    <p:sldId id="897" r:id="rId649"/>
    <p:sldId id="898" r:id="rId650"/>
    <p:sldId id="899" r:id="rId651"/>
    <p:sldId id="900" r:id="rId652"/>
    <p:sldId id="901" r:id="rId653"/>
    <p:sldId id="902" r:id="rId654"/>
    <p:sldId id="903" r:id="rId655"/>
    <p:sldId id="904" r:id="rId656"/>
    <p:sldId id="905" r:id="rId657"/>
    <p:sldId id="906" r:id="rId658"/>
    <p:sldId id="907" r:id="rId659"/>
    <p:sldId id="908" r:id="rId660"/>
    <p:sldId id="909" r:id="rId661"/>
    <p:sldId id="910" r:id="rId662"/>
    <p:sldId id="911" r:id="rId663"/>
    <p:sldId id="912" r:id="rId664"/>
    <p:sldId id="913" r:id="rId665"/>
    <p:sldId id="914" r:id="rId666"/>
    <p:sldId id="915" r:id="rId667"/>
    <p:sldId id="916" r:id="rId668"/>
    <p:sldId id="917" r:id="rId669"/>
    <p:sldId id="918" r:id="rId670"/>
    <p:sldId id="919" r:id="rId671"/>
    <p:sldId id="920" r:id="rId672"/>
    <p:sldId id="921" r:id="rId673"/>
    <p:sldId id="922" r:id="rId674"/>
    <p:sldId id="923" r:id="rId675"/>
    <p:sldId id="924" r:id="rId676"/>
    <p:sldId id="925" r:id="rId677"/>
    <p:sldId id="926" r:id="rId678"/>
    <p:sldId id="927" r:id="rId679"/>
    <p:sldId id="928" r:id="rId680"/>
    <p:sldId id="929" r:id="rId681"/>
    <p:sldId id="930" r:id="rId682"/>
    <p:sldId id="931" r:id="rId683"/>
    <p:sldId id="932" r:id="rId684"/>
    <p:sldId id="933" r:id="rId685"/>
    <p:sldId id="934" r:id="rId686"/>
    <p:sldId id="935" r:id="rId687"/>
    <p:sldId id="936" r:id="rId688"/>
    <p:sldId id="937" r:id="rId689"/>
    <p:sldId id="938" r:id="rId690"/>
    <p:sldId id="939" r:id="rId691"/>
    <p:sldId id="940" r:id="rId692"/>
    <p:sldId id="941" r:id="rId693"/>
    <p:sldId id="942" r:id="rId694"/>
    <p:sldId id="943" r:id="rId695"/>
    <p:sldId id="944" r:id="rId696"/>
    <p:sldId id="945" r:id="rId697"/>
    <p:sldId id="946" r:id="rId698"/>
    <p:sldId id="947" r:id="rId699"/>
    <p:sldId id="948" r:id="rId700"/>
    <p:sldId id="949" r:id="rId701"/>
    <p:sldId id="950" r:id="rId702"/>
    <p:sldId id="951" r:id="rId703"/>
    <p:sldId id="952" r:id="rId704"/>
    <p:sldId id="953" r:id="rId705"/>
    <p:sldId id="954" r:id="rId706"/>
    <p:sldId id="955" r:id="rId707"/>
    <p:sldId id="956" r:id="rId708"/>
    <p:sldId id="957" r:id="rId709"/>
    <p:sldId id="958" r:id="rId710"/>
    <p:sldId id="959" r:id="rId711"/>
    <p:sldId id="960" r:id="rId712"/>
    <p:sldId id="961" r:id="rId713"/>
    <p:sldId id="962" r:id="rId714"/>
    <p:sldId id="963" r:id="rId715"/>
    <p:sldId id="964" r:id="rId716"/>
    <p:sldId id="965" r:id="rId717"/>
    <p:sldId id="966" r:id="rId718"/>
    <p:sldId id="967" r:id="rId719"/>
    <p:sldId id="968" r:id="rId720"/>
    <p:sldId id="969" r:id="rId721"/>
    <p:sldId id="970" r:id="rId722"/>
    <p:sldId id="971" r:id="rId723"/>
    <p:sldId id="972" r:id="rId724"/>
    <p:sldId id="973" r:id="rId725"/>
    <p:sldId id="974" r:id="rId726"/>
    <p:sldId id="975" r:id="rId727"/>
    <p:sldId id="976" r:id="rId728"/>
    <p:sldId id="977" r:id="rId729"/>
    <p:sldId id="978" r:id="rId730"/>
    <p:sldId id="979" r:id="rId731"/>
    <p:sldId id="980" r:id="rId732"/>
    <p:sldId id="981" r:id="rId733"/>
    <p:sldId id="982" r:id="rId734"/>
    <p:sldId id="983" r:id="rId735"/>
    <p:sldId id="984" r:id="rId736"/>
    <p:sldId id="985" r:id="rId737"/>
    <p:sldId id="986" r:id="rId738"/>
    <p:sldId id="987" r:id="rId739"/>
    <p:sldId id="988" r:id="rId740"/>
    <p:sldId id="989" r:id="rId741"/>
    <p:sldId id="990" r:id="rId742"/>
    <p:sldId id="991" r:id="rId743"/>
    <p:sldId id="992" r:id="rId744"/>
    <p:sldId id="993" r:id="rId745"/>
    <p:sldId id="994" r:id="rId746"/>
    <p:sldId id="995" r:id="rId747"/>
    <p:sldId id="996" r:id="rId748"/>
    <p:sldId id="997" r:id="rId749"/>
    <p:sldId id="998" r:id="rId750"/>
    <p:sldId id="999" r:id="rId751"/>
    <p:sldId id="1000" r:id="rId752"/>
    <p:sldId id="1001" r:id="rId753"/>
    <p:sldId id="1002" r:id="rId754"/>
    <p:sldId id="1003" r:id="rId755"/>
    <p:sldId id="1004" r:id="rId756"/>
    <p:sldId id="1005" r:id="rId757"/>
    <p:sldId id="1006" r:id="rId758"/>
    <p:sldId id="1007" r:id="rId759"/>
    <p:sldId id="1008" r:id="rId760"/>
    <p:sldId id="1009" r:id="rId761"/>
    <p:sldId id="1010" r:id="rId762"/>
    <p:sldId id="1011" r:id="rId763"/>
    <p:sldId id="1012" r:id="rId764"/>
    <p:sldId id="1013" r:id="rId765"/>
    <p:sldId id="1014" r:id="rId766"/>
    <p:sldId id="1015" r:id="rId767"/>
    <p:sldId id="1016" r:id="rId768"/>
    <p:sldId id="1017" r:id="rId769"/>
    <p:sldId id="1018" r:id="rId770"/>
    <p:sldId id="1019" r:id="rId771"/>
    <p:sldId id="1020" r:id="rId772"/>
    <p:sldId id="1021" r:id="rId773"/>
    <p:sldId id="1022" r:id="rId774"/>
    <p:sldId id="1023" r:id="rId775"/>
    <p:sldId id="1024" r:id="rId776"/>
    <p:sldId id="1025" r:id="rId777"/>
    <p:sldId id="1026" r:id="rId778"/>
    <p:sldId id="1027" r:id="rId779"/>
    <p:sldId id="1028" r:id="rId780"/>
    <p:sldId id="1029" r:id="rId781"/>
    <p:sldId id="1030" r:id="rId782"/>
    <p:sldId id="1031" r:id="rId783"/>
    <p:sldId id="1032" r:id="rId784"/>
    <p:sldId id="1033" r:id="rId785"/>
    <p:sldId id="1034" r:id="rId786"/>
    <p:sldId id="1035" r:id="rId787"/>
    <p:sldId id="1036" r:id="rId788"/>
    <p:sldId id="1037" r:id="rId789"/>
    <p:sldId id="1038" r:id="rId790"/>
    <p:sldId id="1039" r:id="rId791"/>
    <p:sldId id="1040" r:id="rId792"/>
    <p:sldId id="1041" r:id="rId793"/>
    <p:sldId id="1042" r:id="rId794"/>
    <p:sldId id="1043" r:id="rId795"/>
    <p:sldId id="1044" r:id="rId796"/>
    <p:sldId id="1045" r:id="rId797"/>
    <p:sldId id="1046" r:id="rId798"/>
    <p:sldId id="1047" r:id="rId799"/>
    <p:sldId id="1048" r:id="rId800"/>
    <p:sldId id="1049" r:id="rId801"/>
    <p:sldId id="1050" r:id="rId802"/>
    <p:sldId id="1051" r:id="rId803"/>
    <p:sldId id="1052" r:id="rId804"/>
    <p:sldId id="1053" r:id="rId805"/>
    <p:sldId id="1054" r:id="rId806"/>
    <p:sldId id="1055" r:id="rId807"/>
    <p:sldId id="1056" r:id="rId808"/>
    <p:sldId id="1057" r:id="rId809"/>
    <p:sldId id="1058" r:id="rId810"/>
    <p:sldId id="1059" r:id="rId811"/>
    <p:sldId id="1060" r:id="rId812"/>
    <p:sldId id="1061" r:id="rId813"/>
    <p:sldId id="1062" r:id="rId814"/>
    <p:sldId id="1063" r:id="rId815"/>
    <p:sldId id="1064" r:id="rId816"/>
    <p:sldId id="1065" r:id="rId817"/>
    <p:sldId id="1066" r:id="rId818"/>
    <p:sldId id="1067" r:id="rId819"/>
    <p:sldId id="1068" r:id="rId820"/>
    <p:sldId id="1069" r:id="rId821"/>
    <p:sldId id="1070" r:id="rId822"/>
    <p:sldId id="1071" r:id="rId823"/>
    <p:sldId id="1072" r:id="rId824"/>
    <p:sldId id="1073" r:id="rId825"/>
    <p:sldId id="1074" r:id="rId826"/>
    <p:sldId id="1075" r:id="rId827"/>
    <p:sldId id="1076" r:id="rId828"/>
    <p:sldId id="1077" r:id="rId829"/>
    <p:sldId id="1078" r:id="rId830"/>
    <p:sldId id="1079" r:id="rId831"/>
    <p:sldId id="1080" r:id="rId832"/>
    <p:sldId id="1081" r:id="rId833"/>
    <p:sldId id="1082" r:id="rId834"/>
    <p:sldId id="1083" r:id="rId835"/>
    <p:sldId id="1084" r:id="rId836"/>
    <p:sldId id="1085" r:id="rId837"/>
    <p:sldId id="1086" r:id="rId838"/>
    <p:sldId id="1087" r:id="rId839"/>
    <p:sldId id="1088" r:id="rId840"/>
    <p:sldId id="1089" r:id="rId841"/>
    <p:sldId id="1090" r:id="rId842"/>
    <p:sldId id="1091" r:id="rId843"/>
    <p:sldId id="1092" r:id="rId844"/>
    <p:sldId id="1093" r:id="rId845"/>
    <p:sldId id="1094" r:id="rId846"/>
    <p:sldId id="1095" r:id="rId847"/>
    <p:sldId id="1096" r:id="rId848"/>
    <p:sldId id="1097" r:id="rId849"/>
    <p:sldId id="1098" r:id="rId850"/>
    <p:sldId id="1099" r:id="rId851"/>
    <p:sldId id="1100" r:id="rId852"/>
    <p:sldId id="1101" r:id="rId853"/>
    <p:sldId id="1102" r:id="rId854"/>
    <p:sldId id="1103" r:id="rId855"/>
    <p:sldId id="1104" r:id="rId856"/>
    <p:sldId id="1105" r:id="rId857"/>
    <p:sldId id="1106" r:id="rId858"/>
    <p:sldId id="1107" r:id="rId859"/>
    <p:sldId id="1108" r:id="rId860"/>
    <p:sldId id="1109" r:id="rId861"/>
    <p:sldId id="1110" r:id="rId862"/>
    <p:sldId id="1111" r:id="rId863"/>
    <p:sldId id="1112" r:id="rId864"/>
    <p:sldId id="1113" r:id="rId865"/>
    <p:sldId id="1114" r:id="rId866"/>
    <p:sldId id="1115" r:id="rId867"/>
    <p:sldId id="1116" r:id="rId868"/>
    <p:sldId id="1117" r:id="rId869"/>
    <p:sldId id="1118" r:id="rId870"/>
    <p:sldId id="1119" r:id="rId871"/>
    <p:sldId id="1120" r:id="rId872"/>
    <p:sldId id="1121" r:id="rId873"/>
    <p:sldId id="1122" r:id="rId874"/>
    <p:sldId id="1123" r:id="rId875"/>
    <p:sldId id="1124" r:id="rId876"/>
    <p:sldId id="1125" r:id="rId877"/>
    <p:sldId id="1126" r:id="rId878"/>
    <p:sldId id="1127" r:id="rId879"/>
    <p:sldId id="1128" r:id="rId880"/>
    <p:sldId id="1129" r:id="rId881"/>
    <p:sldId id="1130" r:id="rId882"/>
    <p:sldId id="1131" r:id="rId883"/>
    <p:sldId id="1132" r:id="rId884"/>
    <p:sldId id="1133" r:id="rId885"/>
    <p:sldId id="1134" r:id="rId886"/>
    <p:sldId id="1135" r:id="rId887"/>
    <p:sldId id="1136" r:id="rId888"/>
    <p:sldId id="1137" r:id="rId889"/>
    <p:sldId id="1138" r:id="rId890"/>
    <p:sldId id="1139" r:id="rId891"/>
    <p:sldId id="1140" r:id="rId892"/>
    <p:sldId id="1141" r:id="rId893"/>
    <p:sldId id="1142" r:id="rId894"/>
    <p:sldId id="1143" r:id="rId895"/>
    <p:sldId id="1144" r:id="rId896"/>
    <p:sldId id="1145" r:id="rId897"/>
    <p:sldId id="1146" r:id="rId898"/>
    <p:sldId id="1147" r:id="rId899"/>
    <p:sldId id="1148" r:id="rId900"/>
    <p:sldId id="1149" r:id="rId901"/>
    <p:sldId id="1150" r:id="rId902"/>
    <p:sldId id="1151" r:id="rId903"/>
    <p:sldId id="1152" r:id="rId904"/>
    <p:sldId id="1153" r:id="rId905"/>
    <p:sldId id="1154" r:id="rId906"/>
    <p:sldId id="1155" r:id="rId907"/>
    <p:sldId id="1156" r:id="rId908"/>
    <p:sldId id="1157" r:id="rId909"/>
    <p:sldId id="1158" r:id="rId910"/>
    <p:sldId id="1159" r:id="rId911"/>
    <p:sldId id="1160" r:id="rId912"/>
    <p:sldId id="1161" r:id="rId913"/>
    <p:sldId id="1162" r:id="rId914"/>
    <p:sldId id="1163" r:id="rId915"/>
    <p:sldId id="1164" r:id="rId916"/>
    <p:sldId id="1165" r:id="rId917"/>
    <p:sldId id="1166" r:id="rId918"/>
    <p:sldId id="1167" r:id="rId919"/>
    <p:sldId id="1168" r:id="rId920"/>
    <p:sldId id="1169" r:id="rId921"/>
    <p:sldId id="1170" r:id="rId922"/>
    <p:sldId id="1171" r:id="rId923"/>
    <p:sldId id="1172" r:id="rId924"/>
    <p:sldId id="1173" r:id="rId925"/>
    <p:sldId id="1174" r:id="rId926"/>
    <p:sldId id="1175" r:id="rId927"/>
    <p:sldId id="1176" r:id="rId928"/>
    <p:sldId id="1177" r:id="rId929"/>
    <p:sldId id="1178" r:id="rId930"/>
    <p:sldId id="1179" r:id="rId931"/>
    <p:sldId id="1180" r:id="rId932"/>
    <p:sldId id="1181" r:id="rId933"/>
    <p:sldId id="1182" r:id="rId934"/>
    <p:sldId id="1183" r:id="rId935"/>
    <p:sldId id="1184" r:id="rId936"/>
    <p:sldId id="1185" r:id="rId937"/>
    <p:sldId id="1186" r:id="rId938"/>
    <p:sldId id="1187" r:id="rId939"/>
    <p:sldId id="1188" r:id="rId940"/>
    <p:sldId id="1189" r:id="rId941"/>
    <p:sldId id="1190" r:id="rId942"/>
    <p:sldId id="1191" r:id="rId943"/>
    <p:sldId id="1192" r:id="rId944"/>
    <p:sldId id="1193" r:id="rId945"/>
    <p:sldId id="1194" r:id="rId946"/>
    <p:sldId id="1195" r:id="rId947"/>
    <p:sldId id="1196" r:id="rId948"/>
    <p:sldId id="1197" r:id="rId949"/>
    <p:sldId id="1198" r:id="rId950"/>
    <p:sldId id="1199" r:id="rId951"/>
    <p:sldId id="1200" r:id="rId952"/>
    <p:sldId id="1201" r:id="rId953"/>
    <p:sldId id="1202" r:id="rId954"/>
    <p:sldId id="1203" r:id="rId955"/>
    <p:sldId id="1204" r:id="rId956"/>
    <p:sldId id="1205" r:id="rId957"/>
    <p:sldId id="1206" r:id="rId958"/>
    <p:sldId id="1207" r:id="rId959"/>
    <p:sldId id="1208" r:id="rId960"/>
    <p:sldId id="1209" r:id="rId961"/>
    <p:sldId id="1210" r:id="rId962"/>
    <p:sldId id="1211" r:id="rId963"/>
    <p:sldId id="1212" r:id="rId964"/>
    <p:sldId id="1213" r:id="rId965"/>
    <p:sldId id="1214" r:id="rId966"/>
    <p:sldId id="1215" r:id="rId967"/>
    <p:sldId id="1216" r:id="rId968"/>
    <p:sldId id="1217" r:id="rId969"/>
    <p:sldId id="1218" r:id="rId970"/>
    <p:sldId id="1219" r:id="rId971"/>
    <p:sldId id="1220" r:id="rId972"/>
    <p:sldId id="1221" r:id="rId973"/>
    <p:sldId id="1222" r:id="rId974"/>
    <p:sldId id="1223" r:id="rId975"/>
    <p:sldId id="1224" r:id="rId976"/>
    <p:sldId id="1225" r:id="rId977"/>
    <p:sldId id="1226" r:id="rId978"/>
    <p:sldId id="1227" r:id="rId979"/>
    <p:sldId id="1228" r:id="rId980"/>
    <p:sldId id="1229" r:id="rId981"/>
    <p:sldId id="1230" r:id="rId982"/>
    <p:sldId id="1231" r:id="rId983"/>
    <p:sldId id="1232" r:id="rId984"/>
    <p:sldId id="1233" r:id="rId985"/>
    <p:sldId id="1234" r:id="rId986"/>
    <p:sldId id="1235" r:id="rId987"/>
    <p:sldId id="1236" r:id="rId988"/>
    <p:sldId id="1237" r:id="rId989"/>
    <p:sldId id="1238" r:id="rId990"/>
    <p:sldId id="1239" r:id="rId991"/>
    <p:sldId id="1240" r:id="rId992"/>
    <p:sldId id="1241" r:id="rId993"/>
    <p:sldId id="1242" r:id="rId994"/>
    <p:sldId id="1243" r:id="rId995"/>
    <p:sldId id="1244" r:id="rId996"/>
    <p:sldId id="1245" r:id="rId997"/>
    <p:sldId id="1246" r:id="rId998"/>
    <p:sldId id="1247" r:id="rId999"/>
    <p:sldId id="1248" r:id="rId1000"/>
    <p:sldId id="1249" r:id="rId1001"/>
    <p:sldId id="1250" r:id="rId1002"/>
    <p:sldId id="1251" r:id="rId1003"/>
    <p:sldId id="1252" r:id="rId1004"/>
    <p:sldId id="1253" r:id="rId1005"/>
    <p:sldId id="1254" r:id="rId1006"/>
    <p:sldId id="1255" r:id="rId1007"/>
    <p:sldId id="1256" r:id="rId1008"/>
    <p:sldId id="1257" r:id="rId1009"/>
    <p:sldId id="1258" r:id="rId1010"/>
    <p:sldId id="1259" r:id="rId1011"/>
    <p:sldId id="1260" r:id="rId1012"/>
    <p:sldId id="1261" r:id="rId1013"/>
    <p:sldId id="1262" r:id="rId1014"/>
    <p:sldId id="1263" r:id="rId1015"/>
    <p:sldId id="1264" r:id="rId1016"/>
    <p:sldId id="1265" r:id="rId1017"/>
    <p:sldId id="1266" r:id="rId1018"/>
    <p:sldId id="1267" r:id="rId1019"/>
    <p:sldId id="1268" r:id="rId1020"/>
    <p:sldId id="1269" r:id="rId1021"/>
    <p:sldId id="1270" r:id="rId1022"/>
    <p:sldId id="1271" r:id="rId1023"/>
    <p:sldId id="1272" r:id="rId1024"/>
    <p:sldId id="1273" r:id="rId1025"/>
    <p:sldId id="1274" r:id="rId1026"/>
    <p:sldId id="1275" r:id="rId1027"/>
    <p:sldId id="1276" r:id="rId1028"/>
    <p:sldId id="1277" r:id="rId1029"/>
    <p:sldId id="1278" r:id="rId1030"/>
    <p:sldId id="1279" r:id="rId1031"/>
    <p:sldId id="1280" r:id="rId1032"/>
    <p:sldId id="1281" r:id="rId1033"/>
    <p:sldId id="1282" r:id="rId1034"/>
    <p:sldId id="1283" r:id="rId1035"/>
    <p:sldId id="1284" r:id="rId1036"/>
    <p:sldId id="1285" r:id="rId1037"/>
    <p:sldId id="1286" r:id="rId1038"/>
    <p:sldId id="1287" r:id="rId1039"/>
    <p:sldId id="1288" r:id="rId1040"/>
    <p:sldId id="1289" r:id="rId1041"/>
    <p:sldId id="1290" r:id="rId1042"/>
    <p:sldId id="1291" r:id="rId1043"/>
    <p:sldId id="1292" r:id="rId1044"/>
    <p:sldId id="1293" r:id="rId1045"/>
    <p:sldId id="1294" r:id="rId1046"/>
    <p:sldId id="1295" r:id="rId1047"/>
    <p:sldId id="1296" r:id="rId1048"/>
    <p:sldId id="1297" r:id="rId1049"/>
    <p:sldId id="1298" r:id="rId1050"/>
    <p:sldId id="1299" r:id="rId1051"/>
    <p:sldId id="1300" r:id="rId1052"/>
    <p:sldId id="1301" r:id="rId1053"/>
    <p:sldId id="1302" r:id="rId1054"/>
    <p:sldId id="1303" r:id="rId1055"/>
    <p:sldId id="1304" r:id="rId1056"/>
    <p:sldId id="1305" r:id="rId1057"/>
    <p:sldId id="1306" r:id="rId1058"/>
    <p:sldId id="1307" r:id="rId1059"/>
    <p:sldId id="1308" r:id="rId1060"/>
    <p:sldId id="1309" r:id="rId1061"/>
    <p:sldId id="1310" r:id="rId1062"/>
    <p:sldId id="1311" r:id="rId1063"/>
    <p:sldId id="1312" r:id="rId1064"/>
    <p:sldId id="1313" r:id="rId1065"/>
    <p:sldId id="1314" r:id="rId1066"/>
    <p:sldId id="1315" r:id="rId1067"/>
    <p:sldId id="1316" r:id="rId1068"/>
    <p:sldId id="1317" r:id="rId1069"/>
    <p:sldId id="1318" r:id="rId1070"/>
    <p:sldId id="1319" r:id="rId1071"/>
    <p:sldId id="1320" r:id="rId1072"/>
    <p:sldId id="1321" r:id="rId1073"/>
    <p:sldId id="1322" r:id="rId1074"/>
    <p:sldId id="1323" r:id="rId1075"/>
    <p:sldId id="1324" r:id="rId1076"/>
    <p:sldId id="1325" r:id="rId1077"/>
    <p:sldId id="1326" r:id="rId1078"/>
    <p:sldId id="1327" r:id="rId1079"/>
    <p:sldId id="1328" r:id="rId1080"/>
    <p:sldId id="1329" r:id="rId1081"/>
    <p:sldId id="1330" r:id="rId1082"/>
    <p:sldId id="1331" r:id="rId1083"/>
    <p:sldId id="1332" r:id="rId1084"/>
    <p:sldId id="1333" r:id="rId1085"/>
    <p:sldId id="1334" r:id="rId1086"/>
    <p:sldId id="1335" r:id="rId1087"/>
    <p:sldId id="1336" r:id="rId1088"/>
    <p:sldId id="1337" r:id="rId1089"/>
    <p:sldId id="1338" r:id="rId1090"/>
    <p:sldId id="1339" r:id="rId1091"/>
    <p:sldId id="1340" r:id="rId1092"/>
    <p:sldId id="1341" r:id="rId1093"/>
    <p:sldId id="1342" r:id="rId1094"/>
    <p:sldId id="1343" r:id="rId1095"/>
    <p:sldId id="1344" r:id="rId1096"/>
    <p:sldId id="1345" r:id="rId1097"/>
    <p:sldId id="1346" r:id="rId1098"/>
    <p:sldId id="1347" r:id="rId1099"/>
    <p:sldId id="1348" r:id="rId1100"/>
    <p:sldId id="1349" r:id="rId1101"/>
    <p:sldId id="1350" r:id="rId1102"/>
    <p:sldId id="1351" r:id="rId1103"/>
    <p:sldId id="1352" r:id="rId1104"/>
    <p:sldId id="1353" r:id="rId1105"/>
    <p:sldId id="1354" r:id="rId1106"/>
    <p:sldId id="1355" r:id="rId1107"/>
    <p:sldId id="1356" r:id="rId1108"/>
    <p:sldId id="1357" r:id="rId1109"/>
    <p:sldId id="1358" r:id="rId1110"/>
    <p:sldId id="1359" r:id="rId1111"/>
    <p:sldId id="1360" r:id="rId1112"/>
    <p:sldId id="1361" r:id="rId1113"/>
    <p:sldId id="1362" r:id="rId1114"/>
    <p:sldId id="1363" r:id="rId1115"/>
    <p:sldId id="1364" r:id="rId1116"/>
    <p:sldId id="1365" r:id="rId1117"/>
    <p:sldId id="1366" r:id="rId1118"/>
    <p:sldId id="1367" r:id="rId1119"/>
    <p:sldId id="1368" r:id="rId1120"/>
    <p:sldId id="1369" r:id="rId1121"/>
    <p:sldId id="1370" r:id="rId1122"/>
    <p:sldId id="1371" r:id="rId1123"/>
    <p:sldId id="1372" r:id="rId1124"/>
    <p:sldId id="1373" r:id="rId1125"/>
    <p:sldId id="1374" r:id="rId1126"/>
    <p:sldId id="1375" r:id="rId1127"/>
    <p:sldId id="1376" r:id="rId1128"/>
    <p:sldId id="1377" r:id="rId1129"/>
    <p:sldId id="1378" r:id="rId1130"/>
    <p:sldId id="1379" r:id="rId1131"/>
    <p:sldId id="1380" r:id="rId1132"/>
    <p:sldId id="1381" r:id="rId1133"/>
    <p:sldId id="1382" r:id="rId1134"/>
    <p:sldId id="1383" r:id="rId1135"/>
    <p:sldId id="1384" r:id="rId1136"/>
    <p:sldId id="1385" r:id="rId1137"/>
    <p:sldId id="1386" r:id="rId1138"/>
    <p:sldId id="1387" r:id="rId1139"/>
    <p:sldId id="1388" r:id="rId1140"/>
    <p:sldId id="1389" r:id="rId1141"/>
    <p:sldId id="1390" r:id="rId1142"/>
    <p:sldId id="1391" r:id="rId1143"/>
    <p:sldId id="1392" r:id="rId1144"/>
    <p:sldId id="1393" r:id="rId1145"/>
    <p:sldId id="1394" r:id="rId1146"/>
    <p:sldId id="1395" r:id="rId1147"/>
    <p:sldId id="1396" r:id="rId1148"/>
    <p:sldId id="1397" r:id="rId1149"/>
    <p:sldId id="1398" r:id="rId1150"/>
    <p:sldId id="1399" r:id="rId1151"/>
    <p:sldId id="1400" r:id="rId1152"/>
    <p:sldId id="1401" r:id="rId1153"/>
    <p:sldId id="1402" r:id="rId1154"/>
    <p:sldId id="1403" r:id="rId1155"/>
    <p:sldId id="1404" r:id="rId1156"/>
    <p:sldId id="1405" r:id="rId1157"/>
    <p:sldId id="1406" r:id="rId1158"/>
    <p:sldId id="1407" r:id="rId1159"/>
    <p:sldId id="1408" r:id="rId1160"/>
    <p:sldId id="1409" r:id="rId1161"/>
    <p:sldId id="1410" r:id="rId1162"/>
    <p:sldId id="1411" r:id="rId1163"/>
    <p:sldId id="1412" r:id="rId1164"/>
    <p:sldId id="1413" r:id="rId1165"/>
    <p:sldId id="1414" r:id="rId1166"/>
    <p:sldId id="1415" r:id="rId1167"/>
    <p:sldId id="1416" r:id="rId1168"/>
    <p:sldId id="1417" r:id="rId1169"/>
    <p:sldId id="1418" r:id="rId1170"/>
    <p:sldId id="1419" r:id="rId1171"/>
    <p:sldId id="1420" r:id="rId1172"/>
    <p:sldId id="1421" r:id="rId1173"/>
    <p:sldId id="1422" r:id="rId1174"/>
    <p:sldId id="1423" r:id="rId1175"/>
    <p:sldId id="1424" r:id="rId1176"/>
    <p:sldId id="1425" r:id="rId1177"/>
    <p:sldId id="1426" r:id="rId1178"/>
    <p:sldId id="1427" r:id="rId1179"/>
    <p:sldId id="1428" r:id="rId1180"/>
    <p:sldId id="1429" r:id="rId1181"/>
    <p:sldId id="1430" r:id="rId1182"/>
    <p:sldId id="1431" r:id="rId1183"/>
    <p:sldId id="1432" r:id="rId1184"/>
    <p:sldId id="1433" r:id="rId1185"/>
    <p:sldId id="1434" r:id="rId1186"/>
    <p:sldId id="1435" r:id="rId1187"/>
    <p:sldId id="1436" r:id="rId1188"/>
    <p:sldId id="1437" r:id="rId1189"/>
    <p:sldId id="1438" r:id="rId1190"/>
    <p:sldId id="1439" r:id="rId1191"/>
    <p:sldId id="1440" r:id="rId1192"/>
    <p:sldId id="1441" r:id="rId1193"/>
    <p:sldId id="1442" r:id="rId1194"/>
    <p:sldId id="1443" r:id="rId1195"/>
    <p:sldId id="1444" r:id="rId1196"/>
    <p:sldId id="1445" r:id="rId1197"/>
    <p:sldId id="1446" r:id="rId1198"/>
    <p:sldId id="1447" r:id="rId1199"/>
    <p:sldId id="1448" r:id="rId1200"/>
    <p:sldId id="1449" r:id="rId1201"/>
    <p:sldId id="1450" r:id="rId1202"/>
    <p:sldId id="1451" r:id="rId1203"/>
    <p:sldId id="1452" r:id="rId1204"/>
    <p:sldId id="1453" r:id="rId1205"/>
    <p:sldId id="1454" r:id="rId1206"/>
    <p:sldId id="1455" r:id="rId1207"/>
    <p:sldId id="1456" r:id="rId1208"/>
    <p:sldId id="1457" r:id="rId1209"/>
    <p:sldId id="1458" r:id="rId1210"/>
    <p:sldId id="1459" r:id="rId1211"/>
    <p:sldId id="1460" r:id="rId1212"/>
    <p:sldId id="1461" r:id="rId1213"/>
    <p:sldId id="1462" r:id="rId1214"/>
    <p:sldId id="1463" r:id="rId1215"/>
    <p:sldId id="1464" r:id="rId1216"/>
    <p:sldId id="1465" r:id="rId1217"/>
    <p:sldId id="1466" r:id="rId1218"/>
    <p:sldId id="1467" r:id="rId1219"/>
    <p:sldId id="1468" r:id="rId1220"/>
    <p:sldId id="1469" r:id="rId1221"/>
    <p:sldId id="1470" r:id="rId1222"/>
    <p:sldId id="1471" r:id="rId1223"/>
    <p:sldId id="1472" r:id="rId1224"/>
    <p:sldId id="1473" r:id="rId1225"/>
    <p:sldId id="1474" r:id="rId1226"/>
    <p:sldId id="1475" r:id="rId1227"/>
    <p:sldId id="1476" r:id="rId1228"/>
    <p:sldId id="1477" r:id="rId1229"/>
    <p:sldId id="1478" r:id="rId1230"/>
    <p:sldId id="1479" r:id="rId1231"/>
    <p:sldId id="1480" r:id="rId1232"/>
    <p:sldId id="1481" r:id="rId1233"/>
    <p:sldId id="1482" r:id="rId1234"/>
    <p:sldId id="1483" r:id="rId1235"/>
    <p:sldId id="1484" r:id="rId1236"/>
    <p:sldId id="1485" r:id="rId1237"/>
    <p:sldId id="1486" r:id="rId1238"/>
    <p:sldId id="1487" r:id="rId1239"/>
    <p:sldId id="1488" r:id="rId1240"/>
    <p:sldId id="1489" r:id="rId1241"/>
    <p:sldId id="1490" r:id="rId1242"/>
    <p:sldId id="1491" r:id="rId1243"/>
    <p:sldId id="1492" r:id="rId1244"/>
    <p:sldId id="1493" r:id="rId1245"/>
    <p:sldId id="1494" r:id="rId1246"/>
    <p:sldId id="1495" r:id="rId1247"/>
    <p:sldId id="1496" r:id="rId1248"/>
    <p:sldId id="1497" r:id="rId1249"/>
    <p:sldId id="1498" r:id="rId1250"/>
    <p:sldId id="1499" r:id="rId1251"/>
    <p:sldId id="1500" r:id="rId1252"/>
    <p:sldId id="1501" r:id="rId1253"/>
    <p:sldId id="1502" r:id="rId1254"/>
    <p:sldId id="1503" r:id="rId1255"/>
    <p:sldId id="1504" r:id="rId1256"/>
    <p:sldId id="1505" r:id="rId1257"/>
    <p:sldId id="1506" r:id="rId1258"/>
    <p:sldId id="1507" r:id="rId1259"/>
    <p:sldId id="1508" r:id="rId1260"/>
    <p:sldId id="1509" r:id="rId1261"/>
    <p:sldId id="1510" r:id="rId1262"/>
    <p:sldId id="1511" r:id="rId1263"/>
    <p:sldId id="1512" r:id="rId1264"/>
    <p:sldId id="1513" r:id="rId1265"/>
    <p:sldId id="1514" r:id="rId1266"/>
    <p:sldId id="1515" r:id="rId1267"/>
    <p:sldId id="1516" r:id="rId1268"/>
    <p:sldId id="1517" r:id="rId1269"/>
    <p:sldId id="1518" r:id="rId1270"/>
    <p:sldId id="1519" r:id="rId1271"/>
    <p:sldId id="1520" r:id="rId1272"/>
    <p:sldId id="1521" r:id="rId1273"/>
    <p:sldId id="1522" r:id="rId1274"/>
    <p:sldId id="1523" r:id="rId1275"/>
    <p:sldId id="1524" r:id="rId1276"/>
    <p:sldId id="1525" r:id="rId1277"/>
    <p:sldId id="1526" r:id="rId1278"/>
    <p:sldId id="1527" r:id="rId1279"/>
    <p:sldId id="1528" r:id="rId1280"/>
    <p:sldId id="1529" r:id="rId1282"/>
    <p:sldId id="1530" r:id="rId1283"/>
    <p:sldId id="1531" r:id="rId1284"/>
    <p:sldId id="1532" r:id="rId1285"/>
    <p:sldId id="1533" r:id="rId1286"/>
    <p:sldId id="1534" r:id="rId1287"/>
    <p:sldId id="1535" r:id="rId1288"/>
    <p:sldId id="1536" r:id="rId1289"/>
    <p:sldId id="1537" r:id="rId1290"/>
    <p:sldId id="1538" r:id="rId1291"/>
    <p:sldId id="1539" r:id="rId1292"/>
    <p:sldId id="1540" r:id="rId1293"/>
    <p:sldId id="1541" r:id="rId1294"/>
    <p:sldId id="1542" r:id="rId1295"/>
    <p:sldId id="1543" r:id="rId1296"/>
    <p:sldId id="1544" r:id="rId1297"/>
    <p:sldId id="1545" r:id="rId1298"/>
    <p:sldId id="1546" r:id="rId1299"/>
    <p:sldId id="1547" r:id="rId1300"/>
    <p:sldId id="1548" r:id="rId1301"/>
    <p:sldId id="1549" r:id="rId1302"/>
    <p:sldId id="1550" r:id="rId1303"/>
    <p:sldId id="1551" r:id="rId1304"/>
    <p:sldId id="1552" r:id="rId1305"/>
    <p:sldId id="1553" r:id="rId1306"/>
    <p:sldId id="1554" r:id="rId1307"/>
    <p:sldId id="1555" r:id="rId1308"/>
    <p:sldId id="1556" r:id="rId1309"/>
    <p:sldId id="1557" r:id="rId1310"/>
    <p:sldId id="1558" r:id="rId1311"/>
    <p:sldId id="1559" r:id="rId1312"/>
    <p:sldId id="1560" r:id="rId1313"/>
    <p:sldId id="1561" r:id="rId1314"/>
    <p:sldId id="1562" r:id="rId1315"/>
    <p:sldId id="1563" r:id="rId1316"/>
    <p:sldId id="1564" r:id="rId1317"/>
    <p:sldId id="1565" r:id="rId1318"/>
    <p:sldId id="1566" r:id="rId1319"/>
    <p:sldId id="1567" r:id="rId1320"/>
    <p:sldId id="1568" r:id="rId1321"/>
    <p:sldId id="1569" r:id="rId1322"/>
    <p:sldId id="1570" r:id="rId1323"/>
    <p:sldId id="1571" r:id="rId1324"/>
    <p:sldId id="1572" r:id="rId1325"/>
    <p:sldId id="1573" r:id="rId1326"/>
    <p:sldId id="1574" r:id="rId1327"/>
    <p:sldId id="1575" r:id="rId1328"/>
    <p:sldId id="1576" r:id="rId1329"/>
    <p:sldId id="1577" r:id="rId1330"/>
    <p:sldId id="1578" r:id="rId1331"/>
    <p:sldId id="1579" r:id="rId1332"/>
    <p:sldId id="1580" r:id="rId1333"/>
    <p:sldId id="1581" r:id="rId1334"/>
    <p:sldId id="1582" r:id="rId1335"/>
    <p:sldId id="1583" r:id="rId1336"/>
    <p:sldId id="1584" r:id="rId1337"/>
    <p:sldId id="1585" r:id="rId1338"/>
    <p:sldId id="1586" r:id="rId1339"/>
    <p:sldId id="1587" r:id="rId1340"/>
    <p:sldId id="1588" r:id="rId1341"/>
    <p:sldId id="1589" r:id="rId1342"/>
    <p:sldId id="1590" r:id="rId1343"/>
    <p:sldId id="1591" r:id="rId1344"/>
    <p:sldId id="1592" r:id="rId1345"/>
    <p:sldId id="1593" r:id="rId1346"/>
    <p:sldId id="1594" r:id="rId1347"/>
    <p:sldId id="1595" r:id="rId1348"/>
    <p:sldId id="1596" r:id="rId1349"/>
    <p:sldId id="1597" r:id="rId1350"/>
    <p:sldId id="1598" r:id="rId1351"/>
    <p:sldId id="1599" r:id="rId1352"/>
    <p:sldId id="1600" r:id="rId1353"/>
    <p:sldId id="1601" r:id="rId1354"/>
    <p:sldId id="1602" r:id="rId1355"/>
    <p:sldId id="1603" r:id="rId1356"/>
    <p:sldId id="1604" r:id="rId1357"/>
    <p:sldId id="1605" r:id="rId1358"/>
    <p:sldId id="1606" r:id="rId1359"/>
    <p:sldId id="1607" r:id="rId1360"/>
    <p:sldId id="1608" r:id="rId1361"/>
    <p:sldId id="1609" r:id="rId1362"/>
    <p:sldId id="1610" r:id="rId1363"/>
    <p:sldId id="1611" r:id="rId1364"/>
    <p:sldId id="1612" r:id="rId1365"/>
    <p:sldId id="1613" r:id="rId1366"/>
    <p:sldId id="1614" r:id="rId1367"/>
    <p:sldId id="1615" r:id="rId1368"/>
    <p:sldId id="1616" r:id="rId1369"/>
    <p:sldId id="1617" r:id="rId1370"/>
    <p:sldId id="1618" r:id="rId1371"/>
    <p:sldId id="1619" r:id="rId1372"/>
    <p:sldId id="1620" r:id="rId1373"/>
    <p:sldId id="1621" r:id="rId1374"/>
    <p:sldId id="1622" r:id="rId1375"/>
    <p:sldId id="1623" r:id="rId1376"/>
    <p:sldId id="1624" r:id="rId1377"/>
    <p:sldId id="1625" r:id="rId1378"/>
    <p:sldId id="1626" r:id="rId1379"/>
    <p:sldId id="1627" r:id="rId1380"/>
    <p:sldId id="1628" r:id="rId1381"/>
    <p:sldId id="1629" r:id="rId1382"/>
    <p:sldId id="1630" r:id="rId1383"/>
    <p:sldId id="1631" r:id="rId1384"/>
    <p:sldId id="1632" r:id="rId1385"/>
    <p:sldId id="1633" r:id="rId1386"/>
    <p:sldId id="1634" r:id="rId1387"/>
    <p:sldId id="1635" r:id="rId1388"/>
    <p:sldId id="1636" r:id="rId1389"/>
    <p:sldId id="1637" r:id="rId1390"/>
    <p:sldId id="1638" r:id="rId1391"/>
    <p:sldId id="1639" r:id="rId1392"/>
    <p:sldId id="1640" r:id="rId1393"/>
    <p:sldId id="1641" r:id="rId1394"/>
    <p:sldId id="1642" r:id="rId1395"/>
    <p:sldId id="1643" r:id="rId1396"/>
    <p:sldId id="1644" r:id="rId1397"/>
    <p:sldId id="1645" r:id="rId1398"/>
    <p:sldId id="1646" r:id="rId1399"/>
    <p:sldId id="1647" r:id="rId1400"/>
    <p:sldId id="1648" r:id="rId1401"/>
    <p:sldId id="1649" r:id="rId1402"/>
    <p:sldId id="1650" r:id="rId1403"/>
    <p:sldId id="1651" r:id="rId1404"/>
    <p:sldId id="1652" r:id="rId1405"/>
    <p:sldId id="1653" r:id="rId1406"/>
    <p:sldId id="1654" r:id="rId1407"/>
    <p:sldId id="1655" r:id="rId1408"/>
    <p:sldId id="1656" r:id="rId1409"/>
    <p:sldId id="1657" r:id="rId1410"/>
    <p:sldId id="1658" r:id="rId1411"/>
    <p:sldId id="1659" r:id="rId1412"/>
    <p:sldId id="1660" r:id="rId1413"/>
    <p:sldId id="1661" r:id="rId1414"/>
    <p:sldId id="1662" r:id="rId1415"/>
    <p:sldId id="1663" r:id="rId1416"/>
    <p:sldId id="1664" r:id="rId1417"/>
    <p:sldId id="1665" r:id="rId1418"/>
    <p:sldId id="1666" r:id="rId1419"/>
    <p:sldId id="1667" r:id="rId1420"/>
    <p:sldId id="1668" r:id="rId1421"/>
    <p:sldId id="1669" r:id="rId1422"/>
    <p:sldId id="1670" r:id="rId1423"/>
    <p:sldId id="1671" r:id="rId1424"/>
    <p:sldId id="1672" r:id="rId1425"/>
    <p:sldId id="1673" r:id="rId1426"/>
    <p:sldId id="1674" r:id="rId1427"/>
    <p:sldId id="1675" r:id="rId1428"/>
    <p:sldId id="1676" r:id="rId1429"/>
    <p:sldId id="1677" r:id="rId1430"/>
    <p:sldId id="1678" r:id="rId1431"/>
    <p:sldId id="1679" r:id="rId1432"/>
    <p:sldId id="1680" r:id="rId1433"/>
    <p:sldId id="1681" r:id="rId1434"/>
    <p:sldId id="1682" r:id="rId1435"/>
    <p:sldId id="1683" r:id="rId1436"/>
    <p:sldId id="1684" r:id="rId1437"/>
    <p:sldId id="1685" r:id="rId1438"/>
    <p:sldId id="1686" r:id="rId1439"/>
    <p:sldId id="1687" r:id="rId1440"/>
    <p:sldId id="1688" r:id="rId1441"/>
    <p:sldId id="1689" r:id="rId1442"/>
    <p:sldId id="1690" r:id="rId1443"/>
    <p:sldId id="1691" r:id="rId1444"/>
    <p:sldId id="1692" r:id="rId1445"/>
    <p:sldId id="1693" r:id="rId1446"/>
    <p:sldId id="1694" r:id="rId1447"/>
    <p:sldId id="1695" r:id="rId1448"/>
    <p:sldId id="1696" r:id="rId1449"/>
    <p:sldId id="1697" r:id="rId1450"/>
    <p:sldId id="1698" r:id="rId1451"/>
    <p:sldId id="1699" r:id="rId1452"/>
    <p:sldId id="1700" r:id="rId1453"/>
    <p:sldId id="1701" r:id="rId1454"/>
    <p:sldId id="1702" r:id="rId1455"/>
    <p:sldId id="1703" r:id="rId1456"/>
    <p:sldId id="1704" r:id="rId1457"/>
    <p:sldId id="1705" r:id="rId1458"/>
    <p:sldId id="1706" r:id="rId1459"/>
    <p:sldId id="1707" r:id="rId1460"/>
    <p:sldId id="1708" r:id="rId1461"/>
    <p:sldId id="1709" r:id="rId1462"/>
    <p:sldId id="1710" r:id="rId1463"/>
    <p:sldId id="1711" r:id="rId1464"/>
    <p:sldId id="1712" r:id="rId1465"/>
    <p:sldId id="1713" r:id="rId1466"/>
    <p:sldId id="1714" r:id="rId1467"/>
    <p:sldId id="1715" r:id="rId1468"/>
    <p:sldId id="1716" r:id="rId1469"/>
    <p:sldId id="1717" r:id="rId1470"/>
    <p:sldId id="1718" r:id="rId1471"/>
    <p:sldId id="1719" r:id="rId1472"/>
    <p:sldId id="1720" r:id="rId1473"/>
    <p:sldId id="1721" r:id="rId1474"/>
    <p:sldId id="1722" r:id="rId1475"/>
    <p:sldId id="1723" r:id="rId1476"/>
    <p:sldId id="1724" r:id="rId1477"/>
    <p:sldId id="1725" r:id="rId1478"/>
    <p:sldId id="1726" r:id="rId1479"/>
    <p:sldId id="1727" r:id="rId1480"/>
    <p:sldId id="1728" r:id="rId1481"/>
    <p:sldId id="1729" r:id="rId1482"/>
    <p:sldId id="1730" r:id="rId1483"/>
    <p:sldId id="1731" r:id="rId1484"/>
    <p:sldId id="1732" r:id="rId1485"/>
    <p:sldId id="1733" r:id="rId1486"/>
    <p:sldId id="1734" r:id="rId1487"/>
    <p:sldId id="1735" r:id="rId1488"/>
    <p:sldId id="1736" r:id="rId1489"/>
    <p:sldId id="1737" r:id="rId1490"/>
    <p:sldId id="1738" r:id="rId1491"/>
    <p:sldId id="1739" r:id="rId1492"/>
    <p:sldId id="1740" r:id="rId1493"/>
    <p:sldId id="1741" r:id="rId1494"/>
    <p:sldId id="1742" r:id="rId1495"/>
    <p:sldId id="1743" r:id="rId1496"/>
    <p:sldId id="1744" r:id="rId1497"/>
    <p:sldId id="1745" r:id="rId1498"/>
    <p:sldId id="1746" r:id="rId1499"/>
    <p:sldId id="1747" r:id="rId1500"/>
    <p:sldId id="1748" r:id="rId1501"/>
    <p:sldId id="1749" r:id="rId1502"/>
    <p:sldId id="1750" r:id="rId1503"/>
    <p:sldId id="1751" r:id="rId1504"/>
    <p:sldId id="1752" r:id="rId1505"/>
    <p:sldId id="1753" r:id="rId1506"/>
    <p:sldId id="1754" r:id="rId1507"/>
    <p:sldId id="1755" r:id="rId1508"/>
    <p:sldId id="1756" r:id="rId1509"/>
    <p:sldId id="1757" r:id="rId1510"/>
    <p:sldId id="1758" r:id="rId1511"/>
    <p:sldId id="1759" r:id="rId1512"/>
    <p:sldId id="1760" r:id="rId1513"/>
    <p:sldId id="1761" r:id="rId1514"/>
    <p:sldId id="1762" r:id="rId1515"/>
    <p:sldId id="1763" r:id="rId1516"/>
    <p:sldId id="1764" r:id="rId1517"/>
    <p:sldId id="1765" r:id="rId1518"/>
    <p:sldId id="1766" r:id="rId1519"/>
    <p:sldId id="1767" r:id="rId1520"/>
    <p:sldId id="1768" r:id="rId1521"/>
    <p:sldId id="1769" r:id="rId1522"/>
    <p:sldId id="1770" r:id="rId1523"/>
    <p:sldId id="1771" r:id="rId1524"/>
    <p:sldId id="1772" r:id="rId1525"/>
    <p:sldId id="1773" r:id="rId1526"/>
    <p:sldId id="1774" r:id="rId1527"/>
    <p:sldId id="1775" r:id="rId1528"/>
    <p:sldId id="1776" r:id="rId1529"/>
    <p:sldId id="1777" r:id="rId1530"/>
    <p:sldId id="1778" r:id="rId1531"/>
    <p:sldId id="1779" r:id="rId1532"/>
    <p:sldId id="1780" r:id="rId1533"/>
    <p:sldId id="1781" r:id="rId1534"/>
    <p:sldId id="1782" r:id="rId1535"/>
    <p:sldId id="1783" r:id="rId1536"/>
    <p:sldId id="1784" r:id="rId1537"/>
    <p:sldId id="1785" r:id="rId1538"/>
    <p:sldId id="1786" r:id="rId1539"/>
    <p:sldId id="1787" r:id="rId1540"/>
    <p:sldId id="1788" r:id="rId1541"/>
    <p:sldId id="1789" r:id="rId1542"/>
    <p:sldId id="1790" r:id="rId1543"/>
    <p:sldId id="1791" r:id="rId1544"/>
    <p:sldId id="1792" r:id="rId1545"/>
    <p:sldId id="1793" r:id="rId1546"/>
    <p:sldId id="1794" r:id="rId1547"/>
    <p:sldId id="1795" r:id="rId1548"/>
    <p:sldId id="1796" r:id="rId1549"/>
    <p:sldId id="1797" r:id="rId1550"/>
    <p:sldId id="1798" r:id="rId1551"/>
    <p:sldId id="1799" r:id="rId1552"/>
    <p:sldId id="1800" r:id="rId1553"/>
    <p:sldId id="1801" r:id="rId1554"/>
    <p:sldId id="1802" r:id="rId1555"/>
    <p:sldId id="1803" r:id="rId1556"/>
    <p:sldId id="1804" r:id="rId1557"/>
    <p:sldId id="1805" r:id="rId1558"/>
    <p:sldId id="1806" r:id="rId1559"/>
    <p:sldId id="1807" r:id="rId1560"/>
    <p:sldId id="1808" r:id="rId1561"/>
    <p:sldId id="1809" r:id="rId1562"/>
    <p:sldId id="1810" r:id="rId1563"/>
    <p:sldId id="1811" r:id="rId1564"/>
    <p:sldId id="1812" r:id="rId1565"/>
    <p:sldId id="1813" r:id="rId1566"/>
    <p:sldId id="1814" r:id="rId1567"/>
    <p:sldId id="1815" r:id="rId1568"/>
    <p:sldId id="1816" r:id="rId1569"/>
    <p:sldId id="1817" r:id="rId1570"/>
    <p:sldId id="1818" r:id="rId1571"/>
    <p:sldId id="1819" r:id="rId1572"/>
    <p:sldId id="1820" r:id="rId1573"/>
    <p:sldId id="1821" r:id="rId1574"/>
    <p:sldId id="1822" r:id="rId1575"/>
    <p:sldId id="1823" r:id="rId1576"/>
    <p:sldId id="1824" r:id="rId1577"/>
    <p:sldId id="1825" r:id="rId1578"/>
    <p:sldId id="1826" r:id="rId1579"/>
    <p:sldId id="1827" r:id="rId1580"/>
    <p:sldId id="1828" r:id="rId1581"/>
    <p:sldId id="1829" r:id="rId1582"/>
    <p:sldId id="1830" r:id="rId1583"/>
    <p:sldId id="1831" r:id="rId1584"/>
    <p:sldId id="1832" r:id="rId1585"/>
    <p:sldId id="1833" r:id="rId1586"/>
    <p:sldId id="1834" r:id="rId1587"/>
    <p:sldId id="1835" r:id="rId1588"/>
    <p:sldId id="1836" r:id="rId1589"/>
    <p:sldId id="1837" r:id="rId1590"/>
    <p:sldId id="1838" r:id="rId1591"/>
    <p:sldId id="1839" r:id="rId1592"/>
    <p:sldId id="1840" r:id="rId1593"/>
    <p:sldId id="1841" r:id="rId1594"/>
    <p:sldId id="1842" r:id="rId1595"/>
    <p:sldId id="1843" r:id="rId1596"/>
    <p:sldId id="1844" r:id="rId1597"/>
    <p:sldId id="1845" r:id="rId1598"/>
    <p:sldId id="1846" r:id="rId1599"/>
    <p:sldId id="1847" r:id="rId1600"/>
    <p:sldId id="1848" r:id="rId1601"/>
    <p:sldId id="1849" r:id="rId1602"/>
    <p:sldId id="1850" r:id="rId1603"/>
    <p:sldId id="1851" r:id="rId1604"/>
    <p:sldId id="1852" r:id="rId1605"/>
    <p:sldId id="1853" r:id="rId1606"/>
    <p:sldId id="1854" r:id="rId1607"/>
    <p:sldId id="1855" r:id="rId1608"/>
    <p:sldId id="1856" r:id="rId1609"/>
    <p:sldId id="1857" r:id="rId1610"/>
    <p:sldId id="1858" r:id="rId1611"/>
    <p:sldId id="1859" r:id="rId1612"/>
    <p:sldId id="1860" r:id="rId1613"/>
    <p:sldId id="1861" r:id="rId1614"/>
    <p:sldId id="1862" r:id="rId1615"/>
    <p:sldId id="1863" r:id="rId1616"/>
    <p:sldId id="1864" r:id="rId1617"/>
    <p:sldId id="1865" r:id="rId1618"/>
    <p:sldId id="1866" r:id="rId1619"/>
    <p:sldId id="1867" r:id="rId1620"/>
    <p:sldId id="1868" r:id="rId1621"/>
    <p:sldId id="1869" r:id="rId1622"/>
    <p:sldId id="1870" r:id="rId1623"/>
    <p:sldId id="1871" r:id="rId1624"/>
    <p:sldId id="1872" r:id="rId1625"/>
    <p:sldId id="1873" r:id="rId1626"/>
    <p:sldId id="1874" r:id="rId1627"/>
    <p:sldId id="1875" r:id="rId1628"/>
    <p:sldId id="1876" r:id="rId1629"/>
    <p:sldId id="1877" r:id="rId1630"/>
    <p:sldId id="1878" r:id="rId1631"/>
    <p:sldId id="1879" r:id="rId1632"/>
    <p:sldId id="1880" r:id="rId1633"/>
    <p:sldId id="1881" r:id="rId1634"/>
    <p:sldId id="1882" r:id="rId1635"/>
    <p:sldId id="1883" r:id="rId1636"/>
    <p:sldId id="1884" r:id="rId1637"/>
    <p:sldId id="1885" r:id="rId1638"/>
    <p:sldId id="1886" r:id="rId1639"/>
    <p:sldId id="1887" r:id="rId1640"/>
    <p:sldId id="1888" r:id="rId1641"/>
    <p:sldId id="1889" r:id="rId1642"/>
    <p:sldId id="1890" r:id="rId1643"/>
    <p:sldId id="1891" r:id="rId1644"/>
    <p:sldId id="1892" r:id="rId1645"/>
    <p:sldId id="1893" r:id="rId1646"/>
    <p:sldId id="1894" r:id="rId1647"/>
    <p:sldId id="1895" r:id="rId1648"/>
    <p:sldId id="1896" r:id="rId1649"/>
    <p:sldId id="1897" r:id="rId1650"/>
    <p:sldId id="1898" r:id="rId1651"/>
    <p:sldId id="1899" r:id="rId1652"/>
    <p:sldId id="1900" r:id="rId1653"/>
    <p:sldId id="1901" r:id="rId1654"/>
    <p:sldId id="1902" r:id="rId1655"/>
    <p:sldId id="1903" r:id="rId1656"/>
    <p:sldId id="1904" r:id="rId1657"/>
    <p:sldId id="1905" r:id="rId1658"/>
    <p:sldId id="1906" r:id="rId1659"/>
    <p:sldId id="1907" r:id="rId1660"/>
    <p:sldId id="1908" r:id="rId1661"/>
    <p:sldId id="1909" r:id="rId1662"/>
    <p:sldId id="1910" r:id="rId1663"/>
    <p:sldId id="1911" r:id="rId1664"/>
    <p:sldId id="1912" r:id="rId1665"/>
    <p:sldId id="1913" r:id="rId1666"/>
    <p:sldId id="1914" r:id="rId1667"/>
    <p:sldId id="1915" r:id="rId1668"/>
    <p:sldId id="1916" r:id="rId1669"/>
    <p:sldId id="1917" r:id="rId1670"/>
    <p:sldId id="1918" r:id="rId1671"/>
    <p:sldId id="1919" r:id="rId1672"/>
    <p:sldId id="1920" r:id="rId1673"/>
    <p:sldId id="1921" r:id="rId1674"/>
    <p:sldId id="1922" r:id="rId1675"/>
    <p:sldId id="1923" r:id="rId1676"/>
    <p:sldId id="1924" r:id="rId1677"/>
    <p:sldId id="1925" r:id="rId1678"/>
    <p:sldId id="1926" r:id="rId1679"/>
    <p:sldId id="1927" r:id="rId1680"/>
    <p:sldId id="1928" r:id="rId1681"/>
    <p:sldId id="1929" r:id="rId1682"/>
    <p:sldId id="1930" r:id="rId1683"/>
    <p:sldId id="1931" r:id="rId1684"/>
    <p:sldId id="1932" r:id="rId1685"/>
    <p:sldId id="1933" r:id="rId1686"/>
    <p:sldId id="1934" r:id="rId1687"/>
    <p:sldId id="1935" r:id="rId1688"/>
    <p:sldId id="1936" r:id="rId1689"/>
    <p:sldId id="1937" r:id="rId1690"/>
    <p:sldId id="1938" r:id="rId1691"/>
    <p:sldId id="1939" r:id="rId1692"/>
    <p:sldId id="1940" r:id="rId1693"/>
    <p:sldId id="1941" r:id="rId1694"/>
    <p:sldId id="1942" r:id="rId1695"/>
    <p:sldId id="1943" r:id="rId1696"/>
    <p:sldId id="1944" r:id="rId1697"/>
    <p:sldId id="1945" r:id="rId1698"/>
    <p:sldId id="1946" r:id="rId1699"/>
    <p:sldId id="1947" r:id="rId1700"/>
    <p:sldId id="1948" r:id="rId1701"/>
    <p:sldId id="1949" r:id="rId1702"/>
    <p:sldId id="1950" r:id="rId1703"/>
    <p:sldId id="1951" r:id="rId1704"/>
    <p:sldId id="1952" r:id="rId1705"/>
    <p:sldId id="1953" r:id="rId1706"/>
    <p:sldId id="1954" r:id="rId1707"/>
    <p:sldId id="1955" r:id="rId1708"/>
    <p:sldId id="1956" r:id="rId1709"/>
    <p:sldId id="1957" r:id="rId1710"/>
    <p:sldId id="1958" r:id="rId1711"/>
    <p:sldId id="1959" r:id="rId1712"/>
    <p:sldId id="1960" r:id="rId1713"/>
    <p:sldId id="1961" r:id="rId1714"/>
    <p:sldId id="1962" r:id="rId1715"/>
    <p:sldId id="1963" r:id="rId1716"/>
    <p:sldId id="1964" r:id="rId1717"/>
    <p:sldId id="1965" r:id="rId1718"/>
    <p:sldId id="1966" r:id="rId1719"/>
    <p:sldId id="1967" r:id="rId1720"/>
    <p:sldId id="1968" r:id="rId1721"/>
    <p:sldId id="1969" r:id="rId1722"/>
    <p:sldId id="1970" r:id="rId1723"/>
    <p:sldId id="1971" r:id="rId1724"/>
    <p:sldId id="1972" r:id="rId1725"/>
    <p:sldId id="1973" r:id="rId1726"/>
    <p:sldId id="1974" r:id="rId1727"/>
    <p:sldId id="1975" r:id="rId1728"/>
    <p:sldId id="1976" r:id="rId1729"/>
    <p:sldId id="1977" r:id="rId1730"/>
    <p:sldId id="1978" r:id="rId1731"/>
    <p:sldId id="1979" r:id="rId1732"/>
    <p:sldId id="1980" r:id="rId1733"/>
    <p:sldId id="1981" r:id="rId1734"/>
    <p:sldId id="1982" r:id="rId1735"/>
    <p:sldId id="1983" r:id="rId1736"/>
    <p:sldId id="1984" r:id="rId1737"/>
    <p:sldId id="1985" r:id="rId1738"/>
    <p:sldId id="1986" r:id="rId1739"/>
    <p:sldId id="1987" r:id="rId1740"/>
    <p:sldId id="1988" r:id="rId1741"/>
    <p:sldId id="1989" r:id="rId1742"/>
    <p:sldId id="1990" r:id="rId1743"/>
    <p:sldId id="1991" r:id="rId1744"/>
    <p:sldId id="1992" r:id="rId1745"/>
    <p:sldId id="1993" r:id="rId1746"/>
    <p:sldId id="1994" r:id="rId1747"/>
    <p:sldId id="1995" r:id="rId1748"/>
    <p:sldId id="1996" r:id="rId1749"/>
    <p:sldId id="1997" r:id="rId1750"/>
    <p:sldId id="1998" r:id="rId1751"/>
    <p:sldId id="1999" r:id="rId1752"/>
    <p:sldId id="2000" r:id="rId1753"/>
    <p:sldId id="2001" r:id="rId1754"/>
    <p:sldId id="2002" r:id="rId1755"/>
    <p:sldId id="2003" r:id="rId1756"/>
    <p:sldId id="2004" r:id="rId1757"/>
    <p:sldId id="2005" r:id="rId1758"/>
    <p:sldId id="2006" r:id="rId1759"/>
    <p:sldId id="2007" r:id="rId1760"/>
    <p:sldId id="2008" r:id="rId1761"/>
    <p:sldId id="2009" r:id="rId1762"/>
    <p:sldId id="2010" r:id="rId1763"/>
    <p:sldId id="2011" r:id="rId1764"/>
    <p:sldId id="2012" r:id="rId1765"/>
    <p:sldId id="2013" r:id="rId1766"/>
    <p:sldId id="2014" r:id="rId1767"/>
    <p:sldId id="2015" r:id="rId1768"/>
    <p:sldId id="2016" r:id="rId1769"/>
    <p:sldId id="2017" r:id="rId1770"/>
    <p:sldId id="2018" r:id="rId1771"/>
    <p:sldId id="2019" r:id="rId1772"/>
    <p:sldId id="2020" r:id="rId1773"/>
    <p:sldId id="2021" r:id="rId1774"/>
    <p:sldId id="2022" r:id="rId1775"/>
    <p:sldId id="2023" r:id="rId1776"/>
    <p:sldId id="2024" r:id="rId1777"/>
    <p:sldId id="2025" r:id="rId1778"/>
    <p:sldId id="2026" r:id="rId1779"/>
    <p:sldId id="2027" r:id="rId1780"/>
    <p:sldId id="2028" r:id="rId1781"/>
    <p:sldId id="2029" r:id="rId1782"/>
    <p:sldId id="2030" r:id="rId1783"/>
    <p:sldId id="2031" r:id="rId1784"/>
    <p:sldId id="2032" r:id="rId1785"/>
    <p:sldId id="2033" r:id="rId1786"/>
    <p:sldId id="2034" r:id="rId1787"/>
    <p:sldId id="2035" r:id="rId1788"/>
    <p:sldId id="2036" r:id="rId1789"/>
    <p:sldId id="2037" r:id="rId1790"/>
    <p:sldId id="2038" r:id="rId1791"/>
    <p:sldId id="2039" r:id="rId1792"/>
    <p:sldId id="2040" r:id="rId1793"/>
    <p:sldId id="2041" r:id="rId1794"/>
    <p:sldId id="2042" r:id="rId1795"/>
    <p:sldId id="2043" r:id="rId1796"/>
    <p:sldId id="2044" r:id="rId1797"/>
    <p:sldId id="2045" r:id="rId1798"/>
    <p:sldId id="2046" r:id="rId1799"/>
    <p:sldId id="2047" r:id="rId1800"/>
    <p:sldId id="2048" r:id="rId1801"/>
    <p:sldId id="2049" r:id="rId1802"/>
    <p:sldId id="2050" r:id="rId1803"/>
    <p:sldId id="2051" r:id="rId1804"/>
    <p:sldId id="2052" r:id="rId1805"/>
    <p:sldId id="2053" r:id="rId1806"/>
    <p:sldId id="2054" r:id="rId1807"/>
    <p:sldId id="2055" r:id="rId1808"/>
    <p:sldId id="2056" r:id="rId1809"/>
    <p:sldId id="2057" r:id="rId1810"/>
    <p:sldId id="2058" r:id="rId1811"/>
    <p:sldId id="2059" r:id="rId1812"/>
    <p:sldId id="2060" r:id="rId1813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Author id="0" name="Shamith" initials="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Relationship Id="rId228" Type="http://schemas.openxmlformats.org/officeDocument/2006/relationships/slide" Target="slides/slide221.xml"/><Relationship Id="rId229" Type="http://schemas.openxmlformats.org/officeDocument/2006/relationships/slide" Target="slides/slide222.xml"/><Relationship Id="rId230" Type="http://schemas.openxmlformats.org/officeDocument/2006/relationships/slide" Target="slides/slide223.xml"/><Relationship Id="rId231" Type="http://schemas.openxmlformats.org/officeDocument/2006/relationships/slide" Target="slides/slide224.xml"/><Relationship Id="rId232" Type="http://schemas.openxmlformats.org/officeDocument/2006/relationships/slide" Target="slides/slide225.xml"/><Relationship Id="rId233" Type="http://schemas.openxmlformats.org/officeDocument/2006/relationships/slide" Target="slides/slide226.xml"/><Relationship Id="rId234" Type="http://schemas.openxmlformats.org/officeDocument/2006/relationships/slide" Target="slides/slide227.xml"/><Relationship Id="rId235" Type="http://schemas.openxmlformats.org/officeDocument/2006/relationships/slide" Target="slides/slide228.xml"/><Relationship Id="rId236" Type="http://schemas.openxmlformats.org/officeDocument/2006/relationships/slide" Target="slides/slide229.xml"/><Relationship Id="rId237" Type="http://schemas.openxmlformats.org/officeDocument/2006/relationships/slide" Target="slides/slide230.xml"/><Relationship Id="rId238" Type="http://schemas.openxmlformats.org/officeDocument/2006/relationships/slide" Target="slides/slide231.xml"/><Relationship Id="rId239" Type="http://schemas.openxmlformats.org/officeDocument/2006/relationships/slide" Target="slides/slide232.xml"/><Relationship Id="rId240" Type="http://schemas.openxmlformats.org/officeDocument/2006/relationships/slide" Target="slides/slide233.xml"/><Relationship Id="rId241" Type="http://schemas.openxmlformats.org/officeDocument/2006/relationships/slide" Target="slides/slide234.xml"/><Relationship Id="rId242" Type="http://schemas.openxmlformats.org/officeDocument/2006/relationships/slide" Target="slides/slide235.xml"/><Relationship Id="rId243" Type="http://schemas.openxmlformats.org/officeDocument/2006/relationships/slide" Target="slides/slide236.xml"/><Relationship Id="rId244" Type="http://schemas.openxmlformats.org/officeDocument/2006/relationships/slide" Target="slides/slide237.xml"/><Relationship Id="rId245" Type="http://schemas.openxmlformats.org/officeDocument/2006/relationships/slide" Target="slides/slide238.xml"/><Relationship Id="rId246" Type="http://schemas.openxmlformats.org/officeDocument/2006/relationships/slide" Target="slides/slide239.xml"/><Relationship Id="rId247" Type="http://schemas.openxmlformats.org/officeDocument/2006/relationships/slide" Target="slides/slide240.xml"/><Relationship Id="rId248" Type="http://schemas.openxmlformats.org/officeDocument/2006/relationships/slide" Target="slides/slide241.xml"/><Relationship Id="rId249" Type="http://schemas.openxmlformats.org/officeDocument/2006/relationships/slide" Target="slides/slide242.xml"/><Relationship Id="rId250" Type="http://schemas.openxmlformats.org/officeDocument/2006/relationships/slide" Target="slides/slide243.xml"/><Relationship Id="rId251" Type="http://schemas.openxmlformats.org/officeDocument/2006/relationships/slide" Target="slides/slide244.xml"/><Relationship Id="rId252" Type="http://schemas.openxmlformats.org/officeDocument/2006/relationships/slide" Target="slides/slide245.xml"/><Relationship Id="rId253" Type="http://schemas.openxmlformats.org/officeDocument/2006/relationships/slide" Target="slides/slide246.xml"/><Relationship Id="rId254" Type="http://schemas.openxmlformats.org/officeDocument/2006/relationships/slide" Target="slides/slide247.xml"/><Relationship Id="rId255" Type="http://schemas.openxmlformats.org/officeDocument/2006/relationships/slide" Target="slides/slide248.xml"/><Relationship Id="rId256" Type="http://schemas.openxmlformats.org/officeDocument/2006/relationships/slide" Target="slides/slide249.xml"/><Relationship Id="rId257" Type="http://schemas.openxmlformats.org/officeDocument/2006/relationships/slide" Target="slides/slide250.xml"/><Relationship Id="rId258" Type="http://schemas.openxmlformats.org/officeDocument/2006/relationships/slide" Target="slides/slide251.xml"/><Relationship Id="rId259" Type="http://schemas.openxmlformats.org/officeDocument/2006/relationships/slide" Target="slides/slide252.xml"/><Relationship Id="rId260" Type="http://schemas.openxmlformats.org/officeDocument/2006/relationships/slide" Target="slides/slide253.xml"/><Relationship Id="rId261" Type="http://schemas.openxmlformats.org/officeDocument/2006/relationships/slide" Target="slides/slide254.xml"/><Relationship Id="rId262" Type="http://schemas.openxmlformats.org/officeDocument/2006/relationships/slide" Target="slides/slide255.xml"/><Relationship Id="rId263" Type="http://schemas.openxmlformats.org/officeDocument/2006/relationships/slide" Target="slides/slide256.xml"/><Relationship Id="rId264" Type="http://schemas.openxmlformats.org/officeDocument/2006/relationships/slide" Target="slides/slide257.xml"/><Relationship Id="rId265" Type="http://schemas.openxmlformats.org/officeDocument/2006/relationships/slide" Target="slides/slide258.xml"/><Relationship Id="rId266" Type="http://schemas.openxmlformats.org/officeDocument/2006/relationships/slide" Target="slides/slide259.xml"/><Relationship Id="rId267" Type="http://schemas.openxmlformats.org/officeDocument/2006/relationships/slide" Target="slides/slide260.xml"/><Relationship Id="rId268" Type="http://schemas.openxmlformats.org/officeDocument/2006/relationships/slide" Target="slides/slide261.xml"/><Relationship Id="rId269" Type="http://schemas.openxmlformats.org/officeDocument/2006/relationships/slide" Target="slides/slide262.xml"/><Relationship Id="rId270" Type="http://schemas.openxmlformats.org/officeDocument/2006/relationships/slide" Target="slides/slide263.xml"/><Relationship Id="rId271" Type="http://schemas.openxmlformats.org/officeDocument/2006/relationships/slide" Target="slides/slide264.xml"/><Relationship Id="rId272" Type="http://schemas.openxmlformats.org/officeDocument/2006/relationships/slide" Target="slides/slide265.xml"/><Relationship Id="rId273" Type="http://schemas.openxmlformats.org/officeDocument/2006/relationships/slide" Target="slides/slide266.xml"/><Relationship Id="rId274" Type="http://schemas.openxmlformats.org/officeDocument/2006/relationships/slide" Target="slides/slide267.xml"/><Relationship Id="rId275" Type="http://schemas.openxmlformats.org/officeDocument/2006/relationships/slide" Target="slides/slide268.xml"/><Relationship Id="rId276" Type="http://schemas.openxmlformats.org/officeDocument/2006/relationships/slide" Target="slides/slide269.xml"/><Relationship Id="rId277" Type="http://schemas.openxmlformats.org/officeDocument/2006/relationships/slide" Target="slides/slide270.xml"/><Relationship Id="rId278" Type="http://schemas.openxmlformats.org/officeDocument/2006/relationships/slide" Target="slides/slide271.xml"/><Relationship Id="rId279" Type="http://schemas.openxmlformats.org/officeDocument/2006/relationships/slide" Target="slides/slide272.xml"/><Relationship Id="rId280" Type="http://schemas.openxmlformats.org/officeDocument/2006/relationships/slide" Target="slides/slide273.xml"/><Relationship Id="rId281" Type="http://schemas.openxmlformats.org/officeDocument/2006/relationships/slide" Target="slides/slide274.xml"/><Relationship Id="rId282" Type="http://schemas.openxmlformats.org/officeDocument/2006/relationships/slide" Target="slides/slide275.xml"/><Relationship Id="rId283" Type="http://schemas.openxmlformats.org/officeDocument/2006/relationships/slide" Target="slides/slide276.xml"/><Relationship Id="rId284" Type="http://schemas.openxmlformats.org/officeDocument/2006/relationships/slide" Target="slides/slide277.xml"/><Relationship Id="rId285" Type="http://schemas.openxmlformats.org/officeDocument/2006/relationships/slide" Target="slides/slide278.xml"/><Relationship Id="rId286" Type="http://schemas.openxmlformats.org/officeDocument/2006/relationships/slide" Target="slides/slide279.xml"/><Relationship Id="rId287" Type="http://schemas.openxmlformats.org/officeDocument/2006/relationships/slide" Target="slides/slide280.xml"/><Relationship Id="rId288" Type="http://schemas.openxmlformats.org/officeDocument/2006/relationships/slide" Target="slides/slide281.xml"/><Relationship Id="rId289" Type="http://schemas.openxmlformats.org/officeDocument/2006/relationships/slide" Target="slides/slide282.xml"/><Relationship Id="rId290" Type="http://schemas.openxmlformats.org/officeDocument/2006/relationships/slide" Target="slides/slide283.xml"/><Relationship Id="rId291" Type="http://schemas.openxmlformats.org/officeDocument/2006/relationships/slide" Target="slides/slide284.xml"/><Relationship Id="rId292" Type="http://schemas.openxmlformats.org/officeDocument/2006/relationships/slide" Target="slides/slide285.xml"/><Relationship Id="rId293" Type="http://schemas.openxmlformats.org/officeDocument/2006/relationships/slide" Target="slides/slide286.xml"/><Relationship Id="rId294" Type="http://schemas.openxmlformats.org/officeDocument/2006/relationships/slide" Target="slides/slide287.xml"/><Relationship Id="rId295" Type="http://schemas.openxmlformats.org/officeDocument/2006/relationships/slide" Target="slides/slide288.xml"/><Relationship Id="rId296" Type="http://schemas.openxmlformats.org/officeDocument/2006/relationships/slide" Target="slides/slide289.xml"/><Relationship Id="rId297" Type="http://schemas.openxmlformats.org/officeDocument/2006/relationships/slide" Target="slides/slide290.xml"/><Relationship Id="rId298" Type="http://schemas.openxmlformats.org/officeDocument/2006/relationships/slide" Target="slides/slide291.xml"/><Relationship Id="rId299" Type="http://schemas.openxmlformats.org/officeDocument/2006/relationships/slide" Target="slides/slide292.xml"/><Relationship Id="rId300" Type="http://schemas.openxmlformats.org/officeDocument/2006/relationships/slide" Target="slides/slide293.xml"/><Relationship Id="rId301" Type="http://schemas.openxmlformats.org/officeDocument/2006/relationships/slide" Target="slides/slide294.xml"/><Relationship Id="rId302" Type="http://schemas.openxmlformats.org/officeDocument/2006/relationships/slide" Target="slides/slide295.xml"/><Relationship Id="rId303" Type="http://schemas.openxmlformats.org/officeDocument/2006/relationships/slide" Target="slides/slide296.xml"/><Relationship Id="rId304" Type="http://schemas.openxmlformats.org/officeDocument/2006/relationships/slide" Target="slides/slide297.xml"/><Relationship Id="rId305" Type="http://schemas.openxmlformats.org/officeDocument/2006/relationships/slide" Target="slides/slide298.xml"/><Relationship Id="rId306" Type="http://schemas.openxmlformats.org/officeDocument/2006/relationships/slide" Target="slides/slide299.xml"/><Relationship Id="rId307" Type="http://schemas.openxmlformats.org/officeDocument/2006/relationships/slide" Target="slides/slide300.xml"/><Relationship Id="rId308" Type="http://schemas.openxmlformats.org/officeDocument/2006/relationships/slide" Target="slides/slide301.xml"/><Relationship Id="rId309" Type="http://schemas.openxmlformats.org/officeDocument/2006/relationships/slide" Target="slides/slide302.xml"/><Relationship Id="rId310" Type="http://schemas.openxmlformats.org/officeDocument/2006/relationships/slide" Target="slides/slide303.xml"/><Relationship Id="rId311" Type="http://schemas.openxmlformats.org/officeDocument/2006/relationships/slide" Target="slides/slide304.xml"/><Relationship Id="rId312" Type="http://schemas.openxmlformats.org/officeDocument/2006/relationships/slide" Target="slides/slide305.xml"/><Relationship Id="rId313" Type="http://schemas.openxmlformats.org/officeDocument/2006/relationships/slide" Target="slides/slide306.xml"/><Relationship Id="rId314" Type="http://schemas.openxmlformats.org/officeDocument/2006/relationships/slide" Target="slides/slide307.xml"/><Relationship Id="rId315" Type="http://schemas.openxmlformats.org/officeDocument/2006/relationships/slide" Target="slides/slide308.xml"/><Relationship Id="rId316" Type="http://schemas.openxmlformats.org/officeDocument/2006/relationships/slide" Target="slides/slide309.xml"/><Relationship Id="rId317" Type="http://schemas.openxmlformats.org/officeDocument/2006/relationships/slide" Target="slides/slide310.xml"/><Relationship Id="rId318" Type="http://schemas.openxmlformats.org/officeDocument/2006/relationships/slide" Target="slides/slide311.xml"/><Relationship Id="rId319" Type="http://schemas.openxmlformats.org/officeDocument/2006/relationships/slide" Target="slides/slide312.xml"/><Relationship Id="rId320" Type="http://schemas.openxmlformats.org/officeDocument/2006/relationships/slide" Target="slides/slide313.xml"/><Relationship Id="rId321" Type="http://schemas.openxmlformats.org/officeDocument/2006/relationships/slide" Target="slides/slide314.xml"/><Relationship Id="rId322" Type="http://schemas.openxmlformats.org/officeDocument/2006/relationships/slide" Target="slides/slide315.xml"/><Relationship Id="rId323" Type="http://schemas.openxmlformats.org/officeDocument/2006/relationships/slide" Target="slides/slide316.xml"/><Relationship Id="rId324" Type="http://schemas.openxmlformats.org/officeDocument/2006/relationships/slide" Target="slides/slide317.xml"/><Relationship Id="rId325" Type="http://schemas.openxmlformats.org/officeDocument/2006/relationships/slide" Target="slides/slide318.xml"/><Relationship Id="rId326" Type="http://schemas.openxmlformats.org/officeDocument/2006/relationships/slide" Target="slides/slide319.xml"/><Relationship Id="rId327" Type="http://schemas.openxmlformats.org/officeDocument/2006/relationships/slide" Target="slides/slide320.xml"/><Relationship Id="rId328" Type="http://schemas.openxmlformats.org/officeDocument/2006/relationships/slide" Target="slides/slide321.xml"/><Relationship Id="rId329" Type="http://schemas.openxmlformats.org/officeDocument/2006/relationships/slide" Target="slides/slide322.xml"/><Relationship Id="rId330" Type="http://schemas.openxmlformats.org/officeDocument/2006/relationships/slide" Target="slides/slide323.xml"/><Relationship Id="rId331" Type="http://schemas.openxmlformats.org/officeDocument/2006/relationships/slide" Target="slides/slide324.xml"/><Relationship Id="rId332" Type="http://schemas.openxmlformats.org/officeDocument/2006/relationships/slide" Target="slides/slide325.xml"/><Relationship Id="rId333" Type="http://schemas.openxmlformats.org/officeDocument/2006/relationships/slide" Target="slides/slide326.xml"/><Relationship Id="rId334" Type="http://schemas.openxmlformats.org/officeDocument/2006/relationships/slide" Target="slides/slide327.xml"/><Relationship Id="rId335" Type="http://schemas.openxmlformats.org/officeDocument/2006/relationships/slide" Target="slides/slide328.xml"/><Relationship Id="rId336" Type="http://schemas.openxmlformats.org/officeDocument/2006/relationships/slide" Target="slides/slide329.xml"/><Relationship Id="rId337" Type="http://schemas.openxmlformats.org/officeDocument/2006/relationships/slide" Target="slides/slide330.xml"/><Relationship Id="rId338" Type="http://schemas.openxmlformats.org/officeDocument/2006/relationships/slide" Target="slides/slide331.xml"/><Relationship Id="rId339" Type="http://schemas.openxmlformats.org/officeDocument/2006/relationships/slide" Target="slides/slide332.xml"/><Relationship Id="rId340" Type="http://schemas.openxmlformats.org/officeDocument/2006/relationships/slide" Target="slides/slide333.xml"/><Relationship Id="rId341" Type="http://schemas.openxmlformats.org/officeDocument/2006/relationships/slide" Target="slides/slide334.xml"/><Relationship Id="rId342" Type="http://schemas.openxmlformats.org/officeDocument/2006/relationships/slide" Target="slides/slide335.xml"/><Relationship Id="rId343" Type="http://schemas.openxmlformats.org/officeDocument/2006/relationships/slide" Target="slides/slide336.xml"/><Relationship Id="rId344" Type="http://schemas.openxmlformats.org/officeDocument/2006/relationships/slide" Target="slides/slide337.xml"/><Relationship Id="rId345" Type="http://schemas.openxmlformats.org/officeDocument/2006/relationships/slide" Target="slides/slide338.xml"/><Relationship Id="rId346" Type="http://schemas.openxmlformats.org/officeDocument/2006/relationships/slide" Target="slides/slide339.xml"/><Relationship Id="rId347" Type="http://schemas.openxmlformats.org/officeDocument/2006/relationships/slide" Target="slides/slide340.xml"/><Relationship Id="rId348" Type="http://schemas.openxmlformats.org/officeDocument/2006/relationships/slide" Target="slides/slide341.xml"/><Relationship Id="rId349" Type="http://schemas.openxmlformats.org/officeDocument/2006/relationships/slide" Target="slides/slide342.xml"/><Relationship Id="rId350" Type="http://schemas.openxmlformats.org/officeDocument/2006/relationships/slide" Target="slides/slide343.xml"/><Relationship Id="rId351" Type="http://schemas.openxmlformats.org/officeDocument/2006/relationships/slide" Target="slides/slide344.xml"/><Relationship Id="rId352" Type="http://schemas.openxmlformats.org/officeDocument/2006/relationships/slide" Target="slides/slide345.xml"/><Relationship Id="rId353" Type="http://schemas.openxmlformats.org/officeDocument/2006/relationships/slide" Target="slides/slide346.xml"/><Relationship Id="rId354" Type="http://schemas.openxmlformats.org/officeDocument/2006/relationships/slide" Target="slides/slide347.xml"/><Relationship Id="rId355" Type="http://schemas.openxmlformats.org/officeDocument/2006/relationships/slide" Target="slides/slide348.xml"/><Relationship Id="rId356" Type="http://schemas.openxmlformats.org/officeDocument/2006/relationships/slide" Target="slides/slide349.xml"/><Relationship Id="rId357" Type="http://schemas.openxmlformats.org/officeDocument/2006/relationships/slide" Target="slides/slide350.xml"/><Relationship Id="rId358" Type="http://schemas.openxmlformats.org/officeDocument/2006/relationships/slide" Target="slides/slide351.xml"/><Relationship Id="rId359" Type="http://schemas.openxmlformats.org/officeDocument/2006/relationships/slide" Target="slides/slide352.xml"/><Relationship Id="rId360" Type="http://schemas.openxmlformats.org/officeDocument/2006/relationships/slide" Target="slides/slide353.xml"/><Relationship Id="rId361" Type="http://schemas.openxmlformats.org/officeDocument/2006/relationships/slide" Target="slides/slide354.xml"/><Relationship Id="rId362" Type="http://schemas.openxmlformats.org/officeDocument/2006/relationships/slide" Target="slides/slide355.xml"/><Relationship Id="rId363" Type="http://schemas.openxmlformats.org/officeDocument/2006/relationships/slide" Target="slides/slide356.xml"/><Relationship Id="rId364" Type="http://schemas.openxmlformats.org/officeDocument/2006/relationships/slide" Target="slides/slide357.xml"/><Relationship Id="rId365" Type="http://schemas.openxmlformats.org/officeDocument/2006/relationships/slide" Target="slides/slide358.xml"/><Relationship Id="rId366" Type="http://schemas.openxmlformats.org/officeDocument/2006/relationships/slide" Target="slides/slide359.xml"/><Relationship Id="rId367" Type="http://schemas.openxmlformats.org/officeDocument/2006/relationships/slide" Target="slides/slide360.xml"/><Relationship Id="rId368" Type="http://schemas.openxmlformats.org/officeDocument/2006/relationships/slide" Target="slides/slide361.xml"/><Relationship Id="rId369" Type="http://schemas.openxmlformats.org/officeDocument/2006/relationships/slide" Target="slides/slide362.xml"/><Relationship Id="rId370" Type="http://schemas.openxmlformats.org/officeDocument/2006/relationships/slide" Target="slides/slide363.xml"/><Relationship Id="rId371" Type="http://schemas.openxmlformats.org/officeDocument/2006/relationships/slide" Target="slides/slide364.xml"/><Relationship Id="rId372" Type="http://schemas.openxmlformats.org/officeDocument/2006/relationships/slide" Target="slides/slide365.xml"/><Relationship Id="rId373" Type="http://schemas.openxmlformats.org/officeDocument/2006/relationships/slide" Target="slides/slide366.xml"/><Relationship Id="rId374" Type="http://schemas.openxmlformats.org/officeDocument/2006/relationships/slide" Target="slides/slide367.xml"/><Relationship Id="rId375" Type="http://schemas.openxmlformats.org/officeDocument/2006/relationships/slide" Target="slides/slide368.xml"/><Relationship Id="rId376" Type="http://schemas.openxmlformats.org/officeDocument/2006/relationships/slide" Target="slides/slide369.xml"/><Relationship Id="rId377" Type="http://schemas.openxmlformats.org/officeDocument/2006/relationships/slide" Target="slides/slide370.xml"/><Relationship Id="rId378" Type="http://schemas.openxmlformats.org/officeDocument/2006/relationships/slide" Target="slides/slide371.xml"/><Relationship Id="rId379" Type="http://schemas.openxmlformats.org/officeDocument/2006/relationships/slide" Target="slides/slide372.xml"/><Relationship Id="rId380" Type="http://schemas.openxmlformats.org/officeDocument/2006/relationships/slide" Target="slides/slide373.xml"/><Relationship Id="rId381" Type="http://schemas.openxmlformats.org/officeDocument/2006/relationships/slide" Target="slides/slide374.xml"/><Relationship Id="rId382" Type="http://schemas.openxmlformats.org/officeDocument/2006/relationships/slide" Target="slides/slide375.xml"/><Relationship Id="rId383" Type="http://schemas.openxmlformats.org/officeDocument/2006/relationships/slide" Target="slides/slide376.xml"/><Relationship Id="rId384" Type="http://schemas.openxmlformats.org/officeDocument/2006/relationships/slide" Target="slides/slide377.xml"/><Relationship Id="rId385" Type="http://schemas.openxmlformats.org/officeDocument/2006/relationships/slide" Target="slides/slide378.xml"/><Relationship Id="rId386" Type="http://schemas.openxmlformats.org/officeDocument/2006/relationships/slide" Target="slides/slide379.xml"/><Relationship Id="rId387" Type="http://schemas.openxmlformats.org/officeDocument/2006/relationships/slide" Target="slides/slide380.xml"/><Relationship Id="rId388" Type="http://schemas.openxmlformats.org/officeDocument/2006/relationships/slide" Target="slides/slide381.xml"/><Relationship Id="rId389" Type="http://schemas.openxmlformats.org/officeDocument/2006/relationships/slide" Target="slides/slide382.xml"/><Relationship Id="rId390" Type="http://schemas.openxmlformats.org/officeDocument/2006/relationships/slide" Target="slides/slide383.xml"/><Relationship Id="rId391" Type="http://schemas.openxmlformats.org/officeDocument/2006/relationships/slide" Target="slides/slide384.xml"/><Relationship Id="rId392" Type="http://schemas.openxmlformats.org/officeDocument/2006/relationships/slide" Target="slides/slide385.xml"/><Relationship Id="rId393" Type="http://schemas.openxmlformats.org/officeDocument/2006/relationships/slide" Target="slides/slide386.xml"/><Relationship Id="rId394" Type="http://schemas.openxmlformats.org/officeDocument/2006/relationships/slide" Target="slides/slide387.xml"/><Relationship Id="rId395" Type="http://schemas.openxmlformats.org/officeDocument/2006/relationships/slide" Target="slides/slide388.xml"/><Relationship Id="rId396" Type="http://schemas.openxmlformats.org/officeDocument/2006/relationships/slide" Target="slides/slide389.xml"/><Relationship Id="rId397" Type="http://schemas.openxmlformats.org/officeDocument/2006/relationships/slide" Target="slides/slide390.xml"/><Relationship Id="rId398" Type="http://schemas.openxmlformats.org/officeDocument/2006/relationships/slide" Target="slides/slide391.xml"/><Relationship Id="rId399" Type="http://schemas.openxmlformats.org/officeDocument/2006/relationships/slide" Target="slides/slide392.xml"/><Relationship Id="rId400" Type="http://schemas.openxmlformats.org/officeDocument/2006/relationships/slide" Target="slides/slide393.xml"/><Relationship Id="rId401" Type="http://schemas.openxmlformats.org/officeDocument/2006/relationships/slide" Target="slides/slide394.xml"/><Relationship Id="rId402" Type="http://schemas.openxmlformats.org/officeDocument/2006/relationships/slide" Target="slides/slide395.xml"/><Relationship Id="rId403" Type="http://schemas.openxmlformats.org/officeDocument/2006/relationships/slide" Target="slides/slide396.xml"/><Relationship Id="rId404" Type="http://schemas.openxmlformats.org/officeDocument/2006/relationships/slide" Target="slides/slide397.xml"/><Relationship Id="rId405" Type="http://schemas.openxmlformats.org/officeDocument/2006/relationships/slide" Target="slides/slide398.xml"/><Relationship Id="rId406" Type="http://schemas.openxmlformats.org/officeDocument/2006/relationships/slide" Target="slides/slide399.xml"/><Relationship Id="rId407" Type="http://schemas.openxmlformats.org/officeDocument/2006/relationships/slide" Target="slides/slide400.xml"/><Relationship Id="rId408" Type="http://schemas.openxmlformats.org/officeDocument/2006/relationships/slide" Target="slides/slide401.xml"/><Relationship Id="rId409" Type="http://schemas.openxmlformats.org/officeDocument/2006/relationships/slide" Target="slides/slide402.xml"/><Relationship Id="rId410" Type="http://schemas.openxmlformats.org/officeDocument/2006/relationships/slide" Target="slides/slide403.xml"/><Relationship Id="rId411" Type="http://schemas.openxmlformats.org/officeDocument/2006/relationships/slide" Target="slides/slide404.xml"/><Relationship Id="rId412" Type="http://schemas.openxmlformats.org/officeDocument/2006/relationships/slide" Target="slides/slide405.xml"/><Relationship Id="rId413" Type="http://schemas.openxmlformats.org/officeDocument/2006/relationships/slide" Target="slides/slide406.xml"/><Relationship Id="rId414" Type="http://schemas.openxmlformats.org/officeDocument/2006/relationships/slide" Target="slides/slide407.xml"/><Relationship Id="rId415" Type="http://schemas.openxmlformats.org/officeDocument/2006/relationships/slide" Target="slides/slide408.xml"/><Relationship Id="rId416" Type="http://schemas.openxmlformats.org/officeDocument/2006/relationships/slide" Target="slides/slide409.xml"/><Relationship Id="rId417" Type="http://schemas.openxmlformats.org/officeDocument/2006/relationships/slide" Target="slides/slide410.xml"/><Relationship Id="rId418" Type="http://schemas.openxmlformats.org/officeDocument/2006/relationships/slide" Target="slides/slide411.xml"/><Relationship Id="rId419" Type="http://schemas.openxmlformats.org/officeDocument/2006/relationships/slide" Target="slides/slide412.xml"/><Relationship Id="rId420" Type="http://schemas.openxmlformats.org/officeDocument/2006/relationships/slide" Target="slides/slide413.xml"/><Relationship Id="rId421" Type="http://schemas.openxmlformats.org/officeDocument/2006/relationships/slide" Target="slides/slide414.xml"/><Relationship Id="rId422" Type="http://schemas.openxmlformats.org/officeDocument/2006/relationships/slide" Target="slides/slide415.xml"/><Relationship Id="rId423" Type="http://schemas.openxmlformats.org/officeDocument/2006/relationships/slide" Target="slides/slide416.xml"/><Relationship Id="rId424" Type="http://schemas.openxmlformats.org/officeDocument/2006/relationships/slide" Target="slides/slide417.xml"/><Relationship Id="rId425" Type="http://schemas.openxmlformats.org/officeDocument/2006/relationships/slide" Target="slides/slide418.xml"/><Relationship Id="rId426" Type="http://schemas.openxmlformats.org/officeDocument/2006/relationships/slide" Target="slides/slide419.xml"/><Relationship Id="rId427" Type="http://schemas.openxmlformats.org/officeDocument/2006/relationships/slide" Target="slides/slide420.xml"/><Relationship Id="rId428" Type="http://schemas.openxmlformats.org/officeDocument/2006/relationships/slide" Target="slides/slide421.xml"/><Relationship Id="rId429" Type="http://schemas.openxmlformats.org/officeDocument/2006/relationships/slide" Target="slides/slide422.xml"/><Relationship Id="rId430" Type="http://schemas.openxmlformats.org/officeDocument/2006/relationships/slide" Target="slides/slide423.xml"/><Relationship Id="rId431" Type="http://schemas.openxmlformats.org/officeDocument/2006/relationships/slide" Target="slides/slide424.xml"/><Relationship Id="rId432" Type="http://schemas.openxmlformats.org/officeDocument/2006/relationships/slide" Target="slides/slide425.xml"/><Relationship Id="rId433" Type="http://schemas.openxmlformats.org/officeDocument/2006/relationships/slide" Target="slides/slide426.xml"/><Relationship Id="rId434" Type="http://schemas.openxmlformats.org/officeDocument/2006/relationships/slide" Target="slides/slide427.xml"/><Relationship Id="rId435" Type="http://schemas.openxmlformats.org/officeDocument/2006/relationships/slide" Target="slides/slide428.xml"/><Relationship Id="rId436" Type="http://schemas.openxmlformats.org/officeDocument/2006/relationships/slide" Target="slides/slide429.xml"/><Relationship Id="rId437" Type="http://schemas.openxmlformats.org/officeDocument/2006/relationships/slide" Target="slides/slide430.xml"/><Relationship Id="rId438" Type="http://schemas.openxmlformats.org/officeDocument/2006/relationships/slide" Target="slides/slide431.xml"/><Relationship Id="rId439" Type="http://schemas.openxmlformats.org/officeDocument/2006/relationships/slide" Target="slides/slide432.xml"/><Relationship Id="rId440" Type="http://schemas.openxmlformats.org/officeDocument/2006/relationships/slide" Target="slides/slide433.xml"/><Relationship Id="rId441" Type="http://schemas.openxmlformats.org/officeDocument/2006/relationships/slide" Target="slides/slide434.xml"/><Relationship Id="rId442" Type="http://schemas.openxmlformats.org/officeDocument/2006/relationships/slide" Target="slides/slide435.xml"/><Relationship Id="rId443" Type="http://schemas.openxmlformats.org/officeDocument/2006/relationships/slide" Target="slides/slide436.xml"/><Relationship Id="rId444" Type="http://schemas.openxmlformats.org/officeDocument/2006/relationships/slide" Target="slides/slide437.xml"/><Relationship Id="rId445" Type="http://schemas.openxmlformats.org/officeDocument/2006/relationships/slide" Target="slides/slide438.xml"/><Relationship Id="rId446" Type="http://schemas.openxmlformats.org/officeDocument/2006/relationships/slide" Target="slides/slide439.xml"/><Relationship Id="rId447" Type="http://schemas.openxmlformats.org/officeDocument/2006/relationships/slide" Target="slides/slide440.xml"/><Relationship Id="rId448" Type="http://schemas.openxmlformats.org/officeDocument/2006/relationships/slide" Target="slides/slide441.xml"/><Relationship Id="rId449" Type="http://schemas.openxmlformats.org/officeDocument/2006/relationships/slide" Target="slides/slide442.xml"/><Relationship Id="rId450" Type="http://schemas.openxmlformats.org/officeDocument/2006/relationships/slide" Target="slides/slide443.xml"/><Relationship Id="rId451" Type="http://schemas.openxmlformats.org/officeDocument/2006/relationships/slide" Target="slides/slide444.xml"/><Relationship Id="rId452" Type="http://schemas.openxmlformats.org/officeDocument/2006/relationships/slide" Target="slides/slide445.xml"/><Relationship Id="rId453" Type="http://schemas.openxmlformats.org/officeDocument/2006/relationships/slide" Target="slides/slide446.xml"/><Relationship Id="rId454" Type="http://schemas.openxmlformats.org/officeDocument/2006/relationships/slide" Target="slides/slide447.xml"/><Relationship Id="rId455" Type="http://schemas.openxmlformats.org/officeDocument/2006/relationships/slide" Target="slides/slide448.xml"/><Relationship Id="rId456" Type="http://schemas.openxmlformats.org/officeDocument/2006/relationships/slide" Target="slides/slide449.xml"/><Relationship Id="rId457" Type="http://schemas.openxmlformats.org/officeDocument/2006/relationships/slide" Target="slides/slide450.xml"/><Relationship Id="rId458" Type="http://schemas.openxmlformats.org/officeDocument/2006/relationships/slide" Target="slides/slide451.xml"/><Relationship Id="rId459" Type="http://schemas.openxmlformats.org/officeDocument/2006/relationships/slide" Target="slides/slide452.xml"/><Relationship Id="rId460" Type="http://schemas.openxmlformats.org/officeDocument/2006/relationships/slide" Target="slides/slide453.xml"/><Relationship Id="rId461" Type="http://schemas.openxmlformats.org/officeDocument/2006/relationships/slide" Target="slides/slide454.xml"/><Relationship Id="rId462" Type="http://schemas.openxmlformats.org/officeDocument/2006/relationships/slide" Target="slides/slide455.xml"/><Relationship Id="rId463" Type="http://schemas.openxmlformats.org/officeDocument/2006/relationships/slide" Target="slides/slide456.xml"/><Relationship Id="rId464" Type="http://schemas.openxmlformats.org/officeDocument/2006/relationships/slide" Target="slides/slide457.xml"/><Relationship Id="rId465" Type="http://schemas.openxmlformats.org/officeDocument/2006/relationships/slide" Target="slides/slide458.xml"/><Relationship Id="rId466" Type="http://schemas.openxmlformats.org/officeDocument/2006/relationships/slide" Target="slides/slide459.xml"/><Relationship Id="rId467" Type="http://schemas.openxmlformats.org/officeDocument/2006/relationships/slide" Target="slides/slide460.xml"/><Relationship Id="rId468" Type="http://schemas.openxmlformats.org/officeDocument/2006/relationships/slide" Target="slides/slide461.xml"/><Relationship Id="rId469" Type="http://schemas.openxmlformats.org/officeDocument/2006/relationships/slide" Target="slides/slide462.xml"/><Relationship Id="rId470" Type="http://schemas.openxmlformats.org/officeDocument/2006/relationships/slide" Target="slides/slide463.xml"/><Relationship Id="rId471" Type="http://schemas.openxmlformats.org/officeDocument/2006/relationships/slide" Target="slides/slide464.xml"/><Relationship Id="rId472" Type="http://schemas.openxmlformats.org/officeDocument/2006/relationships/slide" Target="slides/slide465.xml"/><Relationship Id="rId473" Type="http://schemas.openxmlformats.org/officeDocument/2006/relationships/slide" Target="slides/slide466.xml"/><Relationship Id="rId474" Type="http://schemas.openxmlformats.org/officeDocument/2006/relationships/slide" Target="slides/slide467.xml"/><Relationship Id="rId475" Type="http://schemas.openxmlformats.org/officeDocument/2006/relationships/slide" Target="slides/slide468.xml"/><Relationship Id="rId476" Type="http://schemas.openxmlformats.org/officeDocument/2006/relationships/slide" Target="slides/slide469.xml"/><Relationship Id="rId477" Type="http://schemas.openxmlformats.org/officeDocument/2006/relationships/slide" Target="slides/slide470.xml"/><Relationship Id="rId478" Type="http://schemas.openxmlformats.org/officeDocument/2006/relationships/slide" Target="slides/slide471.xml"/><Relationship Id="rId479" Type="http://schemas.openxmlformats.org/officeDocument/2006/relationships/slide" Target="slides/slide472.xml"/><Relationship Id="rId480" Type="http://schemas.openxmlformats.org/officeDocument/2006/relationships/slide" Target="slides/slide473.xml"/><Relationship Id="rId481" Type="http://schemas.openxmlformats.org/officeDocument/2006/relationships/slide" Target="slides/slide474.xml"/><Relationship Id="rId482" Type="http://schemas.openxmlformats.org/officeDocument/2006/relationships/slide" Target="slides/slide475.xml"/><Relationship Id="rId483" Type="http://schemas.openxmlformats.org/officeDocument/2006/relationships/slide" Target="slides/slide476.xml"/><Relationship Id="rId484" Type="http://schemas.openxmlformats.org/officeDocument/2006/relationships/slide" Target="slides/slide477.xml"/><Relationship Id="rId485" Type="http://schemas.openxmlformats.org/officeDocument/2006/relationships/slide" Target="slides/slide478.xml"/><Relationship Id="rId486" Type="http://schemas.openxmlformats.org/officeDocument/2006/relationships/slide" Target="slides/slide479.xml"/><Relationship Id="rId487" Type="http://schemas.openxmlformats.org/officeDocument/2006/relationships/slide" Target="slides/slide480.xml"/><Relationship Id="rId488" Type="http://schemas.openxmlformats.org/officeDocument/2006/relationships/slide" Target="slides/slide481.xml"/><Relationship Id="rId489" Type="http://schemas.openxmlformats.org/officeDocument/2006/relationships/slide" Target="slides/slide482.xml"/><Relationship Id="rId490" Type="http://schemas.openxmlformats.org/officeDocument/2006/relationships/slide" Target="slides/slide483.xml"/><Relationship Id="rId491" Type="http://schemas.openxmlformats.org/officeDocument/2006/relationships/slide" Target="slides/slide484.xml"/><Relationship Id="rId492" Type="http://schemas.openxmlformats.org/officeDocument/2006/relationships/slide" Target="slides/slide485.xml"/><Relationship Id="rId493" Type="http://schemas.openxmlformats.org/officeDocument/2006/relationships/slide" Target="slides/slide486.xml"/><Relationship Id="rId494" Type="http://schemas.openxmlformats.org/officeDocument/2006/relationships/slide" Target="slides/slide487.xml"/><Relationship Id="rId495" Type="http://schemas.openxmlformats.org/officeDocument/2006/relationships/slide" Target="slides/slide488.xml"/><Relationship Id="rId496" Type="http://schemas.openxmlformats.org/officeDocument/2006/relationships/slide" Target="slides/slide489.xml"/><Relationship Id="rId497" Type="http://schemas.openxmlformats.org/officeDocument/2006/relationships/slide" Target="slides/slide490.xml"/><Relationship Id="rId498" Type="http://schemas.openxmlformats.org/officeDocument/2006/relationships/slide" Target="slides/slide491.xml"/><Relationship Id="rId499" Type="http://schemas.openxmlformats.org/officeDocument/2006/relationships/slide" Target="slides/slide492.xml"/><Relationship Id="rId500" Type="http://schemas.openxmlformats.org/officeDocument/2006/relationships/slide" Target="slides/slide493.xml"/><Relationship Id="rId501" Type="http://schemas.openxmlformats.org/officeDocument/2006/relationships/slide" Target="slides/slide494.xml"/><Relationship Id="rId502" Type="http://schemas.openxmlformats.org/officeDocument/2006/relationships/slide" Target="slides/slide495.xml"/><Relationship Id="rId503" Type="http://schemas.openxmlformats.org/officeDocument/2006/relationships/slide" Target="slides/slide496.xml"/><Relationship Id="rId504" Type="http://schemas.openxmlformats.org/officeDocument/2006/relationships/slide" Target="slides/slide497.xml"/><Relationship Id="rId505" Type="http://schemas.openxmlformats.org/officeDocument/2006/relationships/slide" Target="slides/slide498.xml"/><Relationship Id="rId506" Type="http://schemas.openxmlformats.org/officeDocument/2006/relationships/slide" Target="slides/slide499.xml"/><Relationship Id="rId507" Type="http://schemas.openxmlformats.org/officeDocument/2006/relationships/slide" Target="slides/slide500.xml"/><Relationship Id="rId508" Type="http://schemas.openxmlformats.org/officeDocument/2006/relationships/slide" Target="slides/slide501.xml"/><Relationship Id="rId509" Type="http://schemas.openxmlformats.org/officeDocument/2006/relationships/slide" Target="slides/slide502.xml"/><Relationship Id="rId510" Type="http://schemas.openxmlformats.org/officeDocument/2006/relationships/slide" Target="slides/slide503.xml"/><Relationship Id="rId511" Type="http://schemas.openxmlformats.org/officeDocument/2006/relationships/slide" Target="slides/slide504.xml"/><Relationship Id="rId512" Type="http://schemas.openxmlformats.org/officeDocument/2006/relationships/slide" Target="slides/slide505.xml"/><Relationship Id="rId513" Type="http://schemas.openxmlformats.org/officeDocument/2006/relationships/slide" Target="slides/slide506.xml"/><Relationship Id="rId514" Type="http://schemas.openxmlformats.org/officeDocument/2006/relationships/slide" Target="slides/slide507.xml"/><Relationship Id="rId515" Type="http://schemas.openxmlformats.org/officeDocument/2006/relationships/slide" Target="slides/slide508.xml"/><Relationship Id="rId516" Type="http://schemas.openxmlformats.org/officeDocument/2006/relationships/slide" Target="slides/slide509.xml"/><Relationship Id="rId517" Type="http://schemas.openxmlformats.org/officeDocument/2006/relationships/slide" Target="slides/slide510.xml"/><Relationship Id="rId518" Type="http://schemas.openxmlformats.org/officeDocument/2006/relationships/slide" Target="slides/slide511.xml"/><Relationship Id="rId519" Type="http://schemas.openxmlformats.org/officeDocument/2006/relationships/slide" Target="slides/slide512.xml"/><Relationship Id="rId520" Type="http://schemas.openxmlformats.org/officeDocument/2006/relationships/slide" Target="slides/slide513.xml"/><Relationship Id="rId521" Type="http://schemas.openxmlformats.org/officeDocument/2006/relationships/slide" Target="slides/slide514.xml"/><Relationship Id="rId522" Type="http://schemas.openxmlformats.org/officeDocument/2006/relationships/slide" Target="slides/slide515.xml"/><Relationship Id="rId523" Type="http://schemas.openxmlformats.org/officeDocument/2006/relationships/slide" Target="slides/slide516.xml"/><Relationship Id="rId524" Type="http://schemas.openxmlformats.org/officeDocument/2006/relationships/slide" Target="slides/slide517.xml"/><Relationship Id="rId525" Type="http://schemas.openxmlformats.org/officeDocument/2006/relationships/slide" Target="slides/slide518.xml"/><Relationship Id="rId526" Type="http://schemas.openxmlformats.org/officeDocument/2006/relationships/slide" Target="slides/slide519.xml"/><Relationship Id="rId527" Type="http://schemas.openxmlformats.org/officeDocument/2006/relationships/slide" Target="slides/slide520.xml"/><Relationship Id="rId528" Type="http://schemas.openxmlformats.org/officeDocument/2006/relationships/slide" Target="slides/slide521.xml"/><Relationship Id="rId529" Type="http://schemas.openxmlformats.org/officeDocument/2006/relationships/slide" Target="slides/slide522.xml"/><Relationship Id="rId530" Type="http://schemas.openxmlformats.org/officeDocument/2006/relationships/slide" Target="slides/slide523.xml"/><Relationship Id="rId531" Type="http://schemas.openxmlformats.org/officeDocument/2006/relationships/slide" Target="slides/slide524.xml"/><Relationship Id="rId532" Type="http://schemas.openxmlformats.org/officeDocument/2006/relationships/slide" Target="slides/slide525.xml"/><Relationship Id="rId533" Type="http://schemas.openxmlformats.org/officeDocument/2006/relationships/slide" Target="slides/slide526.xml"/><Relationship Id="rId534" Type="http://schemas.openxmlformats.org/officeDocument/2006/relationships/slide" Target="slides/slide527.xml"/><Relationship Id="rId535" Type="http://schemas.openxmlformats.org/officeDocument/2006/relationships/slide" Target="slides/slide528.xml"/><Relationship Id="rId536" Type="http://schemas.openxmlformats.org/officeDocument/2006/relationships/slide" Target="slides/slide529.xml"/><Relationship Id="rId537" Type="http://schemas.openxmlformats.org/officeDocument/2006/relationships/slide" Target="slides/slide530.xml"/><Relationship Id="rId538" Type="http://schemas.openxmlformats.org/officeDocument/2006/relationships/slide" Target="slides/slide531.xml"/><Relationship Id="rId539" Type="http://schemas.openxmlformats.org/officeDocument/2006/relationships/slide" Target="slides/slide532.xml"/><Relationship Id="rId540" Type="http://schemas.openxmlformats.org/officeDocument/2006/relationships/slide" Target="slides/slide533.xml"/><Relationship Id="rId541" Type="http://schemas.openxmlformats.org/officeDocument/2006/relationships/slide" Target="slides/slide534.xml"/><Relationship Id="rId542" Type="http://schemas.openxmlformats.org/officeDocument/2006/relationships/slide" Target="slides/slide535.xml"/><Relationship Id="rId543" Type="http://schemas.openxmlformats.org/officeDocument/2006/relationships/slide" Target="slides/slide536.xml"/><Relationship Id="rId544" Type="http://schemas.openxmlformats.org/officeDocument/2006/relationships/slide" Target="slides/slide537.xml"/><Relationship Id="rId545" Type="http://schemas.openxmlformats.org/officeDocument/2006/relationships/slide" Target="slides/slide538.xml"/><Relationship Id="rId546" Type="http://schemas.openxmlformats.org/officeDocument/2006/relationships/slide" Target="slides/slide539.xml"/><Relationship Id="rId547" Type="http://schemas.openxmlformats.org/officeDocument/2006/relationships/slide" Target="slides/slide540.xml"/><Relationship Id="rId548" Type="http://schemas.openxmlformats.org/officeDocument/2006/relationships/slide" Target="slides/slide541.xml"/><Relationship Id="rId549" Type="http://schemas.openxmlformats.org/officeDocument/2006/relationships/slide" Target="slides/slide542.xml"/><Relationship Id="rId550" Type="http://schemas.openxmlformats.org/officeDocument/2006/relationships/slide" Target="slides/slide543.xml"/><Relationship Id="rId551" Type="http://schemas.openxmlformats.org/officeDocument/2006/relationships/slide" Target="slides/slide544.xml"/><Relationship Id="rId552" Type="http://schemas.openxmlformats.org/officeDocument/2006/relationships/slide" Target="slides/slide545.xml"/><Relationship Id="rId553" Type="http://schemas.openxmlformats.org/officeDocument/2006/relationships/slide" Target="slides/slide546.xml"/><Relationship Id="rId554" Type="http://schemas.openxmlformats.org/officeDocument/2006/relationships/slide" Target="slides/slide547.xml"/><Relationship Id="rId555" Type="http://schemas.openxmlformats.org/officeDocument/2006/relationships/slide" Target="slides/slide548.xml"/><Relationship Id="rId556" Type="http://schemas.openxmlformats.org/officeDocument/2006/relationships/slide" Target="slides/slide549.xml"/><Relationship Id="rId557" Type="http://schemas.openxmlformats.org/officeDocument/2006/relationships/slide" Target="slides/slide550.xml"/><Relationship Id="rId558" Type="http://schemas.openxmlformats.org/officeDocument/2006/relationships/slide" Target="slides/slide551.xml"/><Relationship Id="rId559" Type="http://schemas.openxmlformats.org/officeDocument/2006/relationships/slide" Target="slides/slide552.xml"/><Relationship Id="rId560" Type="http://schemas.openxmlformats.org/officeDocument/2006/relationships/slide" Target="slides/slide553.xml"/><Relationship Id="rId561" Type="http://schemas.openxmlformats.org/officeDocument/2006/relationships/slide" Target="slides/slide554.xml"/><Relationship Id="rId562" Type="http://schemas.openxmlformats.org/officeDocument/2006/relationships/slide" Target="slides/slide555.xml"/><Relationship Id="rId563" Type="http://schemas.openxmlformats.org/officeDocument/2006/relationships/slide" Target="slides/slide556.xml"/><Relationship Id="rId564" Type="http://schemas.openxmlformats.org/officeDocument/2006/relationships/slide" Target="slides/slide557.xml"/><Relationship Id="rId565" Type="http://schemas.openxmlformats.org/officeDocument/2006/relationships/slide" Target="slides/slide558.xml"/><Relationship Id="rId566" Type="http://schemas.openxmlformats.org/officeDocument/2006/relationships/slide" Target="slides/slide559.xml"/><Relationship Id="rId567" Type="http://schemas.openxmlformats.org/officeDocument/2006/relationships/slide" Target="slides/slide560.xml"/><Relationship Id="rId568" Type="http://schemas.openxmlformats.org/officeDocument/2006/relationships/slide" Target="slides/slide561.xml"/><Relationship Id="rId569" Type="http://schemas.openxmlformats.org/officeDocument/2006/relationships/slide" Target="slides/slide562.xml"/><Relationship Id="rId570" Type="http://schemas.openxmlformats.org/officeDocument/2006/relationships/slide" Target="slides/slide563.xml"/><Relationship Id="rId571" Type="http://schemas.openxmlformats.org/officeDocument/2006/relationships/slide" Target="slides/slide564.xml"/><Relationship Id="rId572" Type="http://schemas.openxmlformats.org/officeDocument/2006/relationships/slide" Target="slides/slide565.xml"/><Relationship Id="rId573" Type="http://schemas.openxmlformats.org/officeDocument/2006/relationships/slide" Target="slides/slide566.xml"/><Relationship Id="rId574" Type="http://schemas.openxmlformats.org/officeDocument/2006/relationships/slide" Target="slides/slide567.xml"/><Relationship Id="rId575" Type="http://schemas.openxmlformats.org/officeDocument/2006/relationships/slide" Target="slides/slide568.xml"/><Relationship Id="rId576" Type="http://schemas.openxmlformats.org/officeDocument/2006/relationships/slide" Target="slides/slide569.xml"/><Relationship Id="rId577" Type="http://schemas.openxmlformats.org/officeDocument/2006/relationships/slide" Target="slides/slide570.xml"/><Relationship Id="rId578" Type="http://schemas.openxmlformats.org/officeDocument/2006/relationships/slide" Target="slides/slide571.xml"/><Relationship Id="rId579" Type="http://schemas.openxmlformats.org/officeDocument/2006/relationships/slide" Target="slides/slide572.xml"/><Relationship Id="rId580" Type="http://schemas.openxmlformats.org/officeDocument/2006/relationships/slide" Target="slides/slide573.xml"/><Relationship Id="rId581" Type="http://schemas.openxmlformats.org/officeDocument/2006/relationships/slide" Target="slides/slide574.xml"/><Relationship Id="rId582" Type="http://schemas.openxmlformats.org/officeDocument/2006/relationships/slide" Target="slides/slide575.xml"/><Relationship Id="rId583" Type="http://schemas.openxmlformats.org/officeDocument/2006/relationships/slide" Target="slides/slide576.xml"/><Relationship Id="rId584" Type="http://schemas.openxmlformats.org/officeDocument/2006/relationships/slide" Target="slides/slide577.xml"/><Relationship Id="rId585" Type="http://schemas.openxmlformats.org/officeDocument/2006/relationships/slide" Target="slides/slide578.xml"/><Relationship Id="rId586" Type="http://schemas.openxmlformats.org/officeDocument/2006/relationships/slide" Target="slides/slide579.xml"/><Relationship Id="rId587" Type="http://schemas.openxmlformats.org/officeDocument/2006/relationships/slide" Target="slides/slide580.xml"/><Relationship Id="rId588" Type="http://schemas.openxmlformats.org/officeDocument/2006/relationships/slide" Target="slides/slide581.xml"/><Relationship Id="rId589" Type="http://schemas.openxmlformats.org/officeDocument/2006/relationships/slide" Target="slides/slide582.xml"/><Relationship Id="rId590" Type="http://schemas.openxmlformats.org/officeDocument/2006/relationships/slide" Target="slides/slide583.xml"/><Relationship Id="rId591" Type="http://schemas.openxmlformats.org/officeDocument/2006/relationships/slide" Target="slides/slide584.xml"/><Relationship Id="rId592" Type="http://schemas.openxmlformats.org/officeDocument/2006/relationships/slide" Target="slides/slide585.xml"/><Relationship Id="rId593" Type="http://schemas.openxmlformats.org/officeDocument/2006/relationships/slide" Target="slides/slide586.xml"/><Relationship Id="rId594" Type="http://schemas.openxmlformats.org/officeDocument/2006/relationships/slide" Target="slides/slide587.xml"/><Relationship Id="rId595" Type="http://schemas.openxmlformats.org/officeDocument/2006/relationships/slide" Target="slides/slide588.xml"/><Relationship Id="rId596" Type="http://schemas.openxmlformats.org/officeDocument/2006/relationships/slide" Target="slides/slide589.xml"/><Relationship Id="rId597" Type="http://schemas.openxmlformats.org/officeDocument/2006/relationships/slide" Target="slides/slide590.xml"/><Relationship Id="rId598" Type="http://schemas.openxmlformats.org/officeDocument/2006/relationships/slide" Target="slides/slide591.xml"/><Relationship Id="rId599" Type="http://schemas.openxmlformats.org/officeDocument/2006/relationships/slide" Target="slides/slide592.xml"/><Relationship Id="rId600" Type="http://schemas.openxmlformats.org/officeDocument/2006/relationships/slide" Target="slides/slide593.xml"/><Relationship Id="rId601" Type="http://schemas.openxmlformats.org/officeDocument/2006/relationships/slide" Target="slides/slide594.xml"/><Relationship Id="rId602" Type="http://schemas.openxmlformats.org/officeDocument/2006/relationships/slide" Target="slides/slide595.xml"/><Relationship Id="rId603" Type="http://schemas.openxmlformats.org/officeDocument/2006/relationships/slide" Target="slides/slide596.xml"/><Relationship Id="rId604" Type="http://schemas.openxmlformats.org/officeDocument/2006/relationships/slide" Target="slides/slide597.xml"/><Relationship Id="rId605" Type="http://schemas.openxmlformats.org/officeDocument/2006/relationships/slide" Target="slides/slide598.xml"/><Relationship Id="rId606" Type="http://schemas.openxmlformats.org/officeDocument/2006/relationships/slide" Target="slides/slide599.xml"/><Relationship Id="rId607" Type="http://schemas.openxmlformats.org/officeDocument/2006/relationships/slide" Target="slides/slide600.xml"/><Relationship Id="rId608" Type="http://schemas.openxmlformats.org/officeDocument/2006/relationships/slide" Target="slides/slide601.xml"/><Relationship Id="rId609" Type="http://schemas.openxmlformats.org/officeDocument/2006/relationships/slide" Target="slides/slide602.xml"/><Relationship Id="rId610" Type="http://schemas.openxmlformats.org/officeDocument/2006/relationships/slide" Target="slides/slide603.xml"/><Relationship Id="rId611" Type="http://schemas.openxmlformats.org/officeDocument/2006/relationships/slide" Target="slides/slide604.xml"/><Relationship Id="rId612" Type="http://schemas.openxmlformats.org/officeDocument/2006/relationships/slide" Target="slides/slide605.xml"/><Relationship Id="rId613" Type="http://schemas.openxmlformats.org/officeDocument/2006/relationships/slide" Target="slides/slide606.xml"/><Relationship Id="rId614" Type="http://schemas.openxmlformats.org/officeDocument/2006/relationships/slide" Target="slides/slide607.xml"/><Relationship Id="rId615" Type="http://schemas.openxmlformats.org/officeDocument/2006/relationships/slide" Target="slides/slide608.xml"/><Relationship Id="rId616" Type="http://schemas.openxmlformats.org/officeDocument/2006/relationships/slide" Target="slides/slide609.xml"/><Relationship Id="rId617" Type="http://schemas.openxmlformats.org/officeDocument/2006/relationships/slide" Target="slides/slide610.xml"/><Relationship Id="rId618" Type="http://schemas.openxmlformats.org/officeDocument/2006/relationships/slide" Target="slides/slide611.xml"/><Relationship Id="rId619" Type="http://schemas.openxmlformats.org/officeDocument/2006/relationships/slide" Target="slides/slide612.xml"/><Relationship Id="rId620" Type="http://schemas.openxmlformats.org/officeDocument/2006/relationships/slide" Target="slides/slide613.xml"/><Relationship Id="rId621" Type="http://schemas.openxmlformats.org/officeDocument/2006/relationships/slide" Target="slides/slide614.xml"/><Relationship Id="rId622" Type="http://schemas.openxmlformats.org/officeDocument/2006/relationships/slide" Target="slides/slide615.xml"/><Relationship Id="rId623" Type="http://schemas.openxmlformats.org/officeDocument/2006/relationships/slide" Target="slides/slide616.xml"/><Relationship Id="rId624" Type="http://schemas.openxmlformats.org/officeDocument/2006/relationships/slide" Target="slides/slide617.xml"/><Relationship Id="rId625" Type="http://schemas.openxmlformats.org/officeDocument/2006/relationships/slide" Target="slides/slide618.xml"/><Relationship Id="rId626" Type="http://schemas.openxmlformats.org/officeDocument/2006/relationships/slide" Target="slides/slide619.xml"/><Relationship Id="rId627" Type="http://schemas.openxmlformats.org/officeDocument/2006/relationships/slide" Target="slides/slide620.xml"/><Relationship Id="rId628" Type="http://schemas.openxmlformats.org/officeDocument/2006/relationships/slide" Target="slides/slide621.xml"/><Relationship Id="rId629" Type="http://schemas.openxmlformats.org/officeDocument/2006/relationships/slide" Target="slides/slide622.xml"/><Relationship Id="rId630" Type="http://schemas.openxmlformats.org/officeDocument/2006/relationships/slide" Target="slides/slide623.xml"/><Relationship Id="rId631" Type="http://schemas.openxmlformats.org/officeDocument/2006/relationships/slide" Target="slides/slide624.xml"/><Relationship Id="rId632" Type="http://schemas.openxmlformats.org/officeDocument/2006/relationships/slide" Target="slides/slide625.xml"/><Relationship Id="rId633" Type="http://schemas.openxmlformats.org/officeDocument/2006/relationships/slide" Target="slides/slide626.xml"/><Relationship Id="rId634" Type="http://schemas.openxmlformats.org/officeDocument/2006/relationships/slide" Target="slides/slide627.xml"/><Relationship Id="rId635" Type="http://schemas.openxmlformats.org/officeDocument/2006/relationships/slide" Target="slides/slide628.xml"/><Relationship Id="rId636" Type="http://schemas.openxmlformats.org/officeDocument/2006/relationships/slide" Target="slides/slide629.xml"/><Relationship Id="rId637" Type="http://schemas.openxmlformats.org/officeDocument/2006/relationships/slide" Target="slides/slide630.xml"/><Relationship Id="rId638" Type="http://schemas.openxmlformats.org/officeDocument/2006/relationships/slide" Target="slides/slide631.xml"/><Relationship Id="rId639" Type="http://schemas.openxmlformats.org/officeDocument/2006/relationships/slide" Target="slides/slide632.xml"/><Relationship Id="rId640" Type="http://schemas.openxmlformats.org/officeDocument/2006/relationships/slide" Target="slides/slide633.xml"/><Relationship Id="rId641" Type="http://schemas.openxmlformats.org/officeDocument/2006/relationships/slide" Target="slides/slide634.xml"/><Relationship Id="rId642" Type="http://schemas.openxmlformats.org/officeDocument/2006/relationships/slide" Target="slides/slide635.xml"/><Relationship Id="rId643" Type="http://schemas.openxmlformats.org/officeDocument/2006/relationships/slide" Target="slides/slide636.xml"/><Relationship Id="rId644" Type="http://schemas.openxmlformats.org/officeDocument/2006/relationships/slide" Target="slides/slide637.xml"/><Relationship Id="rId645" Type="http://schemas.openxmlformats.org/officeDocument/2006/relationships/slide" Target="slides/slide638.xml"/><Relationship Id="rId646" Type="http://schemas.openxmlformats.org/officeDocument/2006/relationships/slide" Target="slides/slide639.xml"/><Relationship Id="rId647" Type="http://schemas.openxmlformats.org/officeDocument/2006/relationships/slide" Target="slides/slide640.xml"/><Relationship Id="rId648" Type="http://schemas.openxmlformats.org/officeDocument/2006/relationships/slide" Target="slides/slide641.xml"/><Relationship Id="rId649" Type="http://schemas.openxmlformats.org/officeDocument/2006/relationships/slide" Target="slides/slide642.xml"/><Relationship Id="rId650" Type="http://schemas.openxmlformats.org/officeDocument/2006/relationships/slide" Target="slides/slide643.xml"/><Relationship Id="rId651" Type="http://schemas.openxmlformats.org/officeDocument/2006/relationships/slide" Target="slides/slide644.xml"/><Relationship Id="rId652" Type="http://schemas.openxmlformats.org/officeDocument/2006/relationships/slide" Target="slides/slide645.xml"/><Relationship Id="rId653" Type="http://schemas.openxmlformats.org/officeDocument/2006/relationships/slide" Target="slides/slide646.xml"/><Relationship Id="rId654" Type="http://schemas.openxmlformats.org/officeDocument/2006/relationships/slide" Target="slides/slide647.xml"/><Relationship Id="rId655" Type="http://schemas.openxmlformats.org/officeDocument/2006/relationships/slide" Target="slides/slide648.xml"/><Relationship Id="rId656" Type="http://schemas.openxmlformats.org/officeDocument/2006/relationships/slide" Target="slides/slide649.xml"/><Relationship Id="rId657" Type="http://schemas.openxmlformats.org/officeDocument/2006/relationships/slide" Target="slides/slide650.xml"/><Relationship Id="rId658" Type="http://schemas.openxmlformats.org/officeDocument/2006/relationships/slide" Target="slides/slide651.xml"/><Relationship Id="rId659" Type="http://schemas.openxmlformats.org/officeDocument/2006/relationships/slide" Target="slides/slide652.xml"/><Relationship Id="rId660" Type="http://schemas.openxmlformats.org/officeDocument/2006/relationships/slide" Target="slides/slide653.xml"/><Relationship Id="rId661" Type="http://schemas.openxmlformats.org/officeDocument/2006/relationships/slide" Target="slides/slide654.xml"/><Relationship Id="rId662" Type="http://schemas.openxmlformats.org/officeDocument/2006/relationships/slide" Target="slides/slide655.xml"/><Relationship Id="rId663" Type="http://schemas.openxmlformats.org/officeDocument/2006/relationships/slide" Target="slides/slide656.xml"/><Relationship Id="rId664" Type="http://schemas.openxmlformats.org/officeDocument/2006/relationships/slide" Target="slides/slide657.xml"/><Relationship Id="rId665" Type="http://schemas.openxmlformats.org/officeDocument/2006/relationships/slide" Target="slides/slide658.xml"/><Relationship Id="rId666" Type="http://schemas.openxmlformats.org/officeDocument/2006/relationships/slide" Target="slides/slide659.xml"/><Relationship Id="rId667" Type="http://schemas.openxmlformats.org/officeDocument/2006/relationships/slide" Target="slides/slide660.xml"/><Relationship Id="rId668" Type="http://schemas.openxmlformats.org/officeDocument/2006/relationships/slide" Target="slides/slide661.xml"/><Relationship Id="rId669" Type="http://schemas.openxmlformats.org/officeDocument/2006/relationships/slide" Target="slides/slide662.xml"/><Relationship Id="rId670" Type="http://schemas.openxmlformats.org/officeDocument/2006/relationships/slide" Target="slides/slide663.xml"/><Relationship Id="rId671" Type="http://schemas.openxmlformats.org/officeDocument/2006/relationships/slide" Target="slides/slide664.xml"/><Relationship Id="rId672" Type="http://schemas.openxmlformats.org/officeDocument/2006/relationships/slide" Target="slides/slide665.xml"/><Relationship Id="rId673" Type="http://schemas.openxmlformats.org/officeDocument/2006/relationships/slide" Target="slides/slide666.xml"/><Relationship Id="rId674" Type="http://schemas.openxmlformats.org/officeDocument/2006/relationships/slide" Target="slides/slide667.xml"/><Relationship Id="rId675" Type="http://schemas.openxmlformats.org/officeDocument/2006/relationships/slide" Target="slides/slide668.xml"/><Relationship Id="rId676" Type="http://schemas.openxmlformats.org/officeDocument/2006/relationships/slide" Target="slides/slide669.xml"/><Relationship Id="rId677" Type="http://schemas.openxmlformats.org/officeDocument/2006/relationships/slide" Target="slides/slide670.xml"/><Relationship Id="rId678" Type="http://schemas.openxmlformats.org/officeDocument/2006/relationships/slide" Target="slides/slide671.xml"/><Relationship Id="rId679" Type="http://schemas.openxmlformats.org/officeDocument/2006/relationships/slide" Target="slides/slide672.xml"/><Relationship Id="rId680" Type="http://schemas.openxmlformats.org/officeDocument/2006/relationships/slide" Target="slides/slide673.xml"/><Relationship Id="rId681" Type="http://schemas.openxmlformats.org/officeDocument/2006/relationships/slide" Target="slides/slide674.xml"/><Relationship Id="rId682" Type="http://schemas.openxmlformats.org/officeDocument/2006/relationships/slide" Target="slides/slide675.xml"/><Relationship Id="rId683" Type="http://schemas.openxmlformats.org/officeDocument/2006/relationships/slide" Target="slides/slide676.xml"/><Relationship Id="rId684" Type="http://schemas.openxmlformats.org/officeDocument/2006/relationships/slide" Target="slides/slide677.xml"/><Relationship Id="rId685" Type="http://schemas.openxmlformats.org/officeDocument/2006/relationships/slide" Target="slides/slide678.xml"/><Relationship Id="rId686" Type="http://schemas.openxmlformats.org/officeDocument/2006/relationships/slide" Target="slides/slide679.xml"/><Relationship Id="rId687" Type="http://schemas.openxmlformats.org/officeDocument/2006/relationships/slide" Target="slides/slide680.xml"/><Relationship Id="rId688" Type="http://schemas.openxmlformats.org/officeDocument/2006/relationships/slide" Target="slides/slide681.xml"/><Relationship Id="rId689" Type="http://schemas.openxmlformats.org/officeDocument/2006/relationships/slide" Target="slides/slide682.xml"/><Relationship Id="rId690" Type="http://schemas.openxmlformats.org/officeDocument/2006/relationships/slide" Target="slides/slide683.xml"/><Relationship Id="rId691" Type="http://schemas.openxmlformats.org/officeDocument/2006/relationships/slide" Target="slides/slide684.xml"/><Relationship Id="rId692" Type="http://schemas.openxmlformats.org/officeDocument/2006/relationships/slide" Target="slides/slide685.xml"/><Relationship Id="rId693" Type="http://schemas.openxmlformats.org/officeDocument/2006/relationships/slide" Target="slides/slide686.xml"/><Relationship Id="rId694" Type="http://schemas.openxmlformats.org/officeDocument/2006/relationships/slide" Target="slides/slide687.xml"/><Relationship Id="rId695" Type="http://schemas.openxmlformats.org/officeDocument/2006/relationships/slide" Target="slides/slide688.xml"/><Relationship Id="rId696" Type="http://schemas.openxmlformats.org/officeDocument/2006/relationships/slide" Target="slides/slide689.xml"/><Relationship Id="rId697" Type="http://schemas.openxmlformats.org/officeDocument/2006/relationships/slide" Target="slides/slide690.xml"/><Relationship Id="rId698" Type="http://schemas.openxmlformats.org/officeDocument/2006/relationships/slide" Target="slides/slide691.xml"/><Relationship Id="rId699" Type="http://schemas.openxmlformats.org/officeDocument/2006/relationships/slide" Target="slides/slide692.xml"/><Relationship Id="rId700" Type="http://schemas.openxmlformats.org/officeDocument/2006/relationships/slide" Target="slides/slide693.xml"/><Relationship Id="rId701" Type="http://schemas.openxmlformats.org/officeDocument/2006/relationships/slide" Target="slides/slide694.xml"/><Relationship Id="rId702" Type="http://schemas.openxmlformats.org/officeDocument/2006/relationships/slide" Target="slides/slide695.xml"/><Relationship Id="rId703" Type="http://schemas.openxmlformats.org/officeDocument/2006/relationships/slide" Target="slides/slide696.xml"/><Relationship Id="rId704" Type="http://schemas.openxmlformats.org/officeDocument/2006/relationships/slide" Target="slides/slide697.xml"/><Relationship Id="rId705" Type="http://schemas.openxmlformats.org/officeDocument/2006/relationships/slide" Target="slides/slide698.xml"/><Relationship Id="rId706" Type="http://schemas.openxmlformats.org/officeDocument/2006/relationships/slide" Target="slides/slide699.xml"/><Relationship Id="rId707" Type="http://schemas.openxmlformats.org/officeDocument/2006/relationships/slide" Target="slides/slide700.xml"/><Relationship Id="rId708" Type="http://schemas.openxmlformats.org/officeDocument/2006/relationships/slide" Target="slides/slide701.xml"/><Relationship Id="rId709" Type="http://schemas.openxmlformats.org/officeDocument/2006/relationships/slide" Target="slides/slide702.xml"/><Relationship Id="rId710" Type="http://schemas.openxmlformats.org/officeDocument/2006/relationships/slide" Target="slides/slide703.xml"/><Relationship Id="rId711" Type="http://schemas.openxmlformats.org/officeDocument/2006/relationships/slide" Target="slides/slide704.xml"/><Relationship Id="rId712" Type="http://schemas.openxmlformats.org/officeDocument/2006/relationships/slide" Target="slides/slide705.xml"/><Relationship Id="rId713" Type="http://schemas.openxmlformats.org/officeDocument/2006/relationships/slide" Target="slides/slide706.xml"/><Relationship Id="rId714" Type="http://schemas.openxmlformats.org/officeDocument/2006/relationships/slide" Target="slides/slide707.xml"/><Relationship Id="rId715" Type="http://schemas.openxmlformats.org/officeDocument/2006/relationships/slide" Target="slides/slide708.xml"/><Relationship Id="rId716" Type="http://schemas.openxmlformats.org/officeDocument/2006/relationships/slide" Target="slides/slide709.xml"/><Relationship Id="rId717" Type="http://schemas.openxmlformats.org/officeDocument/2006/relationships/slide" Target="slides/slide710.xml"/><Relationship Id="rId718" Type="http://schemas.openxmlformats.org/officeDocument/2006/relationships/slide" Target="slides/slide711.xml"/><Relationship Id="rId719" Type="http://schemas.openxmlformats.org/officeDocument/2006/relationships/slide" Target="slides/slide712.xml"/><Relationship Id="rId720" Type="http://schemas.openxmlformats.org/officeDocument/2006/relationships/slide" Target="slides/slide713.xml"/><Relationship Id="rId721" Type="http://schemas.openxmlformats.org/officeDocument/2006/relationships/slide" Target="slides/slide714.xml"/><Relationship Id="rId722" Type="http://schemas.openxmlformats.org/officeDocument/2006/relationships/slide" Target="slides/slide715.xml"/><Relationship Id="rId723" Type="http://schemas.openxmlformats.org/officeDocument/2006/relationships/slide" Target="slides/slide716.xml"/><Relationship Id="rId724" Type="http://schemas.openxmlformats.org/officeDocument/2006/relationships/slide" Target="slides/slide717.xml"/><Relationship Id="rId725" Type="http://schemas.openxmlformats.org/officeDocument/2006/relationships/slide" Target="slides/slide718.xml"/><Relationship Id="rId726" Type="http://schemas.openxmlformats.org/officeDocument/2006/relationships/slide" Target="slides/slide719.xml"/><Relationship Id="rId727" Type="http://schemas.openxmlformats.org/officeDocument/2006/relationships/slide" Target="slides/slide720.xml"/><Relationship Id="rId728" Type="http://schemas.openxmlformats.org/officeDocument/2006/relationships/slide" Target="slides/slide721.xml"/><Relationship Id="rId729" Type="http://schemas.openxmlformats.org/officeDocument/2006/relationships/slide" Target="slides/slide722.xml"/><Relationship Id="rId730" Type="http://schemas.openxmlformats.org/officeDocument/2006/relationships/slide" Target="slides/slide723.xml"/><Relationship Id="rId731" Type="http://schemas.openxmlformats.org/officeDocument/2006/relationships/slide" Target="slides/slide724.xml"/><Relationship Id="rId732" Type="http://schemas.openxmlformats.org/officeDocument/2006/relationships/slide" Target="slides/slide725.xml"/><Relationship Id="rId733" Type="http://schemas.openxmlformats.org/officeDocument/2006/relationships/slide" Target="slides/slide726.xml"/><Relationship Id="rId734" Type="http://schemas.openxmlformats.org/officeDocument/2006/relationships/slide" Target="slides/slide727.xml"/><Relationship Id="rId735" Type="http://schemas.openxmlformats.org/officeDocument/2006/relationships/slide" Target="slides/slide728.xml"/><Relationship Id="rId736" Type="http://schemas.openxmlformats.org/officeDocument/2006/relationships/slide" Target="slides/slide729.xml"/><Relationship Id="rId737" Type="http://schemas.openxmlformats.org/officeDocument/2006/relationships/slide" Target="slides/slide730.xml"/><Relationship Id="rId738" Type="http://schemas.openxmlformats.org/officeDocument/2006/relationships/slide" Target="slides/slide731.xml"/><Relationship Id="rId739" Type="http://schemas.openxmlformats.org/officeDocument/2006/relationships/slide" Target="slides/slide732.xml"/><Relationship Id="rId740" Type="http://schemas.openxmlformats.org/officeDocument/2006/relationships/slide" Target="slides/slide733.xml"/><Relationship Id="rId741" Type="http://schemas.openxmlformats.org/officeDocument/2006/relationships/slide" Target="slides/slide734.xml"/><Relationship Id="rId742" Type="http://schemas.openxmlformats.org/officeDocument/2006/relationships/slide" Target="slides/slide735.xml"/><Relationship Id="rId743" Type="http://schemas.openxmlformats.org/officeDocument/2006/relationships/slide" Target="slides/slide736.xml"/><Relationship Id="rId744" Type="http://schemas.openxmlformats.org/officeDocument/2006/relationships/slide" Target="slides/slide737.xml"/><Relationship Id="rId745" Type="http://schemas.openxmlformats.org/officeDocument/2006/relationships/slide" Target="slides/slide738.xml"/><Relationship Id="rId746" Type="http://schemas.openxmlformats.org/officeDocument/2006/relationships/slide" Target="slides/slide739.xml"/><Relationship Id="rId747" Type="http://schemas.openxmlformats.org/officeDocument/2006/relationships/slide" Target="slides/slide740.xml"/><Relationship Id="rId748" Type="http://schemas.openxmlformats.org/officeDocument/2006/relationships/slide" Target="slides/slide741.xml"/><Relationship Id="rId749" Type="http://schemas.openxmlformats.org/officeDocument/2006/relationships/slide" Target="slides/slide742.xml"/><Relationship Id="rId750" Type="http://schemas.openxmlformats.org/officeDocument/2006/relationships/slide" Target="slides/slide743.xml"/><Relationship Id="rId751" Type="http://schemas.openxmlformats.org/officeDocument/2006/relationships/slide" Target="slides/slide744.xml"/><Relationship Id="rId752" Type="http://schemas.openxmlformats.org/officeDocument/2006/relationships/slide" Target="slides/slide745.xml"/><Relationship Id="rId753" Type="http://schemas.openxmlformats.org/officeDocument/2006/relationships/slide" Target="slides/slide746.xml"/><Relationship Id="rId754" Type="http://schemas.openxmlformats.org/officeDocument/2006/relationships/slide" Target="slides/slide747.xml"/><Relationship Id="rId755" Type="http://schemas.openxmlformats.org/officeDocument/2006/relationships/slide" Target="slides/slide748.xml"/><Relationship Id="rId756" Type="http://schemas.openxmlformats.org/officeDocument/2006/relationships/slide" Target="slides/slide749.xml"/><Relationship Id="rId757" Type="http://schemas.openxmlformats.org/officeDocument/2006/relationships/slide" Target="slides/slide750.xml"/><Relationship Id="rId758" Type="http://schemas.openxmlformats.org/officeDocument/2006/relationships/slide" Target="slides/slide751.xml"/><Relationship Id="rId759" Type="http://schemas.openxmlformats.org/officeDocument/2006/relationships/slide" Target="slides/slide752.xml"/><Relationship Id="rId760" Type="http://schemas.openxmlformats.org/officeDocument/2006/relationships/slide" Target="slides/slide753.xml"/><Relationship Id="rId761" Type="http://schemas.openxmlformats.org/officeDocument/2006/relationships/slide" Target="slides/slide754.xml"/><Relationship Id="rId762" Type="http://schemas.openxmlformats.org/officeDocument/2006/relationships/slide" Target="slides/slide755.xml"/><Relationship Id="rId763" Type="http://schemas.openxmlformats.org/officeDocument/2006/relationships/slide" Target="slides/slide756.xml"/><Relationship Id="rId764" Type="http://schemas.openxmlformats.org/officeDocument/2006/relationships/slide" Target="slides/slide757.xml"/><Relationship Id="rId765" Type="http://schemas.openxmlformats.org/officeDocument/2006/relationships/slide" Target="slides/slide758.xml"/><Relationship Id="rId766" Type="http://schemas.openxmlformats.org/officeDocument/2006/relationships/slide" Target="slides/slide759.xml"/><Relationship Id="rId767" Type="http://schemas.openxmlformats.org/officeDocument/2006/relationships/slide" Target="slides/slide760.xml"/><Relationship Id="rId768" Type="http://schemas.openxmlformats.org/officeDocument/2006/relationships/slide" Target="slides/slide761.xml"/><Relationship Id="rId769" Type="http://schemas.openxmlformats.org/officeDocument/2006/relationships/slide" Target="slides/slide762.xml"/><Relationship Id="rId770" Type="http://schemas.openxmlformats.org/officeDocument/2006/relationships/slide" Target="slides/slide763.xml"/><Relationship Id="rId771" Type="http://schemas.openxmlformats.org/officeDocument/2006/relationships/slide" Target="slides/slide764.xml"/><Relationship Id="rId772" Type="http://schemas.openxmlformats.org/officeDocument/2006/relationships/slide" Target="slides/slide765.xml"/><Relationship Id="rId773" Type="http://schemas.openxmlformats.org/officeDocument/2006/relationships/slide" Target="slides/slide766.xml"/><Relationship Id="rId774" Type="http://schemas.openxmlformats.org/officeDocument/2006/relationships/slide" Target="slides/slide767.xml"/><Relationship Id="rId775" Type="http://schemas.openxmlformats.org/officeDocument/2006/relationships/slide" Target="slides/slide768.xml"/><Relationship Id="rId776" Type="http://schemas.openxmlformats.org/officeDocument/2006/relationships/slide" Target="slides/slide769.xml"/><Relationship Id="rId777" Type="http://schemas.openxmlformats.org/officeDocument/2006/relationships/slide" Target="slides/slide770.xml"/><Relationship Id="rId778" Type="http://schemas.openxmlformats.org/officeDocument/2006/relationships/slide" Target="slides/slide771.xml"/><Relationship Id="rId779" Type="http://schemas.openxmlformats.org/officeDocument/2006/relationships/slide" Target="slides/slide772.xml"/><Relationship Id="rId780" Type="http://schemas.openxmlformats.org/officeDocument/2006/relationships/slide" Target="slides/slide773.xml"/><Relationship Id="rId781" Type="http://schemas.openxmlformats.org/officeDocument/2006/relationships/slide" Target="slides/slide774.xml"/><Relationship Id="rId782" Type="http://schemas.openxmlformats.org/officeDocument/2006/relationships/slide" Target="slides/slide775.xml"/><Relationship Id="rId783" Type="http://schemas.openxmlformats.org/officeDocument/2006/relationships/slide" Target="slides/slide776.xml"/><Relationship Id="rId784" Type="http://schemas.openxmlformats.org/officeDocument/2006/relationships/slide" Target="slides/slide777.xml"/><Relationship Id="rId785" Type="http://schemas.openxmlformats.org/officeDocument/2006/relationships/slide" Target="slides/slide778.xml"/><Relationship Id="rId786" Type="http://schemas.openxmlformats.org/officeDocument/2006/relationships/slide" Target="slides/slide779.xml"/><Relationship Id="rId787" Type="http://schemas.openxmlformats.org/officeDocument/2006/relationships/slide" Target="slides/slide780.xml"/><Relationship Id="rId788" Type="http://schemas.openxmlformats.org/officeDocument/2006/relationships/slide" Target="slides/slide781.xml"/><Relationship Id="rId789" Type="http://schemas.openxmlformats.org/officeDocument/2006/relationships/slide" Target="slides/slide782.xml"/><Relationship Id="rId790" Type="http://schemas.openxmlformats.org/officeDocument/2006/relationships/slide" Target="slides/slide783.xml"/><Relationship Id="rId791" Type="http://schemas.openxmlformats.org/officeDocument/2006/relationships/slide" Target="slides/slide784.xml"/><Relationship Id="rId792" Type="http://schemas.openxmlformats.org/officeDocument/2006/relationships/slide" Target="slides/slide785.xml"/><Relationship Id="rId793" Type="http://schemas.openxmlformats.org/officeDocument/2006/relationships/slide" Target="slides/slide786.xml"/><Relationship Id="rId794" Type="http://schemas.openxmlformats.org/officeDocument/2006/relationships/slide" Target="slides/slide787.xml"/><Relationship Id="rId795" Type="http://schemas.openxmlformats.org/officeDocument/2006/relationships/slide" Target="slides/slide788.xml"/><Relationship Id="rId796" Type="http://schemas.openxmlformats.org/officeDocument/2006/relationships/slide" Target="slides/slide789.xml"/><Relationship Id="rId797" Type="http://schemas.openxmlformats.org/officeDocument/2006/relationships/slide" Target="slides/slide790.xml"/><Relationship Id="rId798" Type="http://schemas.openxmlformats.org/officeDocument/2006/relationships/slide" Target="slides/slide791.xml"/><Relationship Id="rId799" Type="http://schemas.openxmlformats.org/officeDocument/2006/relationships/slide" Target="slides/slide792.xml"/><Relationship Id="rId800" Type="http://schemas.openxmlformats.org/officeDocument/2006/relationships/slide" Target="slides/slide793.xml"/><Relationship Id="rId801" Type="http://schemas.openxmlformats.org/officeDocument/2006/relationships/slide" Target="slides/slide794.xml"/><Relationship Id="rId802" Type="http://schemas.openxmlformats.org/officeDocument/2006/relationships/slide" Target="slides/slide795.xml"/><Relationship Id="rId803" Type="http://schemas.openxmlformats.org/officeDocument/2006/relationships/slide" Target="slides/slide796.xml"/><Relationship Id="rId804" Type="http://schemas.openxmlformats.org/officeDocument/2006/relationships/slide" Target="slides/slide797.xml"/><Relationship Id="rId805" Type="http://schemas.openxmlformats.org/officeDocument/2006/relationships/slide" Target="slides/slide798.xml"/><Relationship Id="rId806" Type="http://schemas.openxmlformats.org/officeDocument/2006/relationships/slide" Target="slides/slide799.xml"/><Relationship Id="rId807" Type="http://schemas.openxmlformats.org/officeDocument/2006/relationships/slide" Target="slides/slide800.xml"/><Relationship Id="rId808" Type="http://schemas.openxmlformats.org/officeDocument/2006/relationships/slide" Target="slides/slide801.xml"/><Relationship Id="rId809" Type="http://schemas.openxmlformats.org/officeDocument/2006/relationships/slide" Target="slides/slide802.xml"/><Relationship Id="rId810" Type="http://schemas.openxmlformats.org/officeDocument/2006/relationships/slide" Target="slides/slide803.xml"/><Relationship Id="rId811" Type="http://schemas.openxmlformats.org/officeDocument/2006/relationships/slide" Target="slides/slide804.xml"/><Relationship Id="rId812" Type="http://schemas.openxmlformats.org/officeDocument/2006/relationships/slide" Target="slides/slide805.xml"/><Relationship Id="rId813" Type="http://schemas.openxmlformats.org/officeDocument/2006/relationships/slide" Target="slides/slide806.xml"/><Relationship Id="rId814" Type="http://schemas.openxmlformats.org/officeDocument/2006/relationships/slide" Target="slides/slide807.xml"/><Relationship Id="rId815" Type="http://schemas.openxmlformats.org/officeDocument/2006/relationships/slide" Target="slides/slide808.xml"/><Relationship Id="rId816" Type="http://schemas.openxmlformats.org/officeDocument/2006/relationships/slide" Target="slides/slide809.xml"/><Relationship Id="rId817" Type="http://schemas.openxmlformats.org/officeDocument/2006/relationships/slide" Target="slides/slide810.xml"/><Relationship Id="rId818" Type="http://schemas.openxmlformats.org/officeDocument/2006/relationships/slide" Target="slides/slide811.xml"/><Relationship Id="rId819" Type="http://schemas.openxmlformats.org/officeDocument/2006/relationships/slide" Target="slides/slide812.xml"/><Relationship Id="rId820" Type="http://schemas.openxmlformats.org/officeDocument/2006/relationships/slide" Target="slides/slide813.xml"/><Relationship Id="rId821" Type="http://schemas.openxmlformats.org/officeDocument/2006/relationships/slide" Target="slides/slide814.xml"/><Relationship Id="rId822" Type="http://schemas.openxmlformats.org/officeDocument/2006/relationships/slide" Target="slides/slide815.xml"/><Relationship Id="rId823" Type="http://schemas.openxmlformats.org/officeDocument/2006/relationships/slide" Target="slides/slide816.xml"/><Relationship Id="rId824" Type="http://schemas.openxmlformats.org/officeDocument/2006/relationships/slide" Target="slides/slide817.xml"/><Relationship Id="rId825" Type="http://schemas.openxmlformats.org/officeDocument/2006/relationships/slide" Target="slides/slide818.xml"/><Relationship Id="rId826" Type="http://schemas.openxmlformats.org/officeDocument/2006/relationships/slide" Target="slides/slide819.xml"/><Relationship Id="rId827" Type="http://schemas.openxmlformats.org/officeDocument/2006/relationships/slide" Target="slides/slide820.xml"/><Relationship Id="rId828" Type="http://schemas.openxmlformats.org/officeDocument/2006/relationships/slide" Target="slides/slide821.xml"/><Relationship Id="rId829" Type="http://schemas.openxmlformats.org/officeDocument/2006/relationships/slide" Target="slides/slide822.xml"/><Relationship Id="rId830" Type="http://schemas.openxmlformats.org/officeDocument/2006/relationships/slide" Target="slides/slide823.xml"/><Relationship Id="rId831" Type="http://schemas.openxmlformats.org/officeDocument/2006/relationships/slide" Target="slides/slide824.xml"/><Relationship Id="rId832" Type="http://schemas.openxmlformats.org/officeDocument/2006/relationships/slide" Target="slides/slide825.xml"/><Relationship Id="rId833" Type="http://schemas.openxmlformats.org/officeDocument/2006/relationships/slide" Target="slides/slide826.xml"/><Relationship Id="rId834" Type="http://schemas.openxmlformats.org/officeDocument/2006/relationships/slide" Target="slides/slide827.xml"/><Relationship Id="rId835" Type="http://schemas.openxmlformats.org/officeDocument/2006/relationships/slide" Target="slides/slide828.xml"/><Relationship Id="rId836" Type="http://schemas.openxmlformats.org/officeDocument/2006/relationships/slide" Target="slides/slide829.xml"/><Relationship Id="rId837" Type="http://schemas.openxmlformats.org/officeDocument/2006/relationships/slide" Target="slides/slide830.xml"/><Relationship Id="rId838" Type="http://schemas.openxmlformats.org/officeDocument/2006/relationships/slide" Target="slides/slide831.xml"/><Relationship Id="rId839" Type="http://schemas.openxmlformats.org/officeDocument/2006/relationships/slide" Target="slides/slide832.xml"/><Relationship Id="rId840" Type="http://schemas.openxmlformats.org/officeDocument/2006/relationships/slide" Target="slides/slide833.xml"/><Relationship Id="rId841" Type="http://schemas.openxmlformats.org/officeDocument/2006/relationships/slide" Target="slides/slide834.xml"/><Relationship Id="rId842" Type="http://schemas.openxmlformats.org/officeDocument/2006/relationships/slide" Target="slides/slide835.xml"/><Relationship Id="rId843" Type="http://schemas.openxmlformats.org/officeDocument/2006/relationships/slide" Target="slides/slide836.xml"/><Relationship Id="rId844" Type="http://schemas.openxmlformats.org/officeDocument/2006/relationships/slide" Target="slides/slide837.xml"/><Relationship Id="rId845" Type="http://schemas.openxmlformats.org/officeDocument/2006/relationships/slide" Target="slides/slide838.xml"/><Relationship Id="rId846" Type="http://schemas.openxmlformats.org/officeDocument/2006/relationships/slide" Target="slides/slide839.xml"/><Relationship Id="rId847" Type="http://schemas.openxmlformats.org/officeDocument/2006/relationships/slide" Target="slides/slide840.xml"/><Relationship Id="rId848" Type="http://schemas.openxmlformats.org/officeDocument/2006/relationships/slide" Target="slides/slide841.xml"/><Relationship Id="rId849" Type="http://schemas.openxmlformats.org/officeDocument/2006/relationships/slide" Target="slides/slide842.xml"/><Relationship Id="rId850" Type="http://schemas.openxmlformats.org/officeDocument/2006/relationships/slide" Target="slides/slide843.xml"/><Relationship Id="rId851" Type="http://schemas.openxmlformats.org/officeDocument/2006/relationships/slide" Target="slides/slide844.xml"/><Relationship Id="rId852" Type="http://schemas.openxmlformats.org/officeDocument/2006/relationships/slide" Target="slides/slide845.xml"/><Relationship Id="rId853" Type="http://schemas.openxmlformats.org/officeDocument/2006/relationships/slide" Target="slides/slide846.xml"/><Relationship Id="rId854" Type="http://schemas.openxmlformats.org/officeDocument/2006/relationships/slide" Target="slides/slide847.xml"/><Relationship Id="rId855" Type="http://schemas.openxmlformats.org/officeDocument/2006/relationships/slide" Target="slides/slide848.xml"/><Relationship Id="rId856" Type="http://schemas.openxmlformats.org/officeDocument/2006/relationships/slide" Target="slides/slide849.xml"/><Relationship Id="rId857" Type="http://schemas.openxmlformats.org/officeDocument/2006/relationships/slide" Target="slides/slide850.xml"/><Relationship Id="rId858" Type="http://schemas.openxmlformats.org/officeDocument/2006/relationships/slide" Target="slides/slide851.xml"/><Relationship Id="rId859" Type="http://schemas.openxmlformats.org/officeDocument/2006/relationships/slide" Target="slides/slide852.xml"/><Relationship Id="rId860" Type="http://schemas.openxmlformats.org/officeDocument/2006/relationships/slide" Target="slides/slide853.xml"/><Relationship Id="rId861" Type="http://schemas.openxmlformats.org/officeDocument/2006/relationships/slide" Target="slides/slide854.xml"/><Relationship Id="rId862" Type="http://schemas.openxmlformats.org/officeDocument/2006/relationships/slide" Target="slides/slide855.xml"/><Relationship Id="rId863" Type="http://schemas.openxmlformats.org/officeDocument/2006/relationships/slide" Target="slides/slide856.xml"/><Relationship Id="rId864" Type="http://schemas.openxmlformats.org/officeDocument/2006/relationships/slide" Target="slides/slide857.xml"/><Relationship Id="rId865" Type="http://schemas.openxmlformats.org/officeDocument/2006/relationships/slide" Target="slides/slide858.xml"/><Relationship Id="rId866" Type="http://schemas.openxmlformats.org/officeDocument/2006/relationships/slide" Target="slides/slide859.xml"/><Relationship Id="rId867" Type="http://schemas.openxmlformats.org/officeDocument/2006/relationships/slide" Target="slides/slide860.xml"/><Relationship Id="rId868" Type="http://schemas.openxmlformats.org/officeDocument/2006/relationships/slide" Target="slides/slide861.xml"/><Relationship Id="rId869" Type="http://schemas.openxmlformats.org/officeDocument/2006/relationships/slide" Target="slides/slide862.xml"/><Relationship Id="rId870" Type="http://schemas.openxmlformats.org/officeDocument/2006/relationships/slide" Target="slides/slide863.xml"/><Relationship Id="rId871" Type="http://schemas.openxmlformats.org/officeDocument/2006/relationships/slide" Target="slides/slide864.xml"/><Relationship Id="rId872" Type="http://schemas.openxmlformats.org/officeDocument/2006/relationships/slide" Target="slides/slide865.xml"/><Relationship Id="rId873" Type="http://schemas.openxmlformats.org/officeDocument/2006/relationships/slide" Target="slides/slide866.xml"/><Relationship Id="rId874" Type="http://schemas.openxmlformats.org/officeDocument/2006/relationships/slide" Target="slides/slide867.xml"/><Relationship Id="rId875" Type="http://schemas.openxmlformats.org/officeDocument/2006/relationships/slide" Target="slides/slide868.xml"/><Relationship Id="rId876" Type="http://schemas.openxmlformats.org/officeDocument/2006/relationships/slide" Target="slides/slide869.xml"/><Relationship Id="rId877" Type="http://schemas.openxmlformats.org/officeDocument/2006/relationships/slide" Target="slides/slide870.xml"/><Relationship Id="rId878" Type="http://schemas.openxmlformats.org/officeDocument/2006/relationships/slide" Target="slides/slide871.xml"/><Relationship Id="rId879" Type="http://schemas.openxmlformats.org/officeDocument/2006/relationships/slide" Target="slides/slide872.xml"/><Relationship Id="rId880" Type="http://schemas.openxmlformats.org/officeDocument/2006/relationships/slide" Target="slides/slide873.xml"/><Relationship Id="rId881" Type="http://schemas.openxmlformats.org/officeDocument/2006/relationships/slide" Target="slides/slide874.xml"/><Relationship Id="rId882" Type="http://schemas.openxmlformats.org/officeDocument/2006/relationships/slide" Target="slides/slide875.xml"/><Relationship Id="rId883" Type="http://schemas.openxmlformats.org/officeDocument/2006/relationships/slide" Target="slides/slide876.xml"/><Relationship Id="rId884" Type="http://schemas.openxmlformats.org/officeDocument/2006/relationships/slide" Target="slides/slide877.xml"/><Relationship Id="rId885" Type="http://schemas.openxmlformats.org/officeDocument/2006/relationships/slide" Target="slides/slide878.xml"/><Relationship Id="rId886" Type="http://schemas.openxmlformats.org/officeDocument/2006/relationships/slide" Target="slides/slide879.xml"/><Relationship Id="rId887" Type="http://schemas.openxmlformats.org/officeDocument/2006/relationships/slide" Target="slides/slide880.xml"/><Relationship Id="rId888" Type="http://schemas.openxmlformats.org/officeDocument/2006/relationships/slide" Target="slides/slide881.xml"/><Relationship Id="rId889" Type="http://schemas.openxmlformats.org/officeDocument/2006/relationships/slide" Target="slides/slide882.xml"/><Relationship Id="rId890" Type="http://schemas.openxmlformats.org/officeDocument/2006/relationships/slide" Target="slides/slide883.xml"/><Relationship Id="rId891" Type="http://schemas.openxmlformats.org/officeDocument/2006/relationships/slide" Target="slides/slide884.xml"/><Relationship Id="rId892" Type="http://schemas.openxmlformats.org/officeDocument/2006/relationships/slide" Target="slides/slide885.xml"/><Relationship Id="rId893" Type="http://schemas.openxmlformats.org/officeDocument/2006/relationships/slide" Target="slides/slide886.xml"/><Relationship Id="rId894" Type="http://schemas.openxmlformats.org/officeDocument/2006/relationships/slide" Target="slides/slide887.xml"/><Relationship Id="rId895" Type="http://schemas.openxmlformats.org/officeDocument/2006/relationships/slide" Target="slides/slide888.xml"/><Relationship Id="rId896" Type="http://schemas.openxmlformats.org/officeDocument/2006/relationships/slide" Target="slides/slide889.xml"/><Relationship Id="rId897" Type="http://schemas.openxmlformats.org/officeDocument/2006/relationships/slide" Target="slides/slide890.xml"/><Relationship Id="rId898" Type="http://schemas.openxmlformats.org/officeDocument/2006/relationships/slide" Target="slides/slide891.xml"/><Relationship Id="rId899" Type="http://schemas.openxmlformats.org/officeDocument/2006/relationships/slide" Target="slides/slide892.xml"/><Relationship Id="rId900" Type="http://schemas.openxmlformats.org/officeDocument/2006/relationships/slide" Target="slides/slide893.xml"/><Relationship Id="rId901" Type="http://schemas.openxmlformats.org/officeDocument/2006/relationships/slide" Target="slides/slide894.xml"/><Relationship Id="rId902" Type="http://schemas.openxmlformats.org/officeDocument/2006/relationships/slide" Target="slides/slide895.xml"/><Relationship Id="rId903" Type="http://schemas.openxmlformats.org/officeDocument/2006/relationships/slide" Target="slides/slide896.xml"/><Relationship Id="rId904" Type="http://schemas.openxmlformats.org/officeDocument/2006/relationships/slide" Target="slides/slide897.xml"/><Relationship Id="rId905" Type="http://schemas.openxmlformats.org/officeDocument/2006/relationships/slide" Target="slides/slide898.xml"/><Relationship Id="rId906" Type="http://schemas.openxmlformats.org/officeDocument/2006/relationships/slide" Target="slides/slide899.xml"/><Relationship Id="rId907" Type="http://schemas.openxmlformats.org/officeDocument/2006/relationships/slide" Target="slides/slide900.xml"/><Relationship Id="rId908" Type="http://schemas.openxmlformats.org/officeDocument/2006/relationships/slide" Target="slides/slide901.xml"/><Relationship Id="rId909" Type="http://schemas.openxmlformats.org/officeDocument/2006/relationships/slide" Target="slides/slide902.xml"/><Relationship Id="rId910" Type="http://schemas.openxmlformats.org/officeDocument/2006/relationships/slide" Target="slides/slide903.xml"/><Relationship Id="rId911" Type="http://schemas.openxmlformats.org/officeDocument/2006/relationships/slide" Target="slides/slide904.xml"/><Relationship Id="rId912" Type="http://schemas.openxmlformats.org/officeDocument/2006/relationships/slide" Target="slides/slide905.xml"/><Relationship Id="rId913" Type="http://schemas.openxmlformats.org/officeDocument/2006/relationships/slide" Target="slides/slide906.xml"/><Relationship Id="rId914" Type="http://schemas.openxmlformats.org/officeDocument/2006/relationships/slide" Target="slides/slide907.xml"/><Relationship Id="rId915" Type="http://schemas.openxmlformats.org/officeDocument/2006/relationships/slide" Target="slides/slide908.xml"/><Relationship Id="rId916" Type="http://schemas.openxmlformats.org/officeDocument/2006/relationships/slide" Target="slides/slide909.xml"/><Relationship Id="rId917" Type="http://schemas.openxmlformats.org/officeDocument/2006/relationships/slide" Target="slides/slide910.xml"/><Relationship Id="rId918" Type="http://schemas.openxmlformats.org/officeDocument/2006/relationships/slide" Target="slides/slide911.xml"/><Relationship Id="rId919" Type="http://schemas.openxmlformats.org/officeDocument/2006/relationships/slide" Target="slides/slide912.xml"/><Relationship Id="rId920" Type="http://schemas.openxmlformats.org/officeDocument/2006/relationships/slide" Target="slides/slide913.xml"/><Relationship Id="rId921" Type="http://schemas.openxmlformats.org/officeDocument/2006/relationships/slide" Target="slides/slide914.xml"/><Relationship Id="rId922" Type="http://schemas.openxmlformats.org/officeDocument/2006/relationships/slide" Target="slides/slide915.xml"/><Relationship Id="rId923" Type="http://schemas.openxmlformats.org/officeDocument/2006/relationships/slide" Target="slides/slide916.xml"/><Relationship Id="rId924" Type="http://schemas.openxmlformats.org/officeDocument/2006/relationships/slide" Target="slides/slide917.xml"/><Relationship Id="rId925" Type="http://schemas.openxmlformats.org/officeDocument/2006/relationships/slide" Target="slides/slide918.xml"/><Relationship Id="rId926" Type="http://schemas.openxmlformats.org/officeDocument/2006/relationships/slide" Target="slides/slide919.xml"/><Relationship Id="rId927" Type="http://schemas.openxmlformats.org/officeDocument/2006/relationships/slide" Target="slides/slide920.xml"/><Relationship Id="rId928" Type="http://schemas.openxmlformats.org/officeDocument/2006/relationships/slide" Target="slides/slide921.xml"/><Relationship Id="rId929" Type="http://schemas.openxmlformats.org/officeDocument/2006/relationships/slide" Target="slides/slide922.xml"/><Relationship Id="rId930" Type="http://schemas.openxmlformats.org/officeDocument/2006/relationships/slide" Target="slides/slide923.xml"/><Relationship Id="rId931" Type="http://schemas.openxmlformats.org/officeDocument/2006/relationships/slide" Target="slides/slide924.xml"/><Relationship Id="rId932" Type="http://schemas.openxmlformats.org/officeDocument/2006/relationships/slide" Target="slides/slide925.xml"/><Relationship Id="rId933" Type="http://schemas.openxmlformats.org/officeDocument/2006/relationships/slide" Target="slides/slide926.xml"/><Relationship Id="rId934" Type="http://schemas.openxmlformats.org/officeDocument/2006/relationships/slide" Target="slides/slide927.xml"/><Relationship Id="rId935" Type="http://schemas.openxmlformats.org/officeDocument/2006/relationships/slide" Target="slides/slide928.xml"/><Relationship Id="rId936" Type="http://schemas.openxmlformats.org/officeDocument/2006/relationships/slide" Target="slides/slide929.xml"/><Relationship Id="rId937" Type="http://schemas.openxmlformats.org/officeDocument/2006/relationships/slide" Target="slides/slide930.xml"/><Relationship Id="rId938" Type="http://schemas.openxmlformats.org/officeDocument/2006/relationships/slide" Target="slides/slide931.xml"/><Relationship Id="rId939" Type="http://schemas.openxmlformats.org/officeDocument/2006/relationships/slide" Target="slides/slide932.xml"/><Relationship Id="rId940" Type="http://schemas.openxmlformats.org/officeDocument/2006/relationships/slide" Target="slides/slide933.xml"/><Relationship Id="rId941" Type="http://schemas.openxmlformats.org/officeDocument/2006/relationships/slide" Target="slides/slide934.xml"/><Relationship Id="rId942" Type="http://schemas.openxmlformats.org/officeDocument/2006/relationships/slide" Target="slides/slide935.xml"/><Relationship Id="rId943" Type="http://schemas.openxmlformats.org/officeDocument/2006/relationships/slide" Target="slides/slide936.xml"/><Relationship Id="rId944" Type="http://schemas.openxmlformats.org/officeDocument/2006/relationships/slide" Target="slides/slide937.xml"/><Relationship Id="rId945" Type="http://schemas.openxmlformats.org/officeDocument/2006/relationships/slide" Target="slides/slide938.xml"/><Relationship Id="rId946" Type="http://schemas.openxmlformats.org/officeDocument/2006/relationships/slide" Target="slides/slide939.xml"/><Relationship Id="rId947" Type="http://schemas.openxmlformats.org/officeDocument/2006/relationships/slide" Target="slides/slide940.xml"/><Relationship Id="rId948" Type="http://schemas.openxmlformats.org/officeDocument/2006/relationships/slide" Target="slides/slide941.xml"/><Relationship Id="rId949" Type="http://schemas.openxmlformats.org/officeDocument/2006/relationships/slide" Target="slides/slide942.xml"/><Relationship Id="rId950" Type="http://schemas.openxmlformats.org/officeDocument/2006/relationships/slide" Target="slides/slide943.xml"/><Relationship Id="rId951" Type="http://schemas.openxmlformats.org/officeDocument/2006/relationships/slide" Target="slides/slide944.xml"/><Relationship Id="rId952" Type="http://schemas.openxmlformats.org/officeDocument/2006/relationships/slide" Target="slides/slide945.xml"/><Relationship Id="rId953" Type="http://schemas.openxmlformats.org/officeDocument/2006/relationships/slide" Target="slides/slide946.xml"/><Relationship Id="rId954" Type="http://schemas.openxmlformats.org/officeDocument/2006/relationships/slide" Target="slides/slide947.xml"/><Relationship Id="rId955" Type="http://schemas.openxmlformats.org/officeDocument/2006/relationships/slide" Target="slides/slide948.xml"/><Relationship Id="rId956" Type="http://schemas.openxmlformats.org/officeDocument/2006/relationships/slide" Target="slides/slide949.xml"/><Relationship Id="rId957" Type="http://schemas.openxmlformats.org/officeDocument/2006/relationships/slide" Target="slides/slide950.xml"/><Relationship Id="rId958" Type="http://schemas.openxmlformats.org/officeDocument/2006/relationships/slide" Target="slides/slide951.xml"/><Relationship Id="rId959" Type="http://schemas.openxmlformats.org/officeDocument/2006/relationships/slide" Target="slides/slide952.xml"/><Relationship Id="rId960" Type="http://schemas.openxmlformats.org/officeDocument/2006/relationships/slide" Target="slides/slide953.xml"/><Relationship Id="rId961" Type="http://schemas.openxmlformats.org/officeDocument/2006/relationships/slide" Target="slides/slide954.xml"/><Relationship Id="rId962" Type="http://schemas.openxmlformats.org/officeDocument/2006/relationships/slide" Target="slides/slide955.xml"/><Relationship Id="rId963" Type="http://schemas.openxmlformats.org/officeDocument/2006/relationships/slide" Target="slides/slide956.xml"/><Relationship Id="rId964" Type="http://schemas.openxmlformats.org/officeDocument/2006/relationships/slide" Target="slides/slide957.xml"/><Relationship Id="rId965" Type="http://schemas.openxmlformats.org/officeDocument/2006/relationships/slide" Target="slides/slide958.xml"/><Relationship Id="rId966" Type="http://schemas.openxmlformats.org/officeDocument/2006/relationships/slide" Target="slides/slide959.xml"/><Relationship Id="rId967" Type="http://schemas.openxmlformats.org/officeDocument/2006/relationships/slide" Target="slides/slide960.xml"/><Relationship Id="rId968" Type="http://schemas.openxmlformats.org/officeDocument/2006/relationships/slide" Target="slides/slide961.xml"/><Relationship Id="rId969" Type="http://schemas.openxmlformats.org/officeDocument/2006/relationships/slide" Target="slides/slide962.xml"/><Relationship Id="rId970" Type="http://schemas.openxmlformats.org/officeDocument/2006/relationships/slide" Target="slides/slide963.xml"/><Relationship Id="rId971" Type="http://schemas.openxmlformats.org/officeDocument/2006/relationships/slide" Target="slides/slide964.xml"/><Relationship Id="rId972" Type="http://schemas.openxmlformats.org/officeDocument/2006/relationships/slide" Target="slides/slide965.xml"/><Relationship Id="rId973" Type="http://schemas.openxmlformats.org/officeDocument/2006/relationships/slide" Target="slides/slide966.xml"/><Relationship Id="rId974" Type="http://schemas.openxmlformats.org/officeDocument/2006/relationships/slide" Target="slides/slide967.xml"/><Relationship Id="rId975" Type="http://schemas.openxmlformats.org/officeDocument/2006/relationships/slide" Target="slides/slide968.xml"/><Relationship Id="rId976" Type="http://schemas.openxmlformats.org/officeDocument/2006/relationships/slide" Target="slides/slide969.xml"/><Relationship Id="rId977" Type="http://schemas.openxmlformats.org/officeDocument/2006/relationships/slide" Target="slides/slide970.xml"/><Relationship Id="rId978" Type="http://schemas.openxmlformats.org/officeDocument/2006/relationships/slide" Target="slides/slide971.xml"/><Relationship Id="rId979" Type="http://schemas.openxmlformats.org/officeDocument/2006/relationships/slide" Target="slides/slide972.xml"/><Relationship Id="rId980" Type="http://schemas.openxmlformats.org/officeDocument/2006/relationships/slide" Target="slides/slide973.xml"/><Relationship Id="rId981" Type="http://schemas.openxmlformats.org/officeDocument/2006/relationships/slide" Target="slides/slide974.xml"/><Relationship Id="rId982" Type="http://schemas.openxmlformats.org/officeDocument/2006/relationships/slide" Target="slides/slide975.xml"/><Relationship Id="rId983" Type="http://schemas.openxmlformats.org/officeDocument/2006/relationships/slide" Target="slides/slide976.xml"/><Relationship Id="rId984" Type="http://schemas.openxmlformats.org/officeDocument/2006/relationships/slide" Target="slides/slide977.xml"/><Relationship Id="rId985" Type="http://schemas.openxmlformats.org/officeDocument/2006/relationships/slide" Target="slides/slide978.xml"/><Relationship Id="rId986" Type="http://schemas.openxmlformats.org/officeDocument/2006/relationships/slide" Target="slides/slide979.xml"/><Relationship Id="rId987" Type="http://schemas.openxmlformats.org/officeDocument/2006/relationships/slide" Target="slides/slide980.xml"/><Relationship Id="rId988" Type="http://schemas.openxmlformats.org/officeDocument/2006/relationships/slide" Target="slides/slide981.xml"/><Relationship Id="rId989" Type="http://schemas.openxmlformats.org/officeDocument/2006/relationships/slide" Target="slides/slide982.xml"/><Relationship Id="rId990" Type="http://schemas.openxmlformats.org/officeDocument/2006/relationships/slide" Target="slides/slide983.xml"/><Relationship Id="rId991" Type="http://schemas.openxmlformats.org/officeDocument/2006/relationships/slide" Target="slides/slide984.xml"/><Relationship Id="rId992" Type="http://schemas.openxmlformats.org/officeDocument/2006/relationships/slide" Target="slides/slide985.xml"/><Relationship Id="rId993" Type="http://schemas.openxmlformats.org/officeDocument/2006/relationships/slide" Target="slides/slide986.xml"/><Relationship Id="rId994" Type="http://schemas.openxmlformats.org/officeDocument/2006/relationships/slide" Target="slides/slide987.xml"/><Relationship Id="rId995" Type="http://schemas.openxmlformats.org/officeDocument/2006/relationships/slide" Target="slides/slide988.xml"/><Relationship Id="rId996" Type="http://schemas.openxmlformats.org/officeDocument/2006/relationships/slide" Target="slides/slide989.xml"/><Relationship Id="rId997" Type="http://schemas.openxmlformats.org/officeDocument/2006/relationships/slide" Target="slides/slide990.xml"/><Relationship Id="rId998" Type="http://schemas.openxmlformats.org/officeDocument/2006/relationships/slide" Target="slides/slide991.xml"/><Relationship Id="rId999" Type="http://schemas.openxmlformats.org/officeDocument/2006/relationships/slide" Target="slides/slide992.xml"/><Relationship Id="rId1000" Type="http://schemas.openxmlformats.org/officeDocument/2006/relationships/slide" Target="slides/slide993.xml"/><Relationship Id="rId1001" Type="http://schemas.openxmlformats.org/officeDocument/2006/relationships/slide" Target="slides/slide994.xml"/><Relationship Id="rId1002" Type="http://schemas.openxmlformats.org/officeDocument/2006/relationships/slide" Target="slides/slide995.xml"/><Relationship Id="rId1003" Type="http://schemas.openxmlformats.org/officeDocument/2006/relationships/slide" Target="slides/slide996.xml"/><Relationship Id="rId1004" Type="http://schemas.openxmlformats.org/officeDocument/2006/relationships/slide" Target="slides/slide997.xml"/><Relationship Id="rId1005" Type="http://schemas.openxmlformats.org/officeDocument/2006/relationships/slide" Target="slides/slide998.xml"/><Relationship Id="rId1006" Type="http://schemas.openxmlformats.org/officeDocument/2006/relationships/slide" Target="slides/slide999.xml"/><Relationship Id="rId1007" Type="http://schemas.openxmlformats.org/officeDocument/2006/relationships/slide" Target="slides/slide1000.xml"/><Relationship Id="rId1008" Type="http://schemas.openxmlformats.org/officeDocument/2006/relationships/slide" Target="slides/slide1001.xml"/><Relationship Id="rId1009" Type="http://schemas.openxmlformats.org/officeDocument/2006/relationships/slide" Target="slides/slide1002.xml"/><Relationship Id="rId1010" Type="http://schemas.openxmlformats.org/officeDocument/2006/relationships/slide" Target="slides/slide1003.xml"/><Relationship Id="rId1011" Type="http://schemas.openxmlformats.org/officeDocument/2006/relationships/slide" Target="slides/slide1004.xml"/><Relationship Id="rId1012" Type="http://schemas.openxmlformats.org/officeDocument/2006/relationships/slide" Target="slides/slide1005.xml"/><Relationship Id="rId1013" Type="http://schemas.openxmlformats.org/officeDocument/2006/relationships/slide" Target="slides/slide1006.xml"/><Relationship Id="rId1014" Type="http://schemas.openxmlformats.org/officeDocument/2006/relationships/slide" Target="slides/slide1007.xml"/><Relationship Id="rId1015" Type="http://schemas.openxmlformats.org/officeDocument/2006/relationships/slide" Target="slides/slide1008.xml"/><Relationship Id="rId1016" Type="http://schemas.openxmlformats.org/officeDocument/2006/relationships/slide" Target="slides/slide1009.xml"/><Relationship Id="rId1017" Type="http://schemas.openxmlformats.org/officeDocument/2006/relationships/slide" Target="slides/slide1010.xml"/><Relationship Id="rId1018" Type="http://schemas.openxmlformats.org/officeDocument/2006/relationships/slide" Target="slides/slide1011.xml"/><Relationship Id="rId1019" Type="http://schemas.openxmlformats.org/officeDocument/2006/relationships/slide" Target="slides/slide1012.xml"/><Relationship Id="rId1020" Type="http://schemas.openxmlformats.org/officeDocument/2006/relationships/slide" Target="slides/slide1013.xml"/><Relationship Id="rId1021" Type="http://schemas.openxmlformats.org/officeDocument/2006/relationships/slide" Target="slides/slide1014.xml"/><Relationship Id="rId1022" Type="http://schemas.openxmlformats.org/officeDocument/2006/relationships/slide" Target="slides/slide1015.xml"/><Relationship Id="rId1023" Type="http://schemas.openxmlformats.org/officeDocument/2006/relationships/slide" Target="slides/slide1016.xml"/><Relationship Id="rId1024" Type="http://schemas.openxmlformats.org/officeDocument/2006/relationships/slide" Target="slides/slide1017.xml"/><Relationship Id="rId1025" Type="http://schemas.openxmlformats.org/officeDocument/2006/relationships/slide" Target="slides/slide1018.xml"/><Relationship Id="rId1026" Type="http://schemas.openxmlformats.org/officeDocument/2006/relationships/slide" Target="slides/slide1019.xml"/><Relationship Id="rId1027" Type="http://schemas.openxmlformats.org/officeDocument/2006/relationships/slide" Target="slides/slide1020.xml"/><Relationship Id="rId1028" Type="http://schemas.openxmlformats.org/officeDocument/2006/relationships/slide" Target="slides/slide1021.xml"/><Relationship Id="rId1029" Type="http://schemas.openxmlformats.org/officeDocument/2006/relationships/slide" Target="slides/slide1022.xml"/><Relationship Id="rId1030" Type="http://schemas.openxmlformats.org/officeDocument/2006/relationships/slide" Target="slides/slide1023.xml"/><Relationship Id="rId1031" Type="http://schemas.openxmlformats.org/officeDocument/2006/relationships/slide" Target="slides/slide1024.xml"/><Relationship Id="rId1032" Type="http://schemas.openxmlformats.org/officeDocument/2006/relationships/slide" Target="slides/slide1025.xml"/><Relationship Id="rId1033" Type="http://schemas.openxmlformats.org/officeDocument/2006/relationships/slide" Target="slides/slide1026.xml"/><Relationship Id="rId1034" Type="http://schemas.openxmlformats.org/officeDocument/2006/relationships/slide" Target="slides/slide1027.xml"/><Relationship Id="rId1035" Type="http://schemas.openxmlformats.org/officeDocument/2006/relationships/slide" Target="slides/slide1028.xml"/><Relationship Id="rId1036" Type="http://schemas.openxmlformats.org/officeDocument/2006/relationships/slide" Target="slides/slide1029.xml"/><Relationship Id="rId1037" Type="http://schemas.openxmlformats.org/officeDocument/2006/relationships/slide" Target="slides/slide1030.xml"/><Relationship Id="rId1038" Type="http://schemas.openxmlformats.org/officeDocument/2006/relationships/slide" Target="slides/slide1031.xml"/><Relationship Id="rId1039" Type="http://schemas.openxmlformats.org/officeDocument/2006/relationships/slide" Target="slides/slide1032.xml"/><Relationship Id="rId1040" Type="http://schemas.openxmlformats.org/officeDocument/2006/relationships/slide" Target="slides/slide1033.xml"/><Relationship Id="rId1041" Type="http://schemas.openxmlformats.org/officeDocument/2006/relationships/slide" Target="slides/slide1034.xml"/><Relationship Id="rId1042" Type="http://schemas.openxmlformats.org/officeDocument/2006/relationships/slide" Target="slides/slide1035.xml"/><Relationship Id="rId1043" Type="http://schemas.openxmlformats.org/officeDocument/2006/relationships/slide" Target="slides/slide1036.xml"/><Relationship Id="rId1044" Type="http://schemas.openxmlformats.org/officeDocument/2006/relationships/slide" Target="slides/slide1037.xml"/><Relationship Id="rId1045" Type="http://schemas.openxmlformats.org/officeDocument/2006/relationships/slide" Target="slides/slide1038.xml"/><Relationship Id="rId1046" Type="http://schemas.openxmlformats.org/officeDocument/2006/relationships/slide" Target="slides/slide1039.xml"/><Relationship Id="rId1047" Type="http://schemas.openxmlformats.org/officeDocument/2006/relationships/slide" Target="slides/slide1040.xml"/><Relationship Id="rId1048" Type="http://schemas.openxmlformats.org/officeDocument/2006/relationships/slide" Target="slides/slide1041.xml"/><Relationship Id="rId1049" Type="http://schemas.openxmlformats.org/officeDocument/2006/relationships/slide" Target="slides/slide1042.xml"/><Relationship Id="rId1050" Type="http://schemas.openxmlformats.org/officeDocument/2006/relationships/slide" Target="slides/slide1043.xml"/><Relationship Id="rId1051" Type="http://schemas.openxmlformats.org/officeDocument/2006/relationships/slide" Target="slides/slide1044.xml"/><Relationship Id="rId1052" Type="http://schemas.openxmlformats.org/officeDocument/2006/relationships/slide" Target="slides/slide1045.xml"/><Relationship Id="rId1053" Type="http://schemas.openxmlformats.org/officeDocument/2006/relationships/slide" Target="slides/slide1046.xml"/><Relationship Id="rId1054" Type="http://schemas.openxmlformats.org/officeDocument/2006/relationships/slide" Target="slides/slide1047.xml"/><Relationship Id="rId1055" Type="http://schemas.openxmlformats.org/officeDocument/2006/relationships/slide" Target="slides/slide1048.xml"/><Relationship Id="rId1056" Type="http://schemas.openxmlformats.org/officeDocument/2006/relationships/slide" Target="slides/slide1049.xml"/><Relationship Id="rId1057" Type="http://schemas.openxmlformats.org/officeDocument/2006/relationships/slide" Target="slides/slide1050.xml"/><Relationship Id="rId1058" Type="http://schemas.openxmlformats.org/officeDocument/2006/relationships/slide" Target="slides/slide1051.xml"/><Relationship Id="rId1059" Type="http://schemas.openxmlformats.org/officeDocument/2006/relationships/slide" Target="slides/slide1052.xml"/><Relationship Id="rId1060" Type="http://schemas.openxmlformats.org/officeDocument/2006/relationships/slide" Target="slides/slide1053.xml"/><Relationship Id="rId1061" Type="http://schemas.openxmlformats.org/officeDocument/2006/relationships/slide" Target="slides/slide1054.xml"/><Relationship Id="rId1062" Type="http://schemas.openxmlformats.org/officeDocument/2006/relationships/slide" Target="slides/slide1055.xml"/><Relationship Id="rId1063" Type="http://schemas.openxmlformats.org/officeDocument/2006/relationships/slide" Target="slides/slide1056.xml"/><Relationship Id="rId1064" Type="http://schemas.openxmlformats.org/officeDocument/2006/relationships/slide" Target="slides/slide1057.xml"/><Relationship Id="rId1065" Type="http://schemas.openxmlformats.org/officeDocument/2006/relationships/slide" Target="slides/slide1058.xml"/><Relationship Id="rId1066" Type="http://schemas.openxmlformats.org/officeDocument/2006/relationships/slide" Target="slides/slide1059.xml"/><Relationship Id="rId1067" Type="http://schemas.openxmlformats.org/officeDocument/2006/relationships/slide" Target="slides/slide1060.xml"/><Relationship Id="rId1068" Type="http://schemas.openxmlformats.org/officeDocument/2006/relationships/slide" Target="slides/slide1061.xml"/><Relationship Id="rId1069" Type="http://schemas.openxmlformats.org/officeDocument/2006/relationships/slide" Target="slides/slide1062.xml"/><Relationship Id="rId1070" Type="http://schemas.openxmlformats.org/officeDocument/2006/relationships/slide" Target="slides/slide1063.xml"/><Relationship Id="rId1071" Type="http://schemas.openxmlformats.org/officeDocument/2006/relationships/slide" Target="slides/slide1064.xml"/><Relationship Id="rId1072" Type="http://schemas.openxmlformats.org/officeDocument/2006/relationships/slide" Target="slides/slide1065.xml"/><Relationship Id="rId1073" Type="http://schemas.openxmlformats.org/officeDocument/2006/relationships/slide" Target="slides/slide1066.xml"/><Relationship Id="rId1074" Type="http://schemas.openxmlformats.org/officeDocument/2006/relationships/slide" Target="slides/slide1067.xml"/><Relationship Id="rId1075" Type="http://schemas.openxmlformats.org/officeDocument/2006/relationships/slide" Target="slides/slide1068.xml"/><Relationship Id="rId1076" Type="http://schemas.openxmlformats.org/officeDocument/2006/relationships/slide" Target="slides/slide1069.xml"/><Relationship Id="rId1077" Type="http://schemas.openxmlformats.org/officeDocument/2006/relationships/slide" Target="slides/slide1070.xml"/><Relationship Id="rId1078" Type="http://schemas.openxmlformats.org/officeDocument/2006/relationships/slide" Target="slides/slide1071.xml"/><Relationship Id="rId1079" Type="http://schemas.openxmlformats.org/officeDocument/2006/relationships/slide" Target="slides/slide1072.xml"/><Relationship Id="rId1080" Type="http://schemas.openxmlformats.org/officeDocument/2006/relationships/slide" Target="slides/slide1073.xml"/><Relationship Id="rId1081" Type="http://schemas.openxmlformats.org/officeDocument/2006/relationships/slide" Target="slides/slide1074.xml"/><Relationship Id="rId1082" Type="http://schemas.openxmlformats.org/officeDocument/2006/relationships/slide" Target="slides/slide1075.xml"/><Relationship Id="rId1083" Type="http://schemas.openxmlformats.org/officeDocument/2006/relationships/slide" Target="slides/slide1076.xml"/><Relationship Id="rId1084" Type="http://schemas.openxmlformats.org/officeDocument/2006/relationships/slide" Target="slides/slide1077.xml"/><Relationship Id="rId1085" Type="http://schemas.openxmlformats.org/officeDocument/2006/relationships/slide" Target="slides/slide1078.xml"/><Relationship Id="rId1086" Type="http://schemas.openxmlformats.org/officeDocument/2006/relationships/slide" Target="slides/slide1079.xml"/><Relationship Id="rId1087" Type="http://schemas.openxmlformats.org/officeDocument/2006/relationships/slide" Target="slides/slide1080.xml"/><Relationship Id="rId1088" Type="http://schemas.openxmlformats.org/officeDocument/2006/relationships/slide" Target="slides/slide1081.xml"/><Relationship Id="rId1089" Type="http://schemas.openxmlformats.org/officeDocument/2006/relationships/slide" Target="slides/slide1082.xml"/><Relationship Id="rId1090" Type="http://schemas.openxmlformats.org/officeDocument/2006/relationships/slide" Target="slides/slide1083.xml"/><Relationship Id="rId1091" Type="http://schemas.openxmlformats.org/officeDocument/2006/relationships/slide" Target="slides/slide1084.xml"/><Relationship Id="rId1092" Type="http://schemas.openxmlformats.org/officeDocument/2006/relationships/slide" Target="slides/slide1085.xml"/><Relationship Id="rId1093" Type="http://schemas.openxmlformats.org/officeDocument/2006/relationships/slide" Target="slides/slide1086.xml"/><Relationship Id="rId1094" Type="http://schemas.openxmlformats.org/officeDocument/2006/relationships/slide" Target="slides/slide1087.xml"/><Relationship Id="rId1095" Type="http://schemas.openxmlformats.org/officeDocument/2006/relationships/slide" Target="slides/slide1088.xml"/><Relationship Id="rId1096" Type="http://schemas.openxmlformats.org/officeDocument/2006/relationships/slide" Target="slides/slide1089.xml"/><Relationship Id="rId1097" Type="http://schemas.openxmlformats.org/officeDocument/2006/relationships/slide" Target="slides/slide1090.xml"/><Relationship Id="rId1098" Type="http://schemas.openxmlformats.org/officeDocument/2006/relationships/slide" Target="slides/slide1091.xml"/><Relationship Id="rId1099" Type="http://schemas.openxmlformats.org/officeDocument/2006/relationships/slide" Target="slides/slide1092.xml"/><Relationship Id="rId1100" Type="http://schemas.openxmlformats.org/officeDocument/2006/relationships/slide" Target="slides/slide1093.xml"/><Relationship Id="rId1101" Type="http://schemas.openxmlformats.org/officeDocument/2006/relationships/slide" Target="slides/slide1094.xml"/><Relationship Id="rId1102" Type="http://schemas.openxmlformats.org/officeDocument/2006/relationships/slide" Target="slides/slide1095.xml"/><Relationship Id="rId1103" Type="http://schemas.openxmlformats.org/officeDocument/2006/relationships/slide" Target="slides/slide1096.xml"/><Relationship Id="rId1104" Type="http://schemas.openxmlformats.org/officeDocument/2006/relationships/slide" Target="slides/slide1097.xml"/><Relationship Id="rId1105" Type="http://schemas.openxmlformats.org/officeDocument/2006/relationships/slide" Target="slides/slide1098.xml"/><Relationship Id="rId1106" Type="http://schemas.openxmlformats.org/officeDocument/2006/relationships/slide" Target="slides/slide1099.xml"/><Relationship Id="rId1107" Type="http://schemas.openxmlformats.org/officeDocument/2006/relationships/slide" Target="slides/slide1100.xml"/><Relationship Id="rId1108" Type="http://schemas.openxmlformats.org/officeDocument/2006/relationships/slide" Target="slides/slide1101.xml"/><Relationship Id="rId1109" Type="http://schemas.openxmlformats.org/officeDocument/2006/relationships/slide" Target="slides/slide1102.xml"/><Relationship Id="rId1110" Type="http://schemas.openxmlformats.org/officeDocument/2006/relationships/slide" Target="slides/slide1103.xml"/><Relationship Id="rId1111" Type="http://schemas.openxmlformats.org/officeDocument/2006/relationships/slide" Target="slides/slide1104.xml"/><Relationship Id="rId1112" Type="http://schemas.openxmlformats.org/officeDocument/2006/relationships/slide" Target="slides/slide1105.xml"/><Relationship Id="rId1113" Type="http://schemas.openxmlformats.org/officeDocument/2006/relationships/slide" Target="slides/slide1106.xml"/><Relationship Id="rId1114" Type="http://schemas.openxmlformats.org/officeDocument/2006/relationships/slide" Target="slides/slide1107.xml"/><Relationship Id="rId1115" Type="http://schemas.openxmlformats.org/officeDocument/2006/relationships/slide" Target="slides/slide1108.xml"/><Relationship Id="rId1116" Type="http://schemas.openxmlformats.org/officeDocument/2006/relationships/slide" Target="slides/slide1109.xml"/><Relationship Id="rId1117" Type="http://schemas.openxmlformats.org/officeDocument/2006/relationships/slide" Target="slides/slide1110.xml"/><Relationship Id="rId1118" Type="http://schemas.openxmlformats.org/officeDocument/2006/relationships/slide" Target="slides/slide1111.xml"/><Relationship Id="rId1119" Type="http://schemas.openxmlformats.org/officeDocument/2006/relationships/slide" Target="slides/slide1112.xml"/><Relationship Id="rId1120" Type="http://schemas.openxmlformats.org/officeDocument/2006/relationships/slide" Target="slides/slide1113.xml"/><Relationship Id="rId1121" Type="http://schemas.openxmlformats.org/officeDocument/2006/relationships/slide" Target="slides/slide1114.xml"/><Relationship Id="rId1122" Type="http://schemas.openxmlformats.org/officeDocument/2006/relationships/slide" Target="slides/slide1115.xml"/><Relationship Id="rId1123" Type="http://schemas.openxmlformats.org/officeDocument/2006/relationships/slide" Target="slides/slide1116.xml"/><Relationship Id="rId1124" Type="http://schemas.openxmlformats.org/officeDocument/2006/relationships/slide" Target="slides/slide1117.xml"/><Relationship Id="rId1125" Type="http://schemas.openxmlformats.org/officeDocument/2006/relationships/slide" Target="slides/slide1118.xml"/><Relationship Id="rId1126" Type="http://schemas.openxmlformats.org/officeDocument/2006/relationships/slide" Target="slides/slide1119.xml"/><Relationship Id="rId1127" Type="http://schemas.openxmlformats.org/officeDocument/2006/relationships/slide" Target="slides/slide1120.xml"/><Relationship Id="rId1128" Type="http://schemas.openxmlformats.org/officeDocument/2006/relationships/slide" Target="slides/slide1121.xml"/><Relationship Id="rId1129" Type="http://schemas.openxmlformats.org/officeDocument/2006/relationships/slide" Target="slides/slide1122.xml"/><Relationship Id="rId1130" Type="http://schemas.openxmlformats.org/officeDocument/2006/relationships/slide" Target="slides/slide1123.xml"/><Relationship Id="rId1131" Type="http://schemas.openxmlformats.org/officeDocument/2006/relationships/slide" Target="slides/slide1124.xml"/><Relationship Id="rId1132" Type="http://schemas.openxmlformats.org/officeDocument/2006/relationships/slide" Target="slides/slide1125.xml"/><Relationship Id="rId1133" Type="http://schemas.openxmlformats.org/officeDocument/2006/relationships/slide" Target="slides/slide1126.xml"/><Relationship Id="rId1134" Type="http://schemas.openxmlformats.org/officeDocument/2006/relationships/slide" Target="slides/slide1127.xml"/><Relationship Id="rId1135" Type="http://schemas.openxmlformats.org/officeDocument/2006/relationships/slide" Target="slides/slide1128.xml"/><Relationship Id="rId1136" Type="http://schemas.openxmlformats.org/officeDocument/2006/relationships/slide" Target="slides/slide1129.xml"/><Relationship Id="rId1137" Type="http://schemas.openxmlformats.org/officeDocument/2006/relationships/slide" Target="slides/slide1130.xml"/><Relationship Id="rId1138" Type="http://schemas.openxmlformats.org/officeDocument/2006/relationships/slide" Target="slides/slide1131.xml"/><Relationship Id="rId1139" Type="http://schemas.openxmlformats.org/officeDocument/2006/relationships/slide" Target="slides/slide1132.xml"/><Relationship Id="rId1140" Type="http://schemas.openxmlformats.org/officeDocument/2006/relationships/slide" Target="slides/slide1133.xml"/><Relationship Id="rId1141" Type="http://schemas.openxmlformats.org/officeDocument/2006/relationships/slide" Target="slides/slide1134.xml"/><Relationship Id="rId1142" Type="http://schemas.openxmlformats.org/officeDocument/2006/relationships/slide" Target="slides/slide1135.xml"/><Relationship Id="rId1143" Type="http://schemas.openxmlformats.org/officeDocument/2006/relationships/slide" Target="slides/slide1136.xml"/><Relationship Id="rId1144" Type="http://schemas.openxmlformats.org/officeDocument/2006/relationships/slide" Target="slides/slide1137.xml"/><Relationship Id="rId1145" Type="http://schemas.openxmlformats.org/officeDocument/2006/relationships/slide" Target="slides/slide1138.xml"/><Relationship Id="rId1146" Type="http://schemas.openxmlformats.org/officeDocument/2006/relationships/slide" Target="slides/slide1139.xml"/><Relationship Id="rId1147" Type="http://schemas.openxmlformats.org/officeDocument/2006/relationships/slide" Target="slides/slide1140.xml"/><Relationship Id="rId1148" Type="http://schemas.openxmlformats.org/officeDocument/2006/relationships/slide" Target="slides/slide1141.xml"/><Relationship Id="rId1149" Type="http://schemas.openxmlformats.org/officeDocument/2006/relationships/slide" Target="slides/slide1142.xml"/><Relationship Id="rId1150" Type="http://schemas.openxmlformats.org/officeDocument/2006/relationships/slide" Target="slides/slide1143.xml"/><Relationship Id="rId1151" Type="http://schemas.openxmlformats.org/officeDocument/2006/relationships/slide" Target="slides/slide1144.xml"/><Relationship Id="rId1152" Type="http://schemas.openxmlformats.org/officeDocument/2006/relationships/slide" Target="slides/slide1145.xml"/><Relationship Id="rId1153" Type="http://schemas.openxmlformats.org/officeDocument/2006/relationships/slide" Target="slides/slide1146.xml"/><Relationship Id="rId1154" Type="http://schemas.openxmlformats.org/officeDocument/2006/relationships/slide" Target="slides/slide1147.xml"/><Relationship Id="rId1155" Type="http://schemas.openxmlformats.org/officeDocument/2006/relationships/slide" Target="slides/slide1148.xml"/><Relationship Id="rId1156" Type="http://schemas.openxmlformats.org/officeDocument/2006/relationships/slide" Target="slides/slide1149.xml"/><Relationship Id="rId1157" Type="http://schemas.openxmlformats.org/officeDocument/2006/relationships/slide" Target="slides/slide1150.xml"/><Relationship Id="rId1158" Type="http://schemas.openxmlformats.org/officeDocument/2006/relationships/slide" Target="slides/slide1151.xml"/><Relationship Id="rId1159" Type="http://schemas.openxmlformats.org/officeDocument/2006/relationships/slide" Target="slides/slide1152.xml"/><Relationship Id="rId1160" Type="http://schemas.openxmlformats.org/officeDocument/2006/relationships/slide" Target="slides/slide1153.xml"/><Relationship Id="rId1161" Type="http://schemas.openxmlformats.org/officeDocument/2006/relationships/slide" Target="slides/slide1154.xml"/><Relationship Id="rId1162" Type="http://schemas.openxmlformats.org/officeDocument/2006/relationships/slide" Target="slides/slide1155.xml"/><Relationship Id="rId1163" Type="http://schemas.openxmlformats.org/officeDocument/2006/relationships/slide" Target="slides/slide1156.xml"/><Relationship Id="rId1164" Type="http://schemas.openxmlformats.org/officeDocument/2006/relationships/slide" Target="slides/slide1157.xml"/><Relationship Id="rId1165" Type="http://schemas.openxmlformats.org/officeDocument/2006/relationships/slide" Target="slides/slide1158.xml"/><Relationship Id="rId1166" Type="http://schemas.openxmlformats.org/officeDocument/2006/relationships/slide" Target="slides/slide1159.xml"/><Relationship Id="rId1167" Type="http://schemas.openxmlformats.org/officeDocument/2006/relationships/slide" Target="slides/slide1160.xml"/><Relationship Id="rId1168" Type="http://schemas.openxmlformats.org/officeDocument/2006/relationships/slide" Target="slides/slide1161.xml"/><Relationship Id="rId1169" Type="http://schemas.openxmlformats.org/officeDocument/2006/relationships/slide" Target="slides/slide1162.xml"/><Relationship Id="rId1170" Type="http://schemas.openxmlformats.org/officeDocument/2006/relationships/slide" Target="slides/slide1163.xml"/><Relationship Id="rId1171" Type="http://schemas.openxmlformats.org/officeDocument/2006/relationships/slide" Target="slides/slide1164.xml"/><Relationship Id="rId1172" Type="http://schemas.openxmlformats.org/officeDocument/2006/relationships/slide" Target="slides/slide1165.xml"/><Relationship Id="rId1173" Type="http://schemas.openxmlformats.org/officeDocument/2006/relationships/slide" Target="slides/slide1166.xml"/><Relationship Id="rId1174" Type="http://schemas.openxmlformats.org/officeDocument/2006/relationships/slide" Target="slides/slide1167.xml"/><Relationship Id="rId1175" Type="http://schemas.openxmlformats.org/officeDocument/2006/relationships/slide" Target="slides/slide1168.xml"/><Relationship Id="rId1176" Type="http://schemas.openxmlformats.org/officeDocument/2006/relationships/slide" Target="slides/slide1169.xml"/><Relationship Id="rId1177" Type="http://schemas.openxmlformats.org/officeDocument/2006/relationships/slide" Target="slides/slide1170.xml"/><Relationship Id="rId1178" Type="http://schemas.openxmlformats.org/officeDocument/2006/relationships/slide" Target="slides/slide1171.xml"/><Relationship Id="rId1179" Type="http://schemas.openxmlformats.org/officeDocument/2006/relationships/slide" Target="slides/slide1172.xml"/><Relationship Id="rId1180" Type="http://schemas.openxmlformats.org/officeDocument/2006/relationships/slide" Target="slides/slide1173.xml"/><Relationship Id="rId1181" Type="http://schemas.openxmlformats.org/officeDocument/2006/relationships/slide" Target="slides/slide1174.xml"/><Relationship Id="rId1182" Type="http://schemas.openxmlformats.org/officeDocument/2006/relationships/slide" Target="slides/slide1175.xml"/><Relationship Id="rId1183" Type="http://schemas.openxmlformats.org/officeDocument/2006/relationships/slide" Target="slides/slide1176.xml"/><Relationship Id="rId1184" Type="http://schemas.openxmlformats.org/officeDocument/2006/relationships/slide" Target="slides/slide1177.xml"/><Relationship Id="rId1185" Type="http://schemas.openxmlformats.org/officeDocument/2006/relationships/slide" Target="slides/slide1178.xml"/><Relationship Id="rId1186" Type="http://schemas.openxmlformats.org/officeDocument/2006/relationships/slide" Target="slides/slide1179.xml"/><Relationship Id="rId1187" Type="http://schemas.openxmlformats.org/officeDocument/2006/relationships/slide" Target="slides/slide1180.xml"/><Relationship Id="rId1188" Type="http://schemas.openxmlformats.org/officeDocument/2006/relationships/slide" Target="slides/slide1181.xml"/><Relationship Id="rId1189" Type="http://schemas.openxmlformats.org/officeDocument/2006/relationships/slide" Target="slides/slide1182.xml"/><Relationship Id="rId1190" Type="http://schemas.openxmlformats.org/officeDocument/2006/relationships/slide" Target="slides/slide1183.xml"/><Relationship Id="rId1191" Type="http://schemas.openxmlformats.org/officeDocument/2006/relationships/slide" Target="slides/slide1184.xml"/><Relationship Id="rId1192" Type="http://schemas.openxmlformats.org/officeDocument/2006/relationships/slide" Target="slides/slide1185.xml"/><Relationship Id="rId1193" Type="http://schemas.openxmlformats.org/officeDocument/2006/relationships/slide" Target="slides/slide1186.xml"/><Relationship Id="rId1194" Type="http://schemas.openxmlformats.org/officeDocument/2006/relationships/slide" Target="slides/slide1187.xml"/><Relationship Id="rId1195" Type="http://schemas.openxmlformats.org/officeDocument/2006/relationships/slide" Target="slides/slide1188.xml"/><Relationship Id="rId1196" Type="http://schemas.openxmlformats.org/officeDocument/2006/relationships/slide" Target="slides/slide1189.xml"/><Relationship Id="rId1197" Type="http://schemas.openxmlformats.org/officeDocument/2006/relationships/slide" Target="slides/slide1190.xml"/><Relationship Id="rId1198" Type="http://schemas.openxmlformats.org/officeDocument/2006/relationships/slide" Target="slides/slide1191.xml"/><Relationship Id="rId1199" Type="http://schemas.openxmlformats.org/officeDocument/2006/relationships/slide" Target="slides/slide1192.xml"/><Relationship Id="rId1200" Type="http://schemas.openxmlformats.org/officeDocument/2006/relationships/slide" Target="slides/slide1193.xml"/><Relationship Id="rId1201" Type="http://schemas.openxmlformats.org/officeDocument/2006/relationships/slide" Target="slides/slide1194.xml"/><Relationship Id="rId1202" Type="http://schemas.openxmlformats.org/officeDocument/2006/relationships/slide" Target="slides/slide1195.xml"/><Relationship Id="rId1203" Type="http://schemas.openxmlformats.org/officeDocument/2006/relationships/slide" Target="slides/slide1196.xml"/><Relationship Id="rId1204" Type="http://schemas.openxmlformats.org/officeDocument/2006/relationships/slide" Target="slides/slide1197.xml"/><Relationship Id="rId1205" Type="http://schemas.openxmlformats.org/officeDocument/2006/relationships/slide" Target="slides/slide1198.xml"/><Relationship Id="rId1206" Type="http://schemas.openxmlformats.org/officeDocument/2006/relationships/slide" Target="slides/slide1199.xml"/><Relationship Id="rId1207" Type="http://schemas.openxmlformats.org/officeDocument/2006/relationships/slide" Target="slides/slide1200.xml"/><Relationship Id="rId1208" Type="http://schemas.openxmlformats.org/officeDocument/2006/relationships/slide" Target="slides/slide1201.xml"/><Relationship Id="rId1209" Type="http://schemas.openxmlformats.org/officeDocument/2006/relationships/slide" Target="slides/slide1202.xml"/><Relationship Id="rId1210" Type="http://schemas.openxmlformats.org/officeDocument/2006/relationships/slide" Target="slides/slide1203.xml"/><Relationship Id="rId1211" Type="http://schemas.openxmlformats.org/officeDocument/2006/relationships/slide" Target="slides/slide1204.xml"/><Relationship Id="rId1212" Type="http://schemas.openxmlformats.org/officeDocument/2006/relationships/slide" Target="slides/slide1205.xml"/><Relationship Id="rId1213" Type="http://schemas.openxmlformats.org/officeDocument/2006/relationships/slide" Target="slides/slide1206.xml"/><Relationship Id="rId1214" Type="http://schemas.openxmlformats.org/officeDocument/2006/relationships/slide" Target="slides/slide1207.xml"/><Relationship Id="rId1215" Type="http://schemas.openxmlformats.org/officeDocument/2006/relationships/slide" Target="slides/slide1208.xml"/><Relationship Id="rId1216" Type="http://schemas.openxmlformats.org/officeDocument/2006/relationships/slide" Target="slides/slide1209.xml"/><Relationship Id="rId1217" Type="http://schemas.openxmlformats.org/officeDocument/2006/relationships/slide" Target="slides/slide1210.xml"/><Relationship Id="rId1218" Type="http://schemas.openxmlformats.org/officeDocument/2006/relationships/slide" Target="slides/slide1211.xml"/><Relationship Id="rId1219" Type="http://schemas.openxmlformats.org/officeDocument/2006/relationships/slide" Target="slides/slide1212.xml"/><Relationship Id="rId1220" Type="http://schemas.openxmlformats.org/officeDocument/2006/relationships/slide" Target="slides/slide1213.xml"/><Relationship Id="rId1221" Type="http://schemas.openxmlformats.org/officeDocument/2006/relationships/slide" Target="slides/slide1214.xml"/><Relationship Id="rId1222" Type="http://schemas.openxmlformats.org/officeDocument/2006/relationships/slide" Target="slides/slide1215.xml"/><Relationship Id="rId1223" Type="http://schemas.openxmlformats.org/officeDocument/2006/relationships/slide" Target="slides/slide1216.xml"/><Relationship Id="rId1224" Type="http://schemas.openxmlformats.org/officeDocument/2006/relationships/slide" Target="slides/slide1217.xml"/><Relationship Id="rId1225" Type="http://schemas.openxmlformats.org/officeDocument/2006/relationships/slide" Target="slides/slide1218.xml"/><Relationship Id="rId1226" Type="http://schemas.openxmlformats.org/officeDocument/2006/relationships/slide" Target="slides/slide1219.xml"/><Relationship Id="rId1227" Type="http://schemas.openxmlformats.org/officeDocument/2006/relationships/slide" Target="slides/slide1220.xml"/><Relationship Id="rId1228" Type="http://schemas.openxmlformats.org/officeDocument/2006/relationships/slide" Target="slides/slide1221.xml"/><Relationship Id="rId1229" Type="http://schemas.openxmlformats.org/officeDocument/2006/relationships/slide" Target="slides/slide1222.xml"/><Relationship Id="rId1230" Type="http://schemas.openxmlformats.org/officeDocument/2006/relationships/slide" Target="slides/slide1223.xml"/><Relationship Id="rId1231" Type="http://schemas.openxmlformats.org/officeDocument/2006/relationships/slide" Target="slides/slide1224.xml"/><Relationship Id="rId1232" Type="http://schemas.openxmlformats.org/officeDocument/2006/relationships/slide" Target="slides/slide1225.xml"/><Relationship Id="rId1233" Type="http://schemas.openxmlformats.org/officeDocument/2006/relationships/slide" Target="slides/slide1226.xml"/><Relationship Id="rId1234" Type="http://schemas.openxmlformats.org/officeDocument/2006/relationships/slide" Target="slides/slide1227.xml"/><Relationship Id="rId1235" Type="http://schemas.openxmlformats.org/officeDocument/2006/relationships/slide" Target="slides/slide1228.xml"/><Relationship Id="rId1236" Type="http://schemas.openxmlformats.org/officeDocument/2006/relationships/slide" Target="slides/slide1229.xml"/><Relationship Id="rId1237" Type="http://schemas.openxmlformats.org/officeDocument/2006/relationships/slide" Target="slides/slide1230.xml"/><Relationship Id="rId1238" Type="http://schemas.openxmlformats.org/officeDocument/2006/relationships/slide" Target="slides/slide1231.xml"/><Relationship Id="rId1239" Type="http://schemas.openxmlformats.org/officeDocument/2006/relationships/slide" Target="slides/slide1232.xml"/><Relationship Id="rId1240" Type="http://schemas.openxmlformats.org/officeDocument/2006/relationships/slide" Target="slides/slide1233.xml"/><Relationship Id="rId1241" Type="http://schemas.openxmlformats.org/officeDocument/2006/relationships/slide" Target="slides/slide1234.xml"/><Relationship Id="rId1242" Type="http://schemas.openxmlformats.org/officeDocument/2006/relationships/slide" Target="slides/slide1235.xml"/><Relationship Id="rId1243" Type="http://schemas.openxmlformats.org/officeDocument/2006/relationships/slide" Target="slides/slide1236.xml"/><Relationship Id="rId1244" Type="http://schemas.openxmlformats.org/officeDocument/2006/relationships/slide" Target="slides/slide1237.xml"/><Relationship Id="rId1245" Type="http://schemas.openxmlformats.org/officeDocument/2006/relationships/slide" Target="slides/slide1238.xml"/><Relationship Id="rId1246" Type="http://schemas.openxmlformats.org/officeDocument/2006/relationships/slide" Target="slides/slide1239.xml"/><Relationship Id="rId1247" Type="http://schemas.openxmlformats.org/officeDocument/2006/relationships/slide" Target="slides/slide1240.xml"/><Relationship Id="rId1248" Type="http://schemas.openxmlformats.org/officeDocument/2006/relationships/slide" Target="slides/slide1241.xml"/><Relationship Id="rId1249" Type="http://schemas.openxmlformats.org/officeDocument/2006/relationships/slide" Target="slides/slide1242.xml"/><Relationship Id="rId1250" Type="http://schemas.openxmlformats.org/officeDocument/2006/relationships/slide" Target="slides/slide1243.xml"/><Relationship Id="rId1251" Type="http://schemas.openxmlformats.org/officeDocument/2006/relationships/slide" Target="slides/slide1244.xml"/><Relationship Id="rId1252" Type="http://schemas.openxmlformats.org/officeDocument/2006/relationships/slide" Target="slides/slide1245.xml"/><Relationship Id="rId1253" Type="http://schemas.openxmlformats.org/officeDocument/2006/relationships/slide" Target="slides/slide1246.xml"/><Relationship Id="rId1254" Type="http://schemas.openxmlformats.org/officeDocument/2006/relationships/slide" Target="slides/slide1247.xml"/><Relationship Id="rId1255" Type="http://schemas.openxmlformats.org/officeDocument/2006/relationships/slide" Target="slides/slide1248.xml"/><Relationship Id="rId1256" Type="http://schemas.openxmlformats.org/officeDocument/2006/relationships/slide" Target="slides/slide1249.xml"/><Relationship Id="rId1257" Type="http://schemas.openxmlformats.org/officeDocument/2006/relationships/slide" Target="slides/slide1250.xml"/><Relationship Id="rId1258" Type="http://schemas.openxmlformats.org/officeDocument/2006/relationships/slide" Target="slides/slide1251.xml"/><Relationship Id="rId1259" Type="http://schemas.openxmlformats.org/officeDocument/2006/relationships/slide" Target="slides/slide1252.xml"/><Relationship Id="rId1260" Type="http://schemas.openxmlformats.org/officeDocument/2006/relationships/slide" Target="slides/slide1253.xml"/><Relationship Id="rId1261" Type="http://schemas.openxmlformats.org/officeDocument/2006/relationships/slide" Target="slides/slide1254.xml"/><Relationship Id="rId1262" Type="http://schemas.openxmlformats.org/officeDocument/2006/relationships/slide" Target="slides/slide1255.xml"/><Relationship Id="rId1263" Type="http://schemas.openxmlformats.org/officeDocument/2006/relationships/slide" Target="slides/slide1256.xml"/><Relationship Id="rId1264" Type="http://schemas.openxmlformats.org/officeDocument/2006/relationships/slide" Target="slides/slide1257.xml"/><Relationship Id="rId1265" Type="http://schemas.openxmlformats.org/officeDocument/2006/relationships/slide" Target="slides/slide1258.xml"/><Relationship Id="rId1266" Type="http://schemas.openxmlformats.org/officeDocument/2006/relationships/slide" Target="slides/slide1259.xml"/><Relationship Id="rId1267" Type="http://schemas.openxmlformats.org/officeDocument/2006/relationships/slide" Target="slides/slide1260.xml"/><Relationship Id="rId1268" Type="http://schemas.openxmlformats.org/officeDocument/2006/relationships/slide" Target="slides/slide1261.xml"/><Relationship Id="rId1269" Type="http://schemas.openxmlformats.org/officeDocument/2006/relationships/slide" Target="slides/slide1262.xml"/><Relationship Id="rId1270" Type="http://schemas.openxmlformats.org/officeDocument/2006/relationships/slide" Target="slides/slide1263.xml"/><Relationship Id="rId1271" Type="http://schemas.openxmlformats.org/officeDocument/2006/relationships/slide" Target="slides/slide1264.xml"/><Relationship Id="rId1272" Type="http://schemas.openxmlformats.org/officeDocument/2006/relationships/slide" Target="slides/slide1265.xml"/><Relationship Id="rId1273" Type="http://schemas.openxmlformats.org/officeDocument/2006/relationships/slide" Target="slides/slide1266.xml"/><Relationship Id="rId1274" Type="http://schemas.openxmlformats.org/officeDocument/2006/relationships/slide" Target="slides/slide1267.xml"/><Relationship Id="rId1275" Type="http://schemas.openxmlformats.org/officeDocument/2006/relationships/slide" Target="slides/slide1268.xml"/><Relationship Id="rId1276" Type="http://schemas.openxmlformats.org/officeDocument/2006/relationships/slide" Target="slides/slide1269.xml"/><Relationship Id="rId1277" Type="http://schemas.openxmlformats.org/officeDocument/2006/relationships/slide" Target="slides/slide1270.xml"/><Relationship Id="rId1278" Type="http://schemas.openxmlformats.org/officeDocument/2006/relationships/slide" Target="slides/slide1271.xml"/><Relationship Id="rId1279" Type="http://schemas.openxmlformats.org/officeDocument/2006/relationships/slide" Target="slides/slide1272.xml"/><Relationship Id="rId1280" Type="http://schemas.openxmlformats.org/officeDocument/2006/relationships/slide" Target="slides/slide1273.xml"/><Relationship Id="rId1281" Type="http://schemas.openxmlformats.org/officeDocument/2006/relationships/comments" Target="comments/comment1.xml"/><Relationship Id="rId1282" Type="http://schemas.openxmlformats.org/officeDocument/2006/relationships/slide" Target="slides/slide1274.xml"/><Relationship Id="rId1283" Type="http://schemas.openxmlformats.org/officeDocument/2006/relationships/slide" Target="slides/slide1275.xml"/><Relationship Id="rId1284" Type="http://schemas.openxmlformats.org/officeDocument/2006/relationships/slide" Target="slides/slide1276.xml"/><Relationship Id="rId1285" Type="http://schemas.openxmlformats.org/officeDocument/2006/relationships/slide" Target="slides/slide1277.xml"/><Relationship Id="rId1286" Type="http://schemas.openxmlformats.org/officeDocument/2006/relationships/slide" Target="slides/slide1278.xml"/><Relationship Id="rId1287" Type="http://schemas.openxmlformats.org/officeDocument/2006/relationships/slide" Target="slides/slide1279.xml"/><Relationship Id="rId1288" Type="http://schemas.openxmlformats.org/officeDocument/2006/relationships/slide" Target="slides/slide1280.xml"/><Relationship Id="rId1289" Type="http://schemas.openxmlformats.org/officeDocument/2006/relationships/slide" Target="slides/slide1281.xml"/><Relationship Id="rId1290" Type="http://schemas.openxmlformats.org/officeDocument/2006/relationships/slide" Target="slides/slide1282.xml"/><Relationship Id="rId1291" Type="http://schemas.openxmlformats.org/officeDocument/2006/relationships/slide" Target="slides/slide1283.xml"/><Relationship Id="rId1292" Type="http://schemas.openxmlformats.org/officeDocument/2006/relationships/slide" Target="slides/slide1284.xml"/><Relationship Id="rId1293" Type="http://schemas.openxmlformats.org/officeDocument/2006/relationships/slide" Target="slides/slide1285.xml"/><Relationship Id="rId1294" Type="http://schemas.openxmlformats.org/officeDocument/2006/relationships/slide" Target="slides/slide1286.xml"/><Relationship Id="rId1295" Type="http://schemas.openxmlformats.org/officeDocument/2006/relationships/slide" Target="slides/slide1287.xml"/><Relationship Id="rId1296" Type="http://schemas.openxmlformats.org/officeDocument/2006/relationships/slide" Target="slides/slide1288.xml"/><Relationship Id="rId1297" Type="http://schemas.openxmlformats.org/officeDocument/2006/relationships/slide" Target="slides/slide1289.xml"/><Relationship Id="rId1298" Type="http://schemas.openxmlformats.org/officeDocument/2006/relationships/slide" Target="slides/slide1290.xml"/><Relationship Id="rId1299" Type="http://schemas.openxmlformats.org/officeDocument/2006/relationships/slide" Target="slides/slide1291.xml"/><Relationship Id="rId1300" Type="http://schemas.openxmlformats.org/officeDocument/2006/relationships/slide" Target="slides/slide1292.xml"/><Relationship Id="rId1301" Type="http://schemas.openxmlformats.org/officeDocument/2006/relationships/slide" Target="slides/slide1293.xml"/><Relationship Id="rId1302" Type="http://schemas.openxmlformats.org/officeDocument/2006/relationships/slide" Target="slides/slide1294.xml"/><Relationship Id="rId1303" Type="http://schemas.openxmlformats.org/officeDocument/2006/relationships/slide" Target="slides/slide1295.xml"/><Relationship Id="rId1304" Type="http://schemas.openxmlformats.org/officeDocument/2006/relationships/slide" Target="slides/slide1296.xml"/><Relationship Id="rId1305" Type="http://schemas.openxmlformats.org/officeDocument/2006/relationships/slide" Target="slides/slide1297.xml"/><Relationship Id="rId1306" Type="http://schemas.openxmlformats.org/officeDocument/2006/relationships/slide" Target="slides/slide1298.xml"/><Relationship Id="rId1307" Type="http://schemas.openxmlformats.org/officeDocument/2006/relationships/slide" Target="slides/slide1299.xml"/><Relationship Id="rId1308" Type="http://schemas.openxmlformats.org/officeDocument/2006/relationships/slide" Target="slides/slide1300.xml"/><Relationship Id="rId1309" Type="http://schemas.openxmlformats.org/officeDocument/2006/relationships/slide" Target="slides/slide1301.xml"/><Relationship Id="rId1310" Type="http://schemas.openxmlformats.org/officeDocument/2006/relationships/slide" Target="slides/slide1302.xml"/><Relationship Id="rId1311" Type="http://schemas.openxmlformats.org/officeDocument/2006/relationships/slide" Target="slides/slide1303.xml"/><Relationship Id="rId1312" Type="http://schemas.openxmlformats.org/officeDocument/2006/relationships/slide" Target="slides/slide1304.xml"/><Relationship Id="rId1313" Type="http://schemas.openxmlformats.org/officeDocument/2006/relationships/slide" Target="slides/slide1305.xml"/><Relationship Id="rId1314" Type="http://schemas.openxmlformats.org/officeDocument/2006/relationships/slide" Target="slides/slide1306.xml"/><Relationship Id="rId1315" Type="http://schemas.openxmlformats.org/officeDocument/2006/relationships/slide" Target="slides/slide1307.xml"/><Relationship Id="rId1316" Type="http://schemas.openxmlformats.org/officeDocument/2006/relationships/slide" Target="slides/slide1308.xml"/><Relationship Id="rId1317" Type="http://schemas.openxmlformats.org/officeDocument/2006/relationships/slide" Target="slides/slide1309.xml"/><Relationship Id="rId1318" Type="http://schemas.openxmlformats.org/officeDocument/2006/relationships/slide" Target="slides/slide1310.xml"/><Relationship Id="rId1319" Type="http://schemas.openxmlformats.org/officeDocument/2006/relationships/slide" Target="slides/slide1311.xml"/><Relationship Id="rId1320" Type="http://schemas.openxmlformats.org/officeDocument/2006/relationships/slide" Target="slides/slide1312.xml"/><Relationship Id="rId1321" Type="http://schemas.openxmlformats.org/officeDocument/2006/relationships/slide" Target="slides/slide1313.xml"/><Relationship Id="rId1322" Type="http://schemas.openxmlformats.org/officeDocument/2006/relationships/slide" Target="slides/slide1314.xml"/><Relationship Id="rId1323" Type="http://schemas.openxmlformats.org/officeDocument/2006/relationships/slide" Target="slides/slide1315.xml"/><Relationship Id="rId1324" Type="http://schemas.openxmlformats.org/officeDocument/2006/relationships/slide" Target="slides/slide1316.xml"/><Relationship Id="rId1325" Type="http://schemas.openxmlformats.org/officeDocument/2006/relationships/slide" Target="slides/slide1317.xml"/><Relationship Id="rId1326" Type="http://schemas.openxmlformats.org/officeDocument/2006/relationships/slide" Target="slides/slide1318.xml"/><Relationship Id="rId1327" Type="http://schemas.openxmlformats.org/officeDocument/2006/relationships/slide" Target="slides/slide1319.xml"/><Relationship Id="rId1328" Type="http://schemas.openxmlformats.org/officeDocument/2006/relationships/slide" Target="slides/slide1320.xml"/><Relationship Id="rId1329" Type="http://schemas.openxmlformats.org/officeDocument/2006/relationships/slide" Target="slides/slide1321.xml"/><Relationship Id="rId1330" Type="http://schemas.openxmlformats.org/officeDocument/2006/relationships/slide" Target="slides/slide1322.xml"/><Relationship Id="rId1331" Type="http://schemas.openxmlformats.org/officeDocument/2006/relationships/slide" Target="slides/slide1323.xml"/><Relationship Id="rId1332" Type="http://schemas.openxmlformats.org/officeDocument/2006/relationships/slide" Target="slides/slide1324.xml"/><Relationship Id="rId1333" Type="http://schemas.openxmlformats.org/officeDocument/2006/relationships/slide" Target="slides/slide1325.xml"/><Relationship Id="rId1334" Type="http://schemas.openxmlformats.org/officeDocument/2006/relationships/slide" Target="slides/slide1326.xml"/><Relationship Id="rId1335" Type="http://schemas.openxmlformats.org/officeDocument/2006/relationships/slide" Target="slides/slide1327.xml"/><Relationship Id="rId1336" Type="http://schemas.openxmlformats.org/officeDocument/2006/relationships/slide" Target="slides/slide1328.xml"/><Relationship Id="rId1337" Type="http://schemas.openxmlformats.org/officeDocument/2006/relationships/slide" Target="slides/slide1329.xml"/><Relationship Id="rId1338" Type="http://schemas.openxmlformats.org/officeDocument/2006/relationships/slide" Target="slides/slide1330.xml"/><Relationship Id="rId1339" Type="http://schemas.openxmlformats.org/officeDocument/2006/relationships/slide" Target="slides/slide1331.xml"/><Relationship Id="rId1340" Type="http://schemas.openxmlformats.org/officeDocument/2006/relationships/slide" Target="slides/slide1332.xml"/><Relationship Id="rId1341" Type="http://schemas.openxmlformats.org/officeDocument/2006/relationships/slide" Target="slides/slide1333.xml"/><Relationship Id="rId1342" Type="http://schemas.openxmlformats.org/officeDocument/2006/relationships/slide" Target="slides/slide1334.xml"/><Relationship Id="rId1343" Type="http://schemas.openxmlformats.org/officeDocument/2006/relationships/slide" Target="slides/slide1335.xml"/><Relationship Id="rId1344" Type="http://schemas.openxmlformats.org/officeDocument/2006/relationships/slide" Target="slides/slide1336.xml"/><Relationship Id="rId1345" Type="http://schemas.openxmlformats.org/officeDocument/2006/relationships/slide" Target="slides/slide1337.xml"/><Relationship Id="rId1346" Type="http://schemas.openxmlformats.org/officeDocument/2006/relationships/slide" Target="slides/slide1338.xml"/><Relationship Id="rId1347" Type="http://schemas.openxmlformats.org/officeDocument/2006/relationships/slide" Target="slides/slide1339.xml"/><Relationship Id="rId1348" Type="http://schemas.openxmlformats.org/officeDocument/2006/relationships/slide" Target="slides/slide1340.xml"/><Relationship Id="rId1349" Type="http://schemas.openxmlformats.org/officeDocument/2006/relationships/slide" Target="slides/slide1341.xml"/><Relationship Id="rId1350" Type="http://schemas.openxmlformats.org/officeDocument/2006/relationships/slide" Target="slides/slide1342.xml"/><Relationship Id="rId1351" Type="http://schemas.openxmlformats.org/officeDocument/2006/relationships/slide" Target="slides/slide1343.xml"/><Relationship Id="rId1352" Type="http://schemas.openxmlformats.org/officeDocument/2006/relationships/slide" Target="slides/slide1344.xml"/><Relationship Id="rId1353" Type="http://schemas.openxmlformats.org/officeDocument/2006/relationships/slide" Target="slides/slide1345.xml"/><Relationship Id="rId1354" Type="http://schemas.openxmlformats.org/officeDocument/2006/relationships/slide" Target="slides/slide1346.xml"/><Relationship Id="rId1355" Type="http://schemas.openxmlformats.org/officeDocument/2006/relationships/slide" Target="slides/slide1347.xml"/><Relationship Id="rId1356" Type="http://schemas.openxmlformats.org/officeDocument/2006/relationships/slide" Target="slides/slide1348.xml"/><Relationship Id="rId1357" Type="http://schemas.openxmlformats.org/officeDocument/2006/relationships/slide" Target="slides/slide1349.xml"/><Relationship Id="rId1358" Type="http://schemas.openxmlformats.org/officeDocument/2006/relationships/slide" Target="slides/slide1350.xml"/><Relationship Id="rId1359" Type="http://schemas.openxmlformats.org/officeDocument/2006/relationships/slide" Target="slides/slide1351.xml"/><Relationship Id="rId1360" Type="http://schemas.openxmlformats.org/officeDocument/2006/relationships/slide" Target="slides/slide1352.xml"/><Relationship Id="rId1361" Type="http://schemas.openxmlformats.org/officeDocument/2006/relationships/slide" Target="slides/slide1353.xml"/><Relationship Id="rId1362" Type="http://schemas.openxmlformats.org/officeDocument/2006/relationships/slide" Target="slides/slide1354.xml"/><Relationship Id="rId1363" Type="http://schemas.openxmlformats.org/officeDocument/2006/relationships/slide" Target="slides/slide1355.xml"/><Relationship Id="rId1364" Type="http://schemas.openxmlformats.org/officeDocument/2006/relationships/slide" Target="slides/slide1356.xml"/><Relationship Id="rId1365" Type="http://schemas.openxmlformats.org/officeDocument/2006/relationships/slide" Target="slides/slide1357.xml"/><Relationship Id="rId1366" Type="http://schemas.openxmlformats.org/officeDocument/2006/relationships/slide" Target="slides/slide1358.xml"/><Relationship Id="rId1367" Type="http://schemas.openxmlformats.org/officeDocument/2006/relationships/slide" Target="slides/slide1359.xml"/><Relationship Id="rId1368" Type="http://schemas.openxmlformats.org/officeDocument/2006/relationships/slide" Target="slides/slide1360.xml"/><Relationship Id="rId1369" Type="http://schemas.openxmlformats.org/officeDocument/2006/relationships/slide" Target="slides/slide1361.xml"/><Relationship Id="rId1370" Type="http://schemas.openxmlformats.org/officeDocument/2006/relationships/slide" Target="slides/slide1362.xml"/><Relationship Id="rId1371" Type="http://schemas.openxmlformats.org/officeDocument/2006/relationships/slide" Target="slides/slide1363.xml"/><Relationship Id="rId1372" Type="http://schemas.openxmlformats.org/officeDocument/2006/relationships/slide" Target="slides/slide1364.xml"/><Relationship Id="rId1373" Type="http://schemas.openxmlformats.org/officeDocument/2006/relationships/slide" Target="slides/slide1365.xml"/><Relationship Id="rId1374" Type="http://schemas.openxmlformats.org/officeDocument/2006/relationships/slide" Target="slides/slide1366.xml"/><Relationship Id="rId1375" Type="http://schemas.openxmlformats.org/officeDocument/2006/relationships/slide" Target="slides/slide1367.xml"/><Relationship Id="rId1376" Type="http://schemas.openxmlformats.org/officeDocument/2006/relationships/slide" Target="slides/slide1368.xml"/><Relationship Id="rId1377" Type="http://schemas.openxmlformats.org/officeDocument/2006/relationships/slide" Target="slides/slide1369.xml"/><Relationship Id="rId1378" Type="http://schemas.openxmlformats.org/officeDocument/2006/relationships/slide" Target="slides/slide1370.xml"/><Relationship Id="rId1379" Type="http://schemas.openxmlformats.org/officeDocument/2006/relationships/slide" Target="slides/slide1371.xml"/><Relationship Id="rId1380" Type="http://schemas.openxmlformats.org/officeDocument/2006/relationships/slide" Target="slides/slide1372.xml"/><Relationship Id="rId1381" Type="http://schemas.openxmlformats.org/officeDocument/2006/relationships/slide" Target="slides/slide1373.xml"/><Relationship Id="rId1382" Type="http://schemas.openxmlformats.org/officeDocument/2006/relationships/slide" Target="slides/slide1374.xml"/><Relationship Id="rId1383" Type="http://schemas.openxmlformats.org/officeDocument/2006/relationships/slide" Target="slides/slide1375.xml"/><Relationship Id="rId1384" Type="http://schemas.openxmlformats.org/officeDocument/2006/relationships/slide" Target="slides/slide1376.xml"/><Relationship Id="rId1385" Type="http://schemas.openxmlformats.org/officeDocument/2006/relationships/slide" Target="slides/slide1377.xml"/><Relationship Id="rId1386" Type="http://schemas.openxmlformats.org/officeDocument/2006/relationships/slide" Target="slides/slide1378.xml"/><Relationship Id="rId1387" Type="http://schemas.openxmlformats.org/officeDocument/2006/relationships/slide" Target="slides/slide1379.xml"/><Relationship Id="rId1388" Type="http://schemas.openxmlformats.org/officeDocument/2006/relationships/slide" Target="slides/slide1380.xml"/><Relationship Id="rId1389" Type="http://schemas.openxmlformats.org/officeDocument/2006/relationships/slide" Target="slides/slide1381.xml"/><Relationship Id="rId1390" Type="http://schemas.openxmlformats.org/officeDocument/2006/relationships/slide" Target="slides/slide1382.xml"/><Relationship Id="rId1391" Type="http://schemas.openxmlformats.org/officeDocument/2006/relationships/slide" Target="slides/slide1383.xml"/><Relationship Id="rId1392" Type="http://schemas.openxmlformats.org/officeDocument/2006/relationships/slide" Target="slides/slide1384.xml"/><Relationship Id="rId1393" Type="http://schemas.openxmlformats.org/officeDocument/2006/relationships/slide" Target="slides/slide1385.xml"/><Relationship Id="rId1394" Type="http://schemas.openxmlformats.org/officeDocument/2006/relationships/slide" Target="slides/slide1386.xml"/><Relationship Id="rId1395" Type="http://schemas.openxmlformats.org/officeDocument/2006/relationships/slide" Target="slides/slide1387.xml"/><Relationship Id="rId1396" Type="http://schemas.openxmlformats.org/officeDocument/2006/relationships/slide" Target="slides/slide1388.xml"/><Relationship Id="rId1397" Type="http://schemas.openxmlformats.org/officeDocument/2006/relationships/slide" Target="slides/slide1389.xml"/><Relationship Id="rId1398" Type="http://schemas.openxmlformats.org/officeDocument/2006/relationships/slide" Target="slides/slide1390.xml"/><Relationship Id="rId1399" Type="http://schemas.openxmlformats.org/officeDocument/2006/relationships/slide" Target="slides/slide1391.xml"/><Relationship Id="rId1400" Type="http://schemas.openxmlformats.org/officeDocument/2006/relationships/slide" Target="slides/slide1392.xml"/><Relationship Id="rId1401" Type="http://schemas.openxmlformats.org/officeDocument/2006/relationships/slide" Target="slides/slide1393.xml"/><Relationship Id="rId1402" Type="http://schemas.openxmlformats.org/officeDocument/2006/relationships/slide" Target="slides/slide1394.xml"/><Relationship Id="rId1403" Type="http://schemas.openxmlformats.org/officeDocument/2006/relationships/slide" Target="slides/slide1395.xml"/><Relationship Id="rId1404" Type="http://schemas.openxmlformats.org/officeDocument/2006/relationships/slide" Target="slides/slide1396.xml"/><Relationship Id="rId1405" Type="http://schemas.openxmlformats.org/officeDocument/2006/relationships/slide" Target="slides/slide1397.xml"/><Relationship Id="rId1406" Type="http://schemas.openxmlformats.org/officeDocument/2006/relationships/slide" Target="slides/slide1398.xml"/><Relationship Id="rId1407" Type="http://schemas.openxmlformats.org/officeDocument/2006/relationships/slide" Target="slides/slide1399.xml"/><Relationship Id="rId1408" Type="http://schemas.openxmlformats.org/officeDocument/2006/relationships/slide" Target="slides/slide1400.xml"/><Relationship Id="rId1409" Type="http://schemas.openxmlformats.org/officeDocument/2006/relationships/slide" Target="slides/slide1401.xml"/><Relationship Id="rId1410" Type="http://schemas.openxmlformats.org/officeDocument/2006/relationships/slide" Target="slides/slide1402.xml"/><Relationship Id="rId1411" Type="http://schemas.openxmlformats.org/officeDocument/2006/relationships/slide" Target="slides/slide1403.xml"/><Relationship Id="rId1412" Type="http://schemas.openxmlformats.org/officeDocument/2006/relationships/slide" Target="slides/slide1404.xml"/><Relationship Id="rId1413" Type="http://schemas.openxmlformats.org/officeDocument/2006/relationships/slide" Target="slides/slide1405.xml"/><Relationship Id="rId1414" Type="http://schemas.openxmlformats.org/officeDocument/2006/relationships/slide" Target="slides/slide1406.xml"/><Relationship Id="rId1415" Type="http://schemas.openxmlformats.org/officeDocument/2006/relationships/slide" Target="slides/slide1407.xml"/><Relationship Id="rId1416" Type="http://schemas.openxmlformats.org/officeDocument/2006/relationships/slide" Target="slides/slide1408.xml"/><Relationship Id="rId1417" Type="http://schemas.openxmlformats.org/officeDocument/2006/relationships/slide" Target="slides/slide1409.xml"/><Relationship Id="rId1418" Type="http://schemas.openxmlformats.org/officeDocument/2006/relationships/slide" Target="slides/slide1410.xml"/><Relationship Id="rId1419" Type="http://schemas.openxmlformats.org/officeDocument/2006/relationships/slide" Target="slides/slide1411.xml"/><Relationship Id="rId1420" Type="http://schemas.openxmlformats.org/officeDocument/2006/relationships/slide" Target="slides/slide1412.xml"/><Relationship Id="rId1421" Type="http://schemas.openxmlformats.org/officeDocument/2006/relationships/slide" Target="slides/slide1413.xml"/><Relationship Id="rId1422" Type="http://schemas.openxmlformats.org/officeDocument/2006/relationships/slide" Target="slides/slide1414.xml"/><Relationship Id="rId1423" Type="http://schemas.openxmlformats.org/officeDocument/2006/relationships/slide" Target="slides/slide1415.xml"/><Relationship Id="rId1424" Type="http://schemas.openxmlformats.org/officeDocument/2006/relationships/slide" Target="slides/slide1416.xml"/><Relationship Id="rId1425" Type="http://schemas.openxmlformats.org/officeDocument/2006/relationships/slide" Target="slides/slide1417.xml"/><Relationship Id="rId1426" Type="http://schemas.openxmlformats.org/officeDocument/2006/relationships/slide" Target="slides/slide1418.xml"/><Relationship Id="rId1427" Type="http://schemas.openxmlformats.org/officeDocument/2006/relationships/slide" Target="slides/slide1419.xml"/><Relationship Id="rId1428" Type="http://schemas.openxmlformats.org/officeDocument/2006/relationships/slide" Target="slides/slide1420.xml"/><Relationship Id="rId1429" Type="http://schemas.openxmlformats.org/officeDocument/2006/relationships/slide" Target="slides/slide1421.xml"/><Relationship Id="rId1430" Type="http://schemas.openxmlformats.org/officeDocument/2006/relationships/slide" Target="slides/slide1422.xml"/><Relationship Id="rId1431" Type="http://schemas.openxmlformats.org/officeDocument/2006/relationships/slide" Target="slides/slide1423.xml"/><Relationship Id="rId1432" Type="http://schemas.openxmlformats.org/officeDocument/2006/relationships/slide" Target="slides/slide1424.xml"/><Relationship Id="rId1433" Type="http://schemas.openxmlformats.org/officeDocument/2006/relationships/slide" Target="slides/slide1425.xml"/><Relationship Id="rId1434" Type="http://schemas.openxmlformats.org/officeDocument/2006/relationships/slide" Target="slides/slide1426.xml"/><Relationship Id="rId1435" Type="http://schemas.openxmlformats.org/officeDocument/2006/relationships/slide" Target="slides/slide1427.xml"/><Relationship Id="rId1436" Type="http://schemas.openxmlformats.org/officeDocument/2006/relationships/slide" Target="slides/slide1428.xml"/><Relationship Id="rId1437" Type="http://schemas.openxmlformats.org/officeDocument/2006/relationships/slide" Target="slides/slide1429.xml"/><Relationship Id="rId1438" Type="http://schemas.openxmlformats.org/officeDocument/2006/relationships/slide" Target="slides/slide1430.xml"/><Relationship Id="rId1439" Type="http://schemas.openxmlformats.org/officeDocument/2006/relationships/slide" Target="slides/slide1431.xml"/><Relationship Id="rId1440" Type="http://schemas.openxmlformats.org/officeDocument/2006/relationships/slide" Target="slides/slide1432.xml"/><Relationship Id="rId1441" Type="http://schemas.openxmlformats.org/officeDocument/2006/relationships/slide" Target="slides/slide1433.xml"/><Relationship Id="rId1442" Type="http://schemas.openxmlformats.org/officeDocument/2006/relationships/slide" Target="slides/slide1434.xml"/><Relationship Id="rId1443" Type="http://schemas.openxmlformats.org/officeDocument/2006/relationships/slide" Target="slides/slide1435.xml"/><Relationship Id="rId1444" Type="http://schemas.openxmlformats.org/officeDocument/2006/relationships/slide" Target="slides/slide1436.xml"/><Relationship Id="rId1445" Type="http://schemas.openxmlformats.org/officeDocument/2006/relationships/slide" Target="slides/slide1437.xml"/><Relationship Id="rId1446" Type="http://schemas.openxmlformats.org/officeDocument/2006/relationships/slide" Target="slides/slide1438.xml"/><Relationship Id="rId1447" Type="http://schemas.openxmlformats.org/officeDocument/2006/relationships/slide" Target="slides/slide1439.xml"/><Relationship Id="rId1448" Type="http://schemas.openxmlformats.org/officeDocument/2006/relationships/slide" Target="slides/slide1440.xml"/><Relationship Id="rId1449" Type="http://schemas.openxmlformats.org/officeDocument/2006/relationships/slide" Target="slides/slide1441.xml"/><Relationship Id="rId1450" Type="http://schemas.openxmlformats.org/officeDocument/2006/relationships/slide" Target="slides/slide1442.xml"/><Relationship Id="rId1451" Type="http://schemas.openxmlformats.org/officeDocument/2006/relationships/slide" Target="slides/slide1443.xml"/><Relationship Id="rId1452" Type="http://schemas.openxmlformats.org/officeDocument/2006/relationships/slide" Target="slides/slide1444.xml"/><Relationship Id="rId1453" Type="http://schemas.openxmlformats.org/officeDocument/2006/relationships/slide" Target="slides/slide1445.xml"/><Relationship Id="rId1454" Type="http://schemas.openxmlformats.org/officeDocument/2006/relationships/slide" Target="slides/slide1446.xml"/><Relationship Id="rId1455" Type="http://schemas.openxmlformats.org/officeDocument/2006/relationships/slide" Target="slides/slide1447.xml"/><Relationship Id="rId1456" Type="http://schemas.openxmlformats.org/officeDocument/2006/relationships/slide" Target="slides/slide1448.xml"/><Relationship Id="rId1457" Type="http://schemas.openxmlformats.org/officeDocument/2006/relationships/slide" Target="slides/slide1449.xml"/><Relationship Id="rId1458" Type="http://schemas.openxmlformats.org/officeDocument/2006/relationships/slide" Target="slides/slide1450.xml"/><Relationship Id="rId1459" Type="http://schemas.openxmlformats.org/officeDocument/2006/relationships/slide" Target="slides/slide1451.xml"/><Relationship Id="rId1460" Type="http://schemas.openxmlformats.org/officeDocument/2006/relationships/slide" Target="slides/slide1452.xml"/><Relationship Id="rId1461" Type="http://schemas.openxmlformats.org/officeDocument/2006/relationships/slide" Target="slides/slide1453.xml"/><Relationship Id="rId1462" Type="http://schemas.openxmlformats.org/officeDocument/2006/relationships/slide" Target="slides/slide1454.xml"/><Relationship Id="rId1463" Type="http://schemas.openxmlformats.org/officeDocument/2006/relationships/slide" Target="slides/slide1455.xml"/><Relationship Id="rId1464" Type="http://schemas.openxmlformats.org/officeDocument/2006/relationships/slide" Target="slides/slide1456.xml"/><Relationship Id="rId1465" Type="http://schemas.openxmlformats.org/officeDocument/2006/relationships/slide" Target="slides/slide1457.xml"/><Relationship Id="rId1466" Type="http://schemas.openxmlformats.org/officeDocument/2006/relationships/slide" Target="slides/slide1458.xml"/><Relationship Id="rId1467" Type="http://schemas.openxmlformats.org/officeDocument/2006/relationships/slide" Target="slides/slide1459.xml"/><Relationship Id="rId1468" Type="http://schemas.openxmlformats.org/officeDocument/2006/relationships/slide" Target="slides/slide1460.xml"/><Relationship Id="rId1469" Type="http://schemas.openxmlformats.org/officeDocument/2006/relationships/slide" Target="slides/slide1461.xml"/><Relationship Id="rId1470" Type="http://schemas.openxmlformats.org/officeDocument/2006/relationships/slide" Target="slides/slide1462.xml"/><Relationship Id="rId1471" Type="http://schemas.openxmlformats.org/officeDocument/2006/relationships/slide" Target="slides/slide1463.xml"/><Relationship Id="rId1472" Type="http://schemas.openxmlformats.org/officeDocument/2006/relationships/slide" Target="slides/slide1464.xml"/><Relationship Id="rId1473" Type="http://schemas.openxmlformats.org/officeDocument/2006/relationships/slide" Target="slides/slide1465.xml"/><Relationship Id="rId1474" Type="http://schemas.openxmlformats.org/officeDocument/2006/relationships/slide" Target="slides/slide1466.xml"/><Relationship Id="rId1475" Type="http://schemas.openxmlformats.org/officeDocument/2006/relationships/slide" Target="slides/slide1467.xml"/><Relationship Id="rId1476" Type="http://schemas.openxmlformats.org/officeDocument/2006/relationships/slide" Target="slides/slide1468.xml"/><Relationship Id="rId1477" Type="http://schemas.openxmlformats.org/officeDocument/2006/relationships/slide" Target="slides/slide1469.xml"/><Relationship Id="rId1478" Type="http://schemas.openxmlformats.org/officeDocument/2006/relationships/slide" Target="slides/slide1470.xml"/><Relationship Id="rId1479" Type="http://schemas.openxmlformats.org/officeDocument/2006/relationships/slide" Target="slides/slide1471.xml"/><Relationship Id="rId1480" Type="http://schemas.openxmlformats.org/officeDocument/2006/relationships/slide" Target="slides/slide1472.xml"/><Relationship Id="rId1481" Type="http://schemas.openxmlformats.org/officeDocument/2006/relationships/slide" Target="slides/slide1473.xml"/><Relationship Id="rId1482" Type="http://schemas.openxmlformats.org/officeDocument/2006/relationships/slide" Target="slides/slide1474.xml"/><Relationship Id="rId1483" Type="http://schemas.openxmlformats.org/officeDocument/2006/relationships/slide" Target="slides/slide1475.xml"/><Relationship Id="rId1484" Type="http://schemas.openxmlformats.org/officeDocument/2006/relationships/slide" Target="slides/slide1476.xml"/><Relationship Id="rId1485" Type="http://schemas.openxmlformats.org/officeDocument/2006/relationships/slide" Target="slides/slide1477.xml"/><Relationship Id="rId1486" Type="http://schemas.openxmlformats.org/officeDocument/2006/relationships/slide" Target="slides/slide1478.xml"/><Relationship Id="rId1487" Type="http://schemas.openxmlformats.org/officeDocument/2006/relationships/slide" Target="slides/slide1479.xml"/><Relationship Id="rId1488" Type="http://schemas.openxmlformats.org/officeDocument/2006/relationships/slide" Target="slides/slide1480.xml"/><Relationship Id="rId1489" Type="http://schemas.openxmlformats.org/officeDocument/2006/relationships/slide" Target="slides/slide1481.xml"/><Relationship Id="rId1490" Type="http://schemas.openxmlformats.org/officeDocument/2006/relationships/slide" Target="slides/slide1482.xml"/><Relationship Id="rId1491" Type="http://schemas.openxmlformats.org/officeDocument/2006/relationships/slide" Target="slides/slide1483.xml"/><Relationship Id="rId1492" Type="http://schemas.openxmlformats.org/officeDocument/2006/relationships/slide" Target="slides/slide1484.xml"/><Relationship Id="rId1493" Type="http://schemas.openxmlformats.org/officeDocument/2006/relationships/slide" Target="slides/slide1485.xml"/><Relationship Id="rId1494" Type="http://schemas.openxmlformats.org/officeDocument/2006/relationships/slide" Target="slides/slide1486.xml"/><Relationship Id="rId1495" Type="http://schemas.openxmlformats.org/officeDocument/2006/relationships/slide" Target="slides/slide1487.xml"/><Relationship Id="rId1496" Type="http://schemas.openxmlformats.org/officeDocument/2006/relationships/slide" Target="slides/slide1488.xml"/><Relationship Id="rId1497" Type="http://schemas.openxmlformats.org/officeDocument/2006/relationships/slide" Target="slides/slide1489.xml"/><Relationship Id="rId1498" Type="http://schemas.openxmlformats.org/officeDocument/2006/relationships/slide" Target="slides/slide1490.xml"/><Relationship Id="rId1499" Type="http://schemas.openxmlformats.org/officeDocument/2006/relationships/slide" Target="slides/slide1491.xml"/><Relationship Id="rId1500" Type="http://schemas.openxmlformats.org/officeDocument/2006/relationships/slide" Target="slides/slide1492.xml"/><Relationship Id="rId1501" Type="http://schemas.openxmlformats.org/officeDocument/2006/relationships/slide" Target="slides/slide1493.xml"/><Relationship Id="rId1502" Type="http://schemas.openxmlformats.org/officeDocument/2006/relationships/slide" Target="slides/slide1494.xml"/><Relationship Id="rId1503" Type="http://schemas.openxmlformats.org/officeDocument/2006/relationships/slide" Target="slides/slide1495.xml"/><Relationship Id="rId1504" Type="http://schemas.openxmlformats.org/officeDocument/2006/relationships/slide" Target="slides/slide1496.xml"/><Relationship Id="rId1505" Type="http://schemas.openxmlformats.org/officeDocument/2006/relationships/slide" Target="slides/slide1497.xml"/><Relationship Id="rId1506" Type="http://schemas.openxmlformats.org/officeDocument/2006/relationships/slide" Target="slides/slide1498.xml"/><Relationship Id="rId1507" Type="http://schemas.openxmlformats.org/officeDocument/2006/relationships/slide" Target="slides/slide1499.xml"/><Relationship Id="rId1508" Type="http://schemas.openxmlformats.org/officeDocument/2006/relationships/slide" Target="slides/slide1500.xml"/><Relationship Id="rId1509" Type="http://schemas.openxmlformats.org/officeDocument/2006/relationships/slide" Target="slides/slide1501.xml"/><Relationship Id="rId1510" Type="http://schemas.openxmlformats.org/officeDocument/2006/relationships/slide" Target="slides/slide1502.xml"/><Relationship Id="rId1511" Type="http://schemas.openxmlformats.org/officeDocument/2006/relationships/slide" Target="slides/slide1503.xml"/><Relationship Id="rId1512" Type="http://schemas.openxmlformats.org/officeDocument/2006/relationships/slide" Target="slides/slide1504.xml"/><Relationship Id="rId1513" Type="http://schemas.openxmlformats.org/officeDocument/2006/relationships/slide" Target="slides/slide1505.xml"/><Relationship Id="rId1514" Type="http://schemas.openxmlformats.org/officeDocument/2006/relationships/slide" Target="slides/slide1506.xml"/><Relationship Id="rId1515" Type="http://schemas.openxmlformats.org/officeDocument/2006/relationships/slide" Target="slides/slide1507.xml"/><Relationship Id="rId1516" Type="http://schemas.openxmlformats.org/officeDocument/2006/relationships/slide" Target="slides/slide1508.xml"/><Relationship Id="rId1517" Type="http://schemas.openxmlformats.org/officeDocument/2006/relationships/slide" Target="slides/slide1509.xml"/><Relationship Id="rId1518" Type="http://schemas.openxmlformats.org/officeDocument/2006/relationships/slide" Target="slides/slide1510.xml"/><Relationship Id="rId1519" Type="http://schemas.openxmlformats.org/officeDocument/2006/relationships/slide" Target="slides/slide1511.xml"/><Relationship Id="rId1520" Type="http://schemas.openxmlformats.org/officeDocument/2006/relationships/slide" Target="slides/slide1512.xml"/><Relationship Id="rId1521" Type="http://schemas.openxmlformats.org/officeDocument/2006/relationships/slide" Target="slides/slide1513.xml"/><Relationship Id="rId1522" Type="http://schemas.openxmlformats.org/officeDocument/2006/relationships/slide" Target="slides/slide1514.xml"/><Relationship Id="rId1523" Type="http://schemas.openxmlformats.org/officeDocument/2006/relationships/slide" Target="slides/slide1515.xml"/><Relationship Id="rId1524" Type="http://schemas.openxmlformats.org/officeDocument/2006/relationships/slide" Target="slides/slide1516.xml"/><Relationship Id="rId1525" Type="http://schemas.openxmlformats.org/officeDocument/2006/relationships/slide" Target="slides/slide1517.xml"/><Relationship Id="rId1526" Type="http://schemas.openxmlformats.org/officeDocument/2006/relationships/slide" Target="slides/slide1518.xml"/><Relationship Id="rId1527" Type="http://schemas.openxmlformats.org/officeDocument/2006/relationships/slide" Target="slides/slide1519.xml"/><Relationship Id="rId1528" Type="http://schemas.openxmlformats.org/officeDocument/2006/relationships/slide" Target="slides/slide1520.xml"/><Relationship Id="rId1529" Type="http://schemas.openxmlformats.org/officeDocument/2006/relationships/slide" Target="slides/slide1521.xml"/><Relationship Id="rId1530" Type="http://schemas.openxmlformats.org/officeDocument/2006/relationships/slide" Target="slides/slide1522.xml"/><Relationship Id="rId1531" Type="http://schemas.openxmlformats.org/officeDocument/2006/relationships/slide" Target="slides/slide1523.xml"/><Relationship Id="rId1532" Type="http://schemas.openxmlformats.org/officeDocument/2006/relationships/slide" Target="slides/slide1524.xml"/><Relationship Id="rId1533" Type="http://schemas.openxmlformats.org/officeDocument/2006/relationships/slide" Target="slides/slide1525.xml"/><Relationship Id="rId1534" Type="http://schemas.openxmlformats.org/officeDocument/2006/relationships/slide" Target="slides/slide1526.xml"/><Relationship Id="rId1535" Type="http://schemas.openxmlformats.org/officeDocument/2006/relationships/slide" Target="slides/slide1527.xml"/><Relationship Id="rId1536" Type="http://schemas.openxmlformats.org/officeDocument/2006/relationships/slide" Target="slides/slide1528.xml"/><Relationship Id="rId1537" Type="http://schemas.openxmlformats.org/officeDocument/2006/relationships/slide" Target="slides/slide1529.xml"/><Relationship Id="rId1538" Type="http://schemas.openxmlformats.org/officeDocument/2006/relationships/slide" Target="slides/slide1530.xml"/><Relationship Id="rId1539" Type="http://schemas.openxmlformats.org/officeDocument/2006/relationships/slide" Target="slides/slide1531.xml"/><Relationship Id="rId1540" Type="http://schemas.openxmlformats.org/officeDocument/2006/relationships/slide" Target="slides/slide1532.xml"/><Relationship Id="rId1541" Type="http://schemas.openxmlformats.org/officeDocument/2006/relationships/slide" Target="slides/slide1533.xml"/><Relationship Id="rId1542" Type="http://schemas.openxmlformats.org/officeDocument/2006/relationships/slide" Target="slides/slide1534.xml"/><Relationship Id="rId1543" Type="http://schemas.openxmlformats.org/officeDocument/2006/relationships/slide" Target="slides/slide1535.xml"/><Relationship Id="rId1544" Type="http://schemas.openxmlformats.org/officeDocument/2006/relationships/slide" Target="slides/slide1536.xml"/><Relationship Id="rId1545" Type="http://schemas.openxmlformats.org/officeDocument/2006/relationships/slide" Target="slides/slide1537.xml"/><Relationship Id="rId1546" Type="http://schemas.openxmlformats.org/officeDocument/2006/relationships/slide" Target="slides/slide1538.xml"/><Relationship Id="rId1547" Type="http://schemas.openxmlformats.org/officeDocument/2006/relationships/slide" Target="slides/slide1539.xml"/><Relationship Id="rId1548" Type="http://schemas.openxmlformats.org/officeDocument/2006/relationships/slide" Target="slides/slide1540.xml"/><Relationship Id="rId1549" Type="http://schemas.openxmlformats.org/officeDocument/2006/relationships/slide" Target="slides/slide1541.xml"/><Relationship Id="rId1550" Type="http://schemas.openxmlformats.org/officeDocument/2006/relationships/slide" Target="slides/slide1542.xml"/><Relationship Id="rId1551" Type="http://schemas.openxmlformats.org/officeDocument/2006/relationships/slide" Target="slides/slide1543.xml"/><Relationship Id="rId1552" Type="http://schemas.openxmlformats.org/officeDocument/2006/relationships/slide" Target="slides/slide1544.xml"/><Relationship Id="rId1553" Type="http://schemas.openxmlformats.org/officeDocument/2006/relationships/slide" Target="slides/slide1545.xml"/><Relationship Id="rId1554" Type="http://schemas.openxmlformats.org/officeDocument/2006/relationships/slide" Target="slides/slide1546.xml"/><Relationship Id="rId1555" Type="http://schemas.openxmlformats.org/officeDocument/2006/relationships/slide" Target="slides/slide1547.xml"/><Relationship Id="rId1556" Type="http://schemas.openxmlformats.org/officeDocument/2006/relationships/slide" Target="slides/slide1548.xml"/><Relationship Id="rId1557" Type="http://schemas.openxmlformats.org/officeDocument/2006/relationships/slide" Target="slides/slide1549.xml"/><Relationship Id="rId1558" Type="http://schemas.openxmlformats.org/officeDocument/2006/relationships/slide" Target="slides/slide1550.xml"/><Relationship Id="rId1559" Type="http://schemas.openxmlformats.org/officeDocument/2006/relationships/slide" Target="slides/slide1551.xml"/><Relationship Id="rId1560" Type="http://schemas.openxmlformats.org/officeDocument/2006/relationships/slide" Target="slides/slide1552.xml"/><Relationship Id="rId1561" Type="http://schemas.openxmlformats.org/officeDocument/2006/relationships/slide" Target="slides/slide1553.xml"/><Relationship Id="rId1562" Type="http://schemas.openxmlformats.org/officeDocument/2006/relationships/slide" Target="slides/slide1554.xml"/><Relationship Id="rId1563" Type="http://schemas.openxmlformats.org/officeDocument/2006/relationships/slide" Target="slides/slide1555.xml"/><Relationship Id="rId1564" Type="http://schemas.openxmlformats.org/officeDocument/2006/relationships/slide" Target="slides/slide1556.xml"/><Relationship Id="rId1565" Type="http://schemas.openxmlformats.org/officeDocument/2006/relationships/slide" Target="slides/slide1557.xml"/><Relationship Id="rId1566" Type="http://schemas.openxmlformats.org/officeDocument/2006/relationships/slide" Target="slides/slide1558.xml"/><Relationship Id="rId1567" Type="http://schemas.openxmlformats.org/officeDocument/2006/relationships/slide" Target="slides/slide1559.xml"/><Relationship Id="rId1568" Type="http://schemas.openxmlformats.org/officeDocument/2006/relationships/slide" Target="slides/slide1560.xml"/><Relationship Id="rId1569" Type="http://schemas.openxmlformats.org/officeDocument/2006/relationships/slide" Target="slides/slide1561.xml"/><Relationship Id="rId1570" Type="http://schemas.openxmlformats.org/officeDocument/2006/relationships/slide" Target="slides/slide1562.xml"/><Relationship Id="rId1571" Type="http://schemas.openxmlformats.org/officeDocument/2006/relationships/slide" Target="slides/slide1563.xml"/><Relationship Id="rId1572" Type="http://schemas.openxmlformats.org/officeDocument/2006/relationships/slide" Target="slides/slide1564.xml"/><Relationship Id="rId1573" Type="http://schemas.openxmlformats.org/officeDocument/2006/relationships/slide" Target="slides/slide1565.xml"/><Relationship Id="rId1574" Type="http://schemas.openxmlformats.org/officeDocument/2006/relationships/slide" Target="slides/slide1566.xml"/><Relationship Id="rId1575" Type="http://schemas.openxmlformats.org/officeDocument/2006/relationships/slide" Target="slides/slide1567.xml"/><Relationship Id="rId1576" Type="http://schemas.openxmlformats.org/officeDocument/2006/relationships/slide" Target="slides/slide1568.xml"/><Relationship Id="rId1577" Type="http://schemas.openxmlformats.org/officeDocument/2006/relationships/slide" Target="slides/slide1569.xml"/><Relationship Id="rId1578" Type="http://schemas.openxmlformats.org/officeDocument/2006/relationships/slide" Target="slides/slide1570.xml"/><Relationship Id="rId1579" Type="http://schemas.openxmlformats.org/officeDocument/2006/relationships/slide" Target="slides/slide1571.xml"/><Relationship Id="rId1580" Type="http://schemas.openxmlformats.org/officeDocument/2006/relationships/slide" Target="slides/slide1572.xml"/><Relationship Id="rId1581" Type="http://schemas.openxmlformats.org/officeDocument/2006/relationships/slide" Target="slides/slide1573.xml"/><Relationship Id="rId1582" Type="http://schemas.openxmlformats.org/officeDocument/2006/relationships/slide" Target="slides/slide1574.xml"/><Relationship Id="rId1583" Type="http://schemas.openxmlformats.org/officeDocument/2006/relationships/slide" Target="slides/slide1575.xml"/><Relationship Id="rId1584" Type="http://schemas.openxmlformats.org/officeDocument/2006/relationships/slide" Target="slides/slide1576.xml"/><Relationship Id="rId1585" Type="http://schemas.openxmlformats.org/officeDocument/2006/relationships/slide" Target="slides/slide1577.xml"/><Relationship Id="rId1586" Type="http://schemas.openxmlformats.org/officeDocument/2006/relationships/slide" Target="slides/slide1578.xml"/><Relationship Id="rId1587" Type="http://schemas.openxmlformats.org/officeDocument/2006/relationships/slide" Target="slides/slide1579.xml"/><Relationship Id="rId1588" Type="http://schemas.openxmlformats.org/officeDocument/2006/relationships/slide" Target="slides/slide1580.xml"/><Relationship Id="rId1589" Type="http://schemas.openxmlformats.org/officeDocument/2006/relationships/slide" Target="slides/slide1581.xml"/><Relationship Id="rId1590" Type="http://schemas.openxmlformats.org/officeDocument/2006/relationships/slide" Target="slides/slide1582.xml"/><Relationship Id="rId1591" Type="http://schemas.openxmlformats.org/officeDocument/2006/relationships/slide" Target="slides/slide1583.xml"/><Relationship Id="rId1592" Type="http://schemas.openxmlformats.org/officeDocument/2006/relationships/slide" Target="slides/slide1584.xml"/><Relationship Id="rId1593" Type="http://schemas.openxmlformats.org/officeDocument/2006/relationships/slide" Target="slides/slide1585.xml"/><Relationship Id="rId1594" Type="http://schemas.openxmlformats.org/officeDocument/2006/relationships/slide" Target="slides/slide1586.xml"/><Relationship Id="rId1595" Type="http://schemas.openxmlformats.org/officeDocument/2006/relationships/slide" Target="slides/slide1587.xml"/><Relationship Id="rId1596" Type="http://schemas.openxmlformats.org/officeDocument/2006/relationships/slide" Target="slides/slide1588.xml"/><Relationship Id="rId1597" Type="http://schemas.openxmlformats.org/officeDocument/2006/relationships/slide" Target="slides/slide1589.xml"/><Relationship Id="rId1598" Type="http://schemas.openxmlformats.org/officeDocument/2006/relationships/slide" Target="slides/slide1590.xml"/><Relationship Id="rId1599" Type="http://schemas.openxmlformats.org/officeDocument/2006/relationships/slide" Target="slides/slide1591.xml"/><Relationship Id="rId1600" Type="http://schemas.openxmlformats.org/officeDocument/2006/relationships/slide" Target="slides/slide1592.xml"/><Relationship Id="rId1601" Type="http://schemas.openxmlformats.org/officeDocument/2006/relationships/slide" Target="slides/slide1593.xml"/><Relationship Id="rId1602" Type="http://schemas.openxmlformats.org/officeDocument/2006/relationships/slide" Target="slides/slide1594.xml"/><Relationship Id="rId1603" Type="http://schemas.openxmlformats.org/officeDocument/2006/relationships/slide" Target="slides/slide1595.xml"/><Relationship Id="rId1604" Type="http://schemas.openxmlformats.org/officeDocument/2006/relationships/slide" Target="slides/slide1596.xml"/><Relationship Id="rId1605" Type="http://schemas.openxmlformats.org/officeDocument/2006/relationships/slide" Target="slides/slide1597.xml"/><Relationship Id="rId1606" Type="http://schemas.openxmlformats.org/officeDocument/2006/relationships/slide" Target="slides/slide1598.xml"/><Relationship Id="rId1607" Type="http://schemas.openxmlformats.org/officeDocument/2006/relationships/slide" Target="slides/slide1599.xml"/><Relationship Id="rId1608" Type="http://schemas.openxmlformats.org/officeDocument/2006/relationships/slide" Target="slides/slide1600.xml"/><Relationship Id="rId1609" Type="http://schemas.openxmlformats.org/officeDocument/2006/relationships/slide" Target="slides/slide1601.xml"/><Relationship Id="rId1610" Type="http://schemas.openxmlformats.org/officeDocument/2006/relationships/slide" Target="slides/slide1602.xml"/><Relationship Id="rId1611" Type="http://schemas.openxmlformats.org/officeDocument/2006/relationships/slide" Target="slides/slide1603.xml"/><Relationship Id="rId1612" Type="http://schemas.openxmlformats.org/officeDocument/2006/relationships/slide" Target="slides/slide1604.xml"/><Relationship Id="rId1613" Type="http://schemas.openxmlformats.org/officeDocument/2006/relationships/slide" Target="slides/slide1605.xml"/><Relationship Id="rId1614" Type="http://schemas.openxmlformats.org/officeDocument/2006/relationships/slide" Target="slides/slide1606.xml"/><Relationship Id="rId1615" Type="http://schemas.openxmlformats.org/officeDocument/2006/relationships/slide" Target="slides/slide1607.xml"/><Relationship Id="rId1616" Type="http://schemas.openxmlformats.org/officeDocument/2006/relationships/slide" Target="slides/slide1608.xml"/><Relationship Id="rId1617" Type="http://schemas.openxmlformats.org/officeDocument/2006/relationships/slide" Target="slides/slide1609.xml"/><Relationship Id="rId1618" Type="http://schemas.openxmlformats.org/officeDocument/2006/relationships/slide" Target="slides/slide1610.xml"/><Relationship Id="rId1619" Type="http://schemas.openxmlformats.org/officeDocument/2006/relationships/slide" Target="slides/slide1611.xml"/><Relationship Id="rId1620" Type="http://schemas.openxmlformats.org/officeDocument/2006/relationships/slide" Target="slides/slide1612.xml"/><Relationship Id="rId1621" Type="http://schemas.openxmlformats.org/officeDocument/2006/relationships/slide" Target="slides/slide1613.xml"/><Relationship Id="rId1622" Type="http://schemas.openxmlformats.org/officeDocument/2006/relationships/slide" Target="slides/slide1614.xml"/><Relationship Id="rId1623" Type="http://schemas.openxmlformats.org/officeDocument/2006/relationships/slide" Target="slides/slide1615.xml"/><Relationship Id="rId1624" Type="http://schemas.openxmlformats.org/officeDocument/2006/relationships/slide" Target="slides/slide1616.xml"/><Relationship Id="rId1625" Type="http://schemas.openxmlformats.org/officeDocument/2006/relationships/slide" Target="slides/slide1617.xml"/><Relationship Id="rId1626" Type="http://schemas.openxmlformats.org/officeDocument/2006/relationships/slide" Target="slides/slide1618.xml"/><Relationship Id="rId1627" Type="http://schemas.openxmlformats.org/officeDocument/2006/relationships/slide" Target="slides/slide1619.xml"/><Relationship Id="rId1628" Type="http://schemas.openxmlformats.org/officeDocument/2006/relationships/slide" Target="slides/slide1620.xml"/><Relationship Id="rId1629" Type="http://schemas.openxmlformats.org/officeDocument/2006/relationships/slide" Target="slides/slide1621.xml"/><Relationship Id="rId1630" Type="http://schemas.openxmlformats.org/officeDocument/2006/relationships/slide" Target="slides/slide1622.xml"/><Relationship Id="rId1631" Type="http://schemas.openxmlformats.org/officeDocument/2006/relationships/slide" Target="slides/slide1623.xml"/><Relationship Id="rId1632" Type="http://schemas.openxmlformats.org/officeDocument/2006/relationships/slide" Target="slides/slide1624.xml"/><Relationship Id="rId1633" Type="http://schemas.openxmlformats.org/officeDocument/2006/relationships/slide" Target="slides/slide1625.xml"/><Relationship Id="rId1634" Type="http://schemas.openxmlformats.org/officeDocument/2006/relationships/slide" Target="slides/slide1626.xml"/><Relationship Id="rId1635" Type="http://schemas.openxmlformats.org/officeDocument/2006/relationships/slide" Target="slides/slide1627.xml"/><Relationship Id="rId1636" Type="http://schemas.openxmlformats.org/officeDocument/2006/relationships/slide" Target="slides/slide1628.xml"/><Relationship Id="rId1637" Type="http://schemas.openxmlformats.org/officeDocument/2006/relationships/slide" Target="slides/slide1629.xml"/><Relationship Id="rId1638" Type="http://schemas.openxmlformats.org/officeDocument/2006/relationships/slide" Target="slides/slide1630.xml"/><Relationship Id="rId1639" Type="http://schemas.openxmlformats.org/officeDocument/2006/relationships/slide" Target="slides/slide1631.xml"/><Relationship Id="rId1640" Type="http://schemas.openxmlformats.org/officeDocument/2006/relationships/slide" Target="slides/slide1632.xml"/><Relationship Id="rId1641" Type="http://schemas.openxmlformats.org/officeDocument/2006/relationships/slide" Target="slides/slide1633.xml"/><Relationship Id="rId1642" Type="http://schemas.openxmlformats.org/officeDocument/2006/relationships/slide" Target="slides/slide1634.xml"/><Relationship Id="rId1643" Type="http://schemas.openxmlformats.org/officeDocument/2006/relationships/slide" Target="slides/slide1635.xml"/><Relationship Id="rId1644" Type="http://schemas.openxmlformats.org/officeDocument/2006/relationships/slide" Target="slides/slide1636.xml"/><Relationship Id="rId1645" Type="http://schemas.openxmlformats.org/officeDocument/2006/relationships/slide" Target="slides/slide1637.xml"/><Relationship Id="rId1646" Type="http://schemas.openxmlformats.org/officeDocument/2006/relationships/slide" Target="slides/slide1638.xml"/><Relationship Id="rId1647" Type="http://schemas.openxmlformats.org/officeDocument/2006/relationships/slide" Target="slides/slide1639.xml"/><Relationship Id="rId1648" Type="http://schemas.openxmlformats.org/officeDocument/2006/relationships/slide" Target="slides/slide1640.xml"/><Relationship Id="rId1649" Type="http://schemas.openxmlformats.org/officeDocument/2006/relationships/slide" Target="slides/slide1641.xml"/><Relationship Id="rId1650" Type="http://schemas.openxmlformats.org/officeDocument/2006/relationships/slide" Target="slides/slide1642.xml"/><Relationship Id="rId1651" Type="http://schemas.openxmlformats.org/officeDocument/2006/relationships/slide" Target="slides/slide1643.xml"/><Relationship Id="rId1652" Type="http://schemas.openxmlformats.org/officeDocument/2006/relationships/slide" Target="slides/slide1644.xml"/><Relationship Id="rId1653" Type="http://schemas.openxmlformats.org/officeDocument/2006/relationships/slide" Target="slides/slide1645.xml"/><Relationship Id="rId1654" Type="http://schemas.openxmlformats.org/officeDocument/2006/relationships/slide" Target="slides/slide1646.xml"/><Relationship Id="rId1655" Type="http://schemas.openxmlformats.org/officeDocument/2006/relationships/slide" Target="slides/slide1647.xml"/><Relationship Id="rId1656" Type="http://schemas.openxmlformats.org/officeDocument/2006/relationships/slide" Target="slides/slide1648.xml"/><Relationship Id="rId1657" Type="http://schemas.openxmlformats.org/officeDocument/2006/relationships/slide" Target="slides/slide1649.xml"/><Relationship Id="rId1658" Type="http://schemas.openxmlformats.org/officeDocument/2006/relationships/slide" Target="slides/slide1650.xml"/><Relationship Id="rId1659" Type="http://schemas.openxmlformats.org/officeDocument/2006/relationships/slide" Target="slides/slide1651.xml"/><Relationship Id="rId1660" Type="http://schemas.openxmlformats.org/officeDocument/2006/relationships/slide" Target="slides/slide1652.xml"/><Relationship Id="rId1661" Type="http://schemas.openxmlformats.org/officeDocument/2006/relationships/slide" Target="slides/slide1653.xml"/><Relationship Id="rId1662" Type="http://schemas.openxmlformats.org/officeDocument/2006/relationships/slide" Target="slides/slide1654.xml"/><Relationship Id="rId1663" Type="http://schemas.openxmlformats.org/officeDocument/2006/relationships/slide" Target="slides/slide1655.xml"/><Relationship Id="rId1664" Type="http://schemas.openxmlformats.org/officeDocument/2006/relationships/slide" Target="slides/slide1656.xml"/><Relationship Id="rId1665" Type="http://schemas.openxmlformats.org/officeDocument/2006/relationships/slide" Target="slides/slide1657.xml"/><Relationship Id="rId1666" Type="http://schemas.openxmlformats.org/officeDocument/2006/relationships/slide" Target="slides/slide1658.xml"/><Relationship Id="rId1667" Type="http://schemas.openxmlformats.org/officeDocument/2006/relationships/slide" Target="slides/slide1659.xml"/><Relationship Id="rId1668" Type="http://schemas.openxmlformats.org/officeDocument/2006/relationships/slide" Target="slides/slide1660.xml"/><Relationship Id="rId1669" Type="http://schemas.openxmlformats.org/officeDocument/2006/relationships/slide" Target="slides/slide1661.xml"/><Relationship Id="rId1670" Type="http://schemas.openxmlformats.org/officeDocument/2006/relationships/slide" Target="slides/slide1662.xml"/><Relationship Id="rId1671" Type="http://schemas.openxmlformats.org/officeDocument/2006/relationships/slide" Target="slides/slide1663.xml"/><Relationship Id="rId1672" Type="http://schemas.openxmlformats.org/officeDocument/2006/relationships/slide" Target="slides/slide1664.xml"/><Relationship Id="rId1673" Type="http://schemas.openxmlformats.org/officeDocument/2006/relationships/slide" Target="slides/slide1665.xml"/><Relationship Id="rId1674" Type="http://schemas.openxmlformats.org/officeDocument/2006/relationships/slide" Target="slides/slide1666.xml"/><Relationship Id="rId1675" Type="http://schemas.openxmlformats.org/officeDocument/2006/relationships/slide" Target="slides/slide1667.xml"/><Relationship Id="rId1676" Type="http://schemas.openxmlformats.org/officeDocument/2006/relationships/slide" Target="slides/slide1668.xml"/><Relationship Id="rId1677" Type="http://schemas.openxmlformats.org/officeDocument/2006/relationships/slide" Target="slides/slide1669.xml"/><Relationship Id="rId1678" Type="http://schemas.openxmlformats.org/officeDocument/2006/relationships/slide" Target="slides/slide1670.xml"/><Relationship Id="rId1679" Type="http://schemas.openxmlformats.org/officeDocument/2006/relationships/slide" Target="slides/slide1671.xml"/><Relationship Id="rId1680" Type="http://schemas.openxmlformats.org/officeDocument/2006/relationships/slide" Target="slides/slide1672.xml"/><Relationship Id="rId1681" Type="http://schemas.openxmlformats.org/officeDocument/2006/relationships/slide" Target="slides/slide1673.xml"/><Relationship Id="rId1682" Type="http://schemas.openxmlformats.org/officeDocument/2006/relationships/slide" Target="slides/slide1674.xml"/><Relationship Id="rId1683" Type="http://schemas.openxmlformats.org/officeDocument/2006/relationships/slide" Target="slides/slide1675.xml"/><Relationship Id="rId1684" Type="http://schemas.openxmlformats.org/officeDocument/2006/relationships/slide" Target="slides/slide1676.xml"/><Relationship Id="rId1685" Type="http://schemas.openxmlformats.org/officeDocument/2006/relationships/slide" Target="slides/slide1677.xml"/><Relationship Id="rId1686" Type="http://schemas.openxmlformats.org/officeDocument/2006/relationships/slide" Target="slides/slide1678.xml"/><Relationship Id="rId1687" Type="http://schemas.openxmlformats.org/officeDocument/2006/relationships/slide" Target="slides/slide1679.xml"/><Relationship Id="rId1688" Type="http://schemas.openxmlformats.org/officeDocument/2006/relationships/slide" Target="slides/slide1680.xml"/><Relationship Id="rId1689" Type="http://schemas.openxmlformats.org/officeDocument/2006/relationships/slide" Target="slides/slide1681.xml"/><Relationship Id="rId1690" Type="http://schemas.openxmlformats.org/officeDocument/2006/relationships/slide" Target="slides/slide1682.xml"/><Relationship Id="rId1691" Type="http://schemas.openxmlformats.org/officeDocument/2006/relationships/slide" Target="slides/slide1683.xml"/><Relationship Id="rId1692" Type="http://schemas.openxmlformats.org/officeDocument/2006/relationships/slide" Target="slides/slide1684.xml"/><Relationship Id="rId1693" Type="http://schemas.openxmlformats.org/officeDocument/2006/relationships/slide" Target="slides/slide1685.xml"/><Relationship Id="rId1694" Type="http://schemas.openxmlformats.org/officeDocument/2006/relationships/slide" Target="slides/slide1686.xml"/><Relationship Id="rId1695" Type="http://schemas.openxmlformats.org/officeDocument/2006/relationships/slide" Target="slides/slide1687.xml"/><Relationship Id="rId1696" Type="http://schemas.openxmlformats.org/officeDocument/2006/relationships/slide" Target="slides/slide1688.xml"/><Relationship Id="rId1697" Type="http://schemas.openxmlformats.org/officeDocument/2006/relationships/slide" Target="slides/slide1689.xml"/><Relationship Id="rId1698" Type="http://schemas.openxmlformats.org/officeDocument/2006/relationships/slide" Target="slides/slide1690.xml"/><Relationship Id="rId1699" Type="http://schemas.openxmlformats.org/officeDocument/2006/relationships/slide" Target="slides/slide1691.xml"/><Relationship Id="rId1700" Type="http://schemas.openxmlformats.org/officeDocument/2006/relationships/slide" Target="slides/slide1692.xml"/><Relationship Id="rId1701" Type="http://schemas.openxmlformats.org/officeDocument/2006/relationships/slide" Target="slides/slide1693.xml"/><Relationship Id="rId1702" Type="http://schemas.openxmlformats.org/officeDocument/2006/relationships/slide" Target="slides/slide1694.xml"/><Relationship Id="rId1703" Type="http://schemas.openxmlformats.org/officeDocument/2006/relationships/slide" Target="slides/slide1695.xml"/><Relationship Id="rId1704" Type="http://schemas.openxmlformats.org/officeDocument/2006/relationships/slide" Target="slides/slide1696.xml"/><Relationship Id="rId1705" Type="http://schemas.openxmlformats.org/officeDocument/2006/relationships/slide" Target="slides/slide1697.xml"/><Relationship Id="rId1706" Type="http://schemas.openxmlformats.org/officeDocument/2006/relationships/slide" Target="slides/slide1698.xml"/><Relationship Id="rId1707" Type="http://schemas.openxmlformats.org/officeDocument/2006/relationships/slide" Target="slides/slide1699.xml"/><Relationship Id="rId1708" Type="http://schemas.openxmlformats.org/officeDocument/2006/relationships/slide" Target="slides/slide1700.xml"/><Relationship Id="rId1709" Type="http://schemas.openxmlformats.org/officeDocument/2006/relationships/slide" Target="slides/slide1701.xml"/><Relationship Id="rId1710" Type="http://schemas.openxmlformats.org/officeDocument/2006/relationships/slide" Target="slides/slide1702.xml"/><Relationship Id="rId1711" Type="http://schemas.openxmlformats.org/officeDocument/2006/relationships/slide" Target="slides/slide1703.xml"/><Relationship Id="rId1712" Type="http://schemas.openxmlformats.org/officeDocument/2006/relationships/slide" Target="slides/slide1704.xml"/><Relationship Id="rId1713" Type="http://schemas.openxmlformats.org/officeDocument/2006/relationships/slide" Target="slides/slide1705.xml"/><Relationship Id="rId1714" Type="http://schemas.openxmlformats.org/officeDocument/2006/relationships/slide" Target="slides/slide1706.xml"/><Relationship Id="rId1715" Type="http://schemas.openxmlformats.org/officeDocument/2006/relationships/slide" Target="slides/slide1707.xml"/><Relationship Id="rId1716" Type="http://schemas.openxmlformats.org/officeDocument/2006/relationships/slide" Target="slides/slide1708.xml"/><Relationship Id="rId1717" Type="http://schemas.openxmlformats.org/officeDocument/2006/relationships/slide" Target="slides/slide1709.xml"/><Relationship Id="rId1718" Type="http://schemas.openxmlformats.org/officeDocument/2006/relationships/slide" Target="slides/slide1710.xml"/><Relationship Id="rId1719" Type="http://schemas.openxmlformats.org/officeDocument/2006/relationships/slide" Target="slides/slide1711.xml"/><Relationship Id="rId1720" Type="http://schemas.openxmlformats.org/officeDocument/2006/relationships/slide" Target="slides/slide1712.xml"/><Relationship Id="rId1721" Type="http://schemas.openxmlformats.org/officeDocument/2006/relationships/slide" Target="slides/slide1713.xml"/><Relationship Id="rId1722" Type="http://schemas.openxmlformats.org/officeDocument/2006/relationships/slide" Target="slides/slide1714.xml"/><Relationship Id="rId1723" Type="http://schemas.openxmlformats.org/officeDocument/2006/relationships/slide" Target="slides/slide1715.xml"/><Relationship Id="rId1724" Type="http://schemas.openxmlformats.org/officeDocument/2006/relationships/slide" Target="slides/slide1716.xml"/><Relationship Id="rId1725" Type="http://schemas.openxmlformats.org/officeDocument/2006/relationships/slide" Target="slides/slide1717.xml"/><Relationship Id="rId1726" Type="http://schemas.openxmlformats.org/officeDocument/2006/relationships/slide" Target="slides/slide1718.xml"/><Relationship Id="rId1727" Type="http://schemas.openxmlformats.org/officeDocument/2006/relationships/slide" Target="slides/slide1719.xml"/><Relationship Id="rId1728" Type="http://schemas.openxmlformats.org/officeDocument/2006/relationships/slide" Target="slides/slide1720.xml"/><Relationship Id="rId1729" Type="http://schemas.openxmlformats.org/officeDocument/2006/relationships/slide" Target="slides/slide1721.xml"/><Relationship Id="rId1730" Type="http://schemas.openxmlformats.org/officeDocument/2006/relationships/slide" Target="slides/slide1722.xml"/><Relationship Id="rId1731" Type="http://schemas.openxmlformats.org/officeDocument/2006/relationships/slide" Target="slides/slide1723.xml"/><Relationship Id="rId1732" Type="http://schemas.openxmlformats.org/officeDocument/2006/relationships/slide" Target="slides/slide1724.xml"/><Relationship Id="rId1733" Type="http://schemas.openxmlformats.org/officeDocument/2006/relationships/slide" Target="slides/slide1725.xml"/><Relationship Id="rId1734" Type="http://schemas.openxmlformats.org/officeDocument/2006/relationships/slide" Target="slides/slide1726.xml"/><Relationship Id="rId1735" Type="http://schemas.openxmlformats.org/officeDocument/2006/relationships/slide" Target="slides/slide1727.xml"/><Relationship Id="rId1736" Type="http://schemas.openxmlformats.org/officeDocument/2006/relationships/slide" Target="slides/slide1728.xml"/><Relationship Id="rId1737" Type="http://schemas.openxmlformats.org/officeDocument/2006/relationships/slide" Target="slides/slide1729.xml"/><Relationship Id="rId1738" Type="http://schemas.openxmlformats.org/officeDocument/2006/relationships/slide" Target="slides/slide1730.xml"/><Relationship Id="rId1739" Type="http://schemas.openxmlformats.org/officeDocument/2006/relationships/slide" Target="slides/slide1731.xml"/><Relationship Id="rId1740" Type="http://schemas.openxmlformats.org/officeDocument/2006/relationships/slide" Target="slides/slide1732.xml"/><Relationship Id="rId1741" Type="http://schemas.openxmlformats.org/officeDocument/2006/relationships/slide" Target="slides/slide1733.xml"/><Relationship Id="rId1742" Type="http://schemas.openxmlformats.org/officeDocument/2006/relationships/slide" Target="slides/slide1734.xml"/><Relationship Id="rId1743" Type="http://schemas.openxmlformats.org/officeDocument/2006/relationships/slide" Target="slides/slide1735.xml"/><Relationship Id="rId1744" Type="http://schemas.openxmlformats.org/officeDocument/2006/relationships/slide" Target="slides/slide1736.xml"/><Relationship Id="rId1745" Type="http://schemas.openxmlformats.org/officeDocument/2006/relationships/slide" Target="slides/slide1737.xml"/><Relationship Id="rId1746" Type="http://schemas.openxmlformats.org/officeDocument/2006/relationships/slide" Target="slides/slide1738.xml"/><Relationship Id="rId1747" Type="http://schemas.openxmlformats.org/officeDocument/2006/relationships/slide" Target="slides/slide1739.xml"/><Relationship Id="rId1748" Type="http://schemas.openxmlformats.org/officeDocument/2006/relationships/slide" Target="slides/slide1740.xml"/><Relationship Id="rId1749" Type="http://schemas.openxmlformats.org/officeDocument/2006/relationships/slide" Target="slides/slide1741.xml"/><Relationship Id="rId1750" Type="http://schemas.openxmlformats.org/officeDocument/2006/relationships/slide" Target="slides/slide1742.xml"/><Relationship Id="rId1751" Type="http://schemas.openxmlformats.org/officeDocument/2006/relationships/slide" Target="slides/slide1743.xml"/><Relationship Id="rId1752" Type="http://schemas.openxmlformats.org/officeDocument/2006/relationships/slide" Target="slides/slide1744.xml"/><Relationship Id="rId1753" Type="http://schemas.openxmlformats.org/officeDocument/2006/relationships/slide" Target="slides/slide1745.xml"/><Relationship Id="rId1754" Type="http://schemas.openxmlformats.org/officeDocument/2006/relationships/slide" Target="slides/slide1746.xml"/><Relationship Id="rId1755" Type="http://schemas.openxmlformats.org/officeDocument/2006/relationships/slide" Target="slides/slide1747.xml"/><Relationship Id="rId1756" Type="http://schemas.openxmlformats.org/officeDocument/2006/relationships/slide" Target="slides/slide1748.xml"/><Relationship Id="rId1757" Type="http://schemas.openxmlformats.org/officeDocument/2006/relationships/slide" Target="slides/slide1749.xml"/><Relationship Id="rId1758" Type="http://schemas.openxmlformats.org/officeDocument/2006/relationships/slide" Target="slides/slide1750.xml"/><Relationship Id="rId1759" Type="http://schemas.openxmlformats.org/officeDocument/2006/relationships/slide" Target="slides/slide1751.xml"/><Relationship Id="rId1760" Type="http://schemas.openxmlformats.org/officeDocument/2006/relationships/slide" Target="slides/slide1752.xml"/><Relationship Id="rId1761" Type="http://schemas.openxmlformats.org/officeDocument/2006/relationships/slide" Target="slides/slide1753.xml"/><Relationship Id="rId1762" Type="http://schemas.openxmlformats.org/officeDocument/2006/relationships/slide" Target="slides/slide1754.xml"/><Relationship Id="rId1763" Type="http://schemas.openxmlformats.org/officeDocument/2006/relationships/slide" Target="slides/slide1755.xml"/><Relationship Id="rId1764" Type="http://schemas.openxmlformats.org/officeDocument/2006/relationships/slide" Target="slides/slide1756.xml"/><Relationship Id="rId1765" Type="http://schemas.openxmlformats.org/officeDocument/2006/relationships/slide" Target="slides/slide1757.xml"/><Relationship Id="rId1766" Type="http://schemas.openxmlformats.org/officeDocument/2006/relationships/slide" Target="slides/slide1758.xml"/><Relationship Id="rId1767" Type="http://schemas.openxmlformats.org/officeDocument/2006/relationships/slide" Target="slides/slide1759.xml"/><Relationship Id="rId1768" Type="http://schemas.openxmlformats.org/officeDocument/2006/relationships/slide" Target="slides/slide1760.xml"/><Relationship Id="rId1769" Type="http://schemas.openxmlformats.org/officeDocument/2006/relationships/slide" Target="slides/slide1761.xml"/><Relationship Id="rId1770" Type="http://schemas.openxmlformats.org/officeDocument/2006/relationships/slide" Target="slides/slide1762.xml"/><Relationship Id="rId1771" Type="http://schemas.openxmlformats.org/officeDocument/2006/relationships/slide" Target="slides/slide1763.xml"/><Relationship Id="rId1772" Type="http://schemas.openxmlformats.org/officeDocument/2006/relationships/slide" Target="slides/slide1764.xml"/><Relationship Id="rId1773" Type="http://schemas.openxmlformats.org/officeDocument/2006/relationships/slide" Target="slides/slide1765.xml"/><Relationship Id="rId1774" Type="http://schemas.openxmlformats.org/officeDocument/2006/relationships/slide" Target="slides/slide1766.xml"/><Relationship Id="rId1775" Type="http://schemas.openxmlformats.org/officeDocument/2006/relationships/slide" Target="slides/slide1767.xml"/><Relationship Id="rId1776" Type="http://schemas.openxmlformats.org/officeDocument/2006/relationships/slide" Target="slides/slide1768.xml"/><Relationship Id="rId1777" Type="http://schemas.openxmlformats.org/officeDocument/2006/relationships/slide" Target="slides/slide1769.xml"/><Relationship Id="rId1778" Type="http://schemas.openxmlformats.org/officeDocument/2006/relationships/slide" Target="slides/slide1770.xml"/><Relationship Id="rId1779" Type="http://schemas.openxmlformats.org/officeDocument/2006/relationships/slide" Target="slides/slide1771.xml"/><Relationship Id="rId1780" Type="http://schemas.openxmlformats.org/officeDocument/2006/relationships/slide" Target="slides/slide1772.xml"/><Relationship Id="rId1781" Type="http://schemas.openxmlformats.org/officeDocument/2006/relationships/slide" Target="slides/slide1773.xml"/><Relationship Id="rId1782" Type="http://schemas.openxmlformats.org/officeDocument/2006/relationships/slide" Target="slides/slide1774.xml"/><Relationship Id="rId1783" Type="http://schemas.openxmlformats.org/officeDocument/2006/relationships/slide" Target="slides/slide1775.xml"/><Relationship Id="rId1784" Type="http://schemas.openxmlformats.org/officeDocument/2006/relationships/slide" Target="slides/slide1776.xml"/><Relationship Id="rId1785" Type="http://schemas.openxmlformats.org/officeDocument/2006/relationships/slide" Target="slides/slide1777.xml"/><Relationship Id="rId1786" Type="http://schemas.openxmlformats.org/officeDocument/2006/relationships/slide" Target="slides/slide1778.xml"/><Relationship Id="rId1787" Type="http://schemas.openxmlformats.org/officeDocument/2006/relationships/slide" Target="slides/slide1779.xml"/><Relationship Id="rId1788" Type="http://schemas.openxmlformats.org/officeDocument/2006/relationships/slide" Target="slides/slide1780.xml"/><Relationship Id="rId1789" Type="http://schemas.openxmlformats.org/officeDocument/2006/relationships/slide" Target="slides/slide1781.xml"/><Relationship Id="rId1790" Type="http://schemas.openxmlformats.org/officeDocument/2006/relationships/slide" Target="slides/slide1782.xml"/><Relationship Id="rId1791" Type="http://schemas.openxmlformats.org/officeDocument/2006/relationships/slide" Target="slides/slide1783.xml"/><Relationship Id="rId1792" Type="http://schemas.openxmlformats.org/officeDocument/2006/relationships/slide" Target="slides/slide1784.xml"/><Relationship Id="rId1793" Type="http://schemas.openxmlformats.org/officeDocument/2006/relationships/slide" Target="slides/slide1785.xml"/><Relationship Id="rId1794" Type="http://schemas.openxmlformats.org/officeDocument/2006/relationships/slide" Target="slides/slide1786.xml"/><Relationship Id="rId1795" Type="http://schemas.openxmlformats.org/officeDocument/2006/relationships/slide" Target="slides/slide1787.xml"/><Relationship Id="rId1796" Type="http://schemas.openxmlformats.org/officeDocument/2006/relationships/slide" Target="slides/slide1788.xml"/><Relationship Id="rId1797" Type="http://schemas.openxmlformats.org/officeDocument/2006/relationships/slide" Target="slides/slide1789.xml"/><Relationship Id="rId1798" Type="http://schemas.openxmlformats.org/officeDocument/2006/relationships/slide" Target="slides/slide1790.xml"/><Relationship Id="rId1799" Type="http://schemas.openxmlformats.org/officeDocument/2006/relationships/slide" Target="slides/slide1791.xml"/><Relationship Id="rId1800" Type="http://schemas.openxmlformats.org/officeDocument/2006/relationships/slide" Target="slides/slide1792.xml"/><Relationship Id="rId1801" Type="http://schemas.openxmlformats.org/officeDocument/2006/relationships/slide" Target="slides/slide1793.xml"/><Relationship Id="rId1802" Type="http://schemas.openxmlformats.org/officeDocument/2006/relationships/slide" Target="slides/slide1794.xml"/><Relationship Id="rId1803" Type="http://schemas.openxmlformats.org/officeDocument/2006/relationships/slide" Target="slides/slide1795.xml"/><Relationship Id="rId1804" Type="http://schemas.openxmlformats.org/officeDocument/2006/relationships/slide" Target="slides/slide1796.xml"/><Relationship Id="rId1805" Type="http://schemas.openxmlformats.org/officeDocument/2006/relationships/slide" Target="slides/slide1797.xml"/><Relationship Id="rId1806" Type="http://schemas.openxmlformats.org/officeDocument/2006/relationships/slide" Target="slides/slide1798.xml"/><Relationship Id="rId1807" Type="http://schemas.openxmlformats.org/officeDocument/2006/relationships/slide" Target="slides/slide1799.xml"/><Relationship Id="rId1808" Type="http://schemas.openxmlformats.org/officeDocument/2006/relationships/slide" Target="slides/slide1800.xml"/><Relationship Id="rId1809" Type="http://schemas.openxmlformats.org/officeDocument/2006/relationships/slide" Target="slides/slide1801.xml"/><Relationship Id="rId1810" Type="http://schemas.openxmlformats.org/officeDocument/2006/relationships/slide" Target="slides/slide1802.xml"/><Relationship Id="rId1811" Type="http://schemas.openxmlformats.org/officeDocument/2006/relationships/slide" Target="slides/slide1803.xml"/><Relationship Id="rId1812" Type="http://schemas.openxmlformats.org/officeDocument/2006/relationships/slide" Target="slides/slide1804.xml"/><Relationship Id="rId1813" Type="http://schemas.openxmlformats.org/officeDocument/2006/relationships/slide" Target="slides/slide1805.xml"/></Relationships>
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11-11T20:42:31.235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Shape 60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08" name="Shape 60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1122362"/>
            <a:ext cx="77724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143000" y="3602037"/>
            <a:ext cx="6858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623887" y="1709740"/>
            <a:ext cx="7886701" cy="2852738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623887" y="4589465"/>
            <a:ext cx="7886701" cy="150018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0" indent="457200">
              <a:buSzTx/>
              <a:buFontTx/>
              <a:buNone/>
              <a:defRPr sz="2400"/>
            </a:lvl2pPr>
            <a:lvl3pPr marL="0" indent="914400">
              <a:buSzTx/>
              <a:buFontTx/>
              <a:buNone/>
              <a:defRPr sz="2400"/>
            </a:lvl3pPr>
            <a:lvl4pPr marL="0" indent="1371600">
              <a:buSzTx/>
              <a:buFontTx/>
              <a:buNone/>
              <a:defRPr sz="2400"/>
            </a:lvl4pPr>
            <a:lvl5pPr marL="0" indent="1828800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629841" y="365128"/>
            <a:ext cx="78867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629841" y="1681163"/>
            <a:ext cx="3868341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29151" y="1681163"/>
            <a:ext cx="3887392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887391" y="987428"/>
            <a:ext cx="4629151" cy="4873626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629840" y="2057400"/>
            <a:ext cx="2949180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3887391" y="987428"/>
            <a:ext cx="4629151" cy="48736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roup 6"/>
          <p:cNvGrpSpPr/>
          <p:nvPr/>
        </p:nvGrpSpPr>
        <p:grpSpPr>
          <a:xfrm>
            <a:off x="-8467" y="-8469"/>
            <a:ext cx="9169806" cy="6874936"/>
            <a:chOff x="0" y="0"/>
            <a:chExt cx="9169804" cy="6874934"/>
          </a:xfrm>
        </p:grpSpPr>
        <p:sp>
          <p:nvSpPr>
            <p:cNvPr id="92" name="Straight Connector 16"/>
            <p:cNvSpPr/>
            <p:nvPr/>
          </p:nvSpPr>
          <p:spPr>
            <a:xfrm flipV="1">
              <a:off x="5139295" y="4184073"/>
              <a:ext cx="4022477" cy="2682396"/>
            </a:xfrm>
            <a:prstGeom prst="line">
              <a:avLst/>
            </a:prstGeom>
            <a:noFill/>
            <a:ln w="9525" cap="rnd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3" name="Straight Connector 17"/>
            <p:cNvSpPr/>
            <p:nvPr/>
          </p:nvSpPr>
          <p:spPr>
            <a:xfrm>
              <a:off x="7051172" y="8468"/>
              <a:ext cx="1219201" cy="6858000"/>
            </a:xfrm>
            <a:prstGeom prst="line">
              <a:avLst/>
            </a:prstGeom>
            <a:noFill/>
            <a:ln w="9525" cap="rnd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4" name="Freeform 18"/>
            <p:cNvSpPr/>
            <p:nvPr/>
          </p:nvSpPr>
          <p:spPr>
            <a:xfrm>
              <a:off x="6900361" y="8469"/>
              <a:ext cx="2269444" cy="68664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7" h="21600" fill="norm" stroke="1" extrusionOk="0">
                  <a:moveTo>
                    <a:pt x="19239" y="0"/>
                  </a:moveTo>
                  <a:lnTo>
                    <a:pt x="0" y="21573"/>
                  </a:lnTo>
                  <a:lnTo>
                    <a:pt x="21573" y="21600"/>
                  </a:lnTo>
                  <a:cubicBezTo>
                    <a:pt x="21600" y="14409"/>
                    <a:pt x="21466" y="7218"/>
                    <a:pt x="21493" y="27"/>
                  </a:cubicBezTo>
                  <a:lnTo>
                    <a:pt x="19239" y="0"/>
                  </a:lnTo>
                  <a:close/>
                </a:path>
              </a:pathLst>
            </a:custGeom>
            <a:solidFill>
              <a:srgbClr val="DDDDDD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95" name="Freeform 19"/>
            <p:cNvSpPr/>
            <p:nvPr/>
          </p:nvSpPr>
          <p:spPr>
            <a:xfrm>
              <a:off x="7213624" y="1"/>
              <a:ext cx="1948148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600" fill="norm" stroke="1" extrusionOk="0">
                  <a:moveTo>
                    <a:pt x="0" y="0"/>
                  </a:moveTo>
                  <a:lnTo>
                    <a:pt x="13316" y="21600"/>
                  </a:lnTo>
                  <a:lnTo>
                    <a:pt x="21569" y="21600"/>
                  </a:lnTo>
                  <a:cubicBezTo>
                    <a:pt x="21537" y="14400"/>
                    <a:pt x="21600" y="7200"/>
                    <a:pt x="215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DDDDD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96" name="Freeform 20"/>
            <p:cNvSpPr/>
            <p:nvPr/>
          </p:nvSpPr>
          <p:spPr>
            <a:xfrm>
              <a:off x="6646361" y="3928533"/>
              <a:ext cx="2513566" cy="29379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544" y="0"/>
                  </a:lnTo>
                  <a:cubicBezTo>
                    <a:pt x="21563" y="7200"/>
                    <a:pt x="21581" y="1440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B2B2B2">
                <a:alpha val="7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97" name="Freeform 21"/>
            <p:cNvSpPr/>
            <p:nvPr/>
          </p:nvSpPr>
          <p:spPr>
            <a:xfrm>
              <a:off x="7018894" y="1"/>
              <a:ext cx="2142877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716" y="21600"/>
                  </a:lnTo>
                  <a:lnTo>
                    <a:pt x="21600" y="21573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68686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98" name="Freeform 22"/>
            <p:cNvSpPr/>
            <p:nvPr/>
          </p:nvSpPr>
          <p:spPr>
            <a:xfrm>
              <a:off x="8304241" y="1"/>
              <a:ext cx="857532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53" y="0"/>
                  </a:moveTo>
                  <a:lnTo>
                    <a:pt x="0" y="21600"/>
                  </a:lnTo>
                  <a:lnTo>
                    <a:pt x="21600" y="21600"/>
                  </a:lnTo>
                  <a:cubicBezTo>
                    <a:pt x="21553" y="14400"/>
                    <a:pt x="21505" y="7200"/>
                    <a:pt x="21458" y="0"/>
                  </a:cubicBezTo>
                  <a:lnTo>
                    <a:pt x="17053" y="0"/>
                  </a:lnTo>
                  <a:close/>
                </a:path>
              </a:pathLst>
            </a:custGeom>
            <a:solidFill>
              <a:srgbClr val="EBEBEB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99" name="Freeform 23"/>
            <p:cNvSpPr/>
            <p:nvPr/>
          </p:nvSpPr>
          <p:spPr>
            <a:xfrm>
              <a:off x="8085696" y="0"/>
              <a:ext cx="1066772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6" h="21600" fill="norm" stroke="1" extrusionOk="0">
                  <a:moveTo>
                    <a:pt x="0" y="0"/>
                  </a:moveTo>
                  <a:lnTo>
                    <a:pt x="18966" y="21600"/>
                  </a:lnTo>
                  <a:lnTo>
                    <a:pt x="21552" y="21600"/>
                  </a:lnTo>
                  <a:cubicBezTo>
                    <a:pt x="21600" y="14391"/>
                    <a:pt x="21217" y="7209"/>
                    <a:pt x="2126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DDDDD">
                <a:alpha val="64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00" name="Freeform 24"/>
            <p:cNvSpPr/>
            <p:nvPr/>
          </p:nvSpPr>
          <p:spPr>
            <a:xfrm>
              <a:off x="8068762" y="4902200"/>
              <a:ext cx="1094087" cy="1964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500" y="0"/>
                  </a:lnTo>
                  <a:cubicBezTo>
                    <a:pt x="21533" y="7181"/>
                    <a:pt x="21567" y="14363"/>
                    <a:pt x="21600" y="21544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DDDDDD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01" name="Freeform 28"/>
            <p:cNvSpPr/>
            <p:nvPr/>
          </p:nvSpPr>
          <p:spPr>
            <a:xfrm>
              <a:off x="-1" y="0"/>
              <a:ext cx="863601" cy="56980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32"/>
                  </a:moveTo>
                  <a:lnTo>
                    <a:pt x="21600" y="0"/>
                  </a:lnTo>
                  <a:lnTo>
                    <a:pt x="21600" y="64"/>
                  </a:lnTo>
                  <a:lnTo>
                    <a:pt x="0" y="21600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A6A6A6">
                <a:alpha val="8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</p:grpSp>
      <p:sp>
        <p:nvSpPr>
          <p:cNvPr id="103" name="Title Text"/>
          <p:cNvSpPr txBox="1"/>
          <p:nvPr>
            <p:ph type="title"/>
          </p:nvPr>
        </p:nvSpPr>
        <p:spPr>
          <a:xfrm>
            <a:off x="1130595" y="2404534"/>
            <a:ext cx="5826720" cy="1646303"/>
          </a:xfrm>
          <a:prstGeom prst="rect">
            <a:avLst/>
          </a:prstGeom>
        </p:spPr>
        <p:txBody>
          <a:bodyPr anchor="b"/>
          <a:lstStyle>
            <a:lvl1pPr algn="r" defTabSz="457200">
              <a:lnSpc>
                <a:spcPct val="100000"/>
              </a:lnSpc>
              <a:defRPr sz="5400">
                <a:solidFill>
                  <a:srgbClr val="DDDDD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04" name="Body Level One…"/>
          <p:cNvSpPr txBox="1"/>
          <p:nvPr>
            <p:ph type="body" sz="quarter" idx="1"/>
          </p:nvPr>
        </p:nvSpPr>
        <p:spPr>
          <a:xfrm>
            <a:off x="1130595" y="4050834"/>
            <a:ext cx="5826720" cy="1096900"/>
          </a:xfrm>
          <a:prstGeom prst="rect">
            <a:avLst/>
          </a:prstGeom>
        </p:spPr>
        <p:txBody>
          <a:bodyPr/>
          <a:lstStyle>
            <a:lvl1pPr marL="0" indent="0" algn="r" defTabSz="457200">
              <a:lnSpc>
                <a:spcPct val="100000"/>
              </a:lnSpc>
              <a:buSzTx/>
              <a:buFontTx/>
              <a:buNone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indent="457200" algn="r" defTabSz="457200">
              <a:lnSpc>
                <a:spcPct val="100000"/>
              </a:lnSpc>
              <a:buSzTx/>
              <a:buFontTx/>
              <a:buNone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indent="914400" algn="r" defTabSz="457200">
              <a:lnSpc>
                <a:spcPct val="100000"/>
              </a:lnSpc>
              <a:buSzTx/>
              <a:buFontTx/>
              <a:buNone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indent="1371600" algn="r" defTabSz="457200">
              <a:lnSpc>
                <a:spcPct val="100000"/>
              </a:lnSpc>
              <a:buSzTx/>
              <a:buFontTx/>
              <a:buNone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indent="1828800" algn="r" defTabSz="457200">
              <a:lnSpc>
                <a:spcPct val="100000"/>
              </a:lnSpc>
              <a:buSzTx/>
              <a:buFontTx/>
              <a:buNone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5" name="Slide Number"/>
          <p:cNvSpPr txBox="1"/>
          <p:nvPr>
            <p:ph type="sldNum" sz="quarter" idx="2"/>
          </p:nvPr>
        </p:nvSpPr>
        <p:spPr>
          <a:xfrm>
            <a:off x="6733292" y="6114705"/>
            <a:ext cx="224023" cy="21844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DDDDD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16"/>
          <p:cNvGrpSpPr/>
          <p:nvPr/>
        </p:nvGrpSpPr>
        <p:grpSpPr>
          <a:xfrm>
            <a:off x="-8467" y="-8468"/>
            <a:ext cx="9169805" cy="6874935"/>
            <a:chOff x="0" y="0"/>
            <a:chExt cx="9169804" cy="6874934"/>
          </a:xfrm>
        </p:grpSpPr>
        <p:sp>
          <p:nvSpPr>
            <p:cNvPr id="112" name="Straight Connector 6"/>
            <p:cNvSpPr/>
            <p:nvPr/>
          </p:nvSpPr>
          <p:spPr>
            <a:xfrm flipV="1">
              <a:off x="5139296" y="4184073"/>
              <a:ext cx="4022475" cy="2682396"/>
            </a:xfrm>
            <a:prstGeom prst="line">
              <a:avLst/>
            </a:prstGeom>
            <a:noFill/>
            <a:ln w="9525" cap="rnd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3" name="Straight Connector 7"/>
            <p:cNvSpPr/>
            <p:nvPr/>
          </p:nvSpPr>
          <p:spPr>
            <a:xfrm>
              <a:off x="7051173" y="8468"/>
              <a:ext cx="1219200" cy="6858000"/>
            </a:xfrm>
            <a:prstGeom prst="line">
              <a:avLst/>
            </a:prstGeom>
            <a:noFill/>
            <a:ln w="9525" cap="rnd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4" name="Freeform 8"/>
            <p:cNvSpPr/>
            <p:nvPr/>
          </p:nvSpPr>
          <p:spPr>
            <a:xfrm>
              <a:off x="0" y="4021667"/>
              <a:ext cx="457201" cy="2853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21600"/>
                  </a:lnTo>
                  <a:lnTo>
                    <a:pt x="0" y="21536"/>
                  </a:lnTo>
                  <a:cubicBezTo>
                    <a:pt x="133" y="14421"/>
                    <a:pt x="267" y="7307"/>
                    <a:pt x="0" y="0"/>
                  </a:cubicBezTo>
                  <a:close/>
                </a:path>
              </a:pathLst>
            </a:custGeom>
            <a:solidFill>
              <a:srgbClr val="DDDDDD">
                <a:alpha val="8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15" name="Freeform 9"/>
            <p:cNvSpPr/>
            <p:nvPr/>
          </p:nvSpPr>
          <p:spPr>
            <a:xfrm>
              <a:off x="6900362" y="8469"/>
              <a:ext cx="2269443" cy="68664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7" h="21600" fill="norm" stroke="1" extrusionOk="0">
                  <a:moveTo>
                    <a:pt x="19239" y="0"/>
                  </a:moveTo>
                  <a:lnTo>
                    <a:pt x="0" y="21573"/>
                  </a:lnTo>
                  <a:lnTo>
                    <a:pt x="21573" y="21600"/>
                  </a:lnTo>
                  <a:cubicBezTo>
                    <a:pt x="21600" y="14409"/>
                    <a:pt x="21466" y="7218"/>
                    <a:pt x="21493" y="27"/>
                  </a:cubicBezTo>
                  <a:lnTo>
                    <a:pt x="19239" y="0"/>
                  </a:lnTo>
                  <a:close/>
                </a:path>
              </a:pathLst>
            </a:custGeom>
            <a:solidFill>
              <a:srgbClr val="DDDDDD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16" name="Freeform 10"/>
            <p:cNvSpPr/>
            <p:nvPr/>
          </p:nvSpPr>
          <p:spPr>
            <a:xfrm>
              <a:off x="7213624" y="1"/>
              <a:ext cx="1948149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600" fill="norm" stroke="1" extrusionOk="0">
                  <a:moveTo>
                    <a:pt x="0" y="0"/>
                  </a:moveTo>
                  <a:lnTo>
                    <a:pt x="13316" y="21600"/>
                  </a:lnTo>
                  <a:lnTo>
                    <a:pt x="21569" y="21600"/>
                  </a:lnTo>
                  <a:cubicBezTo>
                    <a:pt x="21537" y="14400"/>
                    <a:pt x="21600" y="7200"/>
                    <a:pt x="215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DDDDD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17" name="Freeform 11"/>
            <p:cNvSpPr/>
            <p:nvPr/>
          </p:nvSpPr>
          <p:spPr>
            <a:xfrm>
              <a:off x="6646362" y="3928533"/>
              <a:ext cx="2513566" cy="29379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544" y="0"/>
                  </a:lnTo>
                  <a:cubicBezTo>
                    <a:pt x="21563" y="7200"/>
                    <a:pt x="21581" y="1440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B2B2B2">
                <a:alpha val="7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18" name="Freeform 12"/>
            <p:cNvSpPr/>
            <p:nvPr/>
          </p:nvSpPr>
          <p:spPr>
            <a:xfrm>
              <a:off x="7018895" y="1"/>
              <a:ext cx="2142877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716" y="21600"/>
                  </a:lnTo>
                  <a:lnTo>
                    <a:pt x="21600" y="21573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68686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19" name="Freeform 13"/>
            <p:cNvSpPr/>
            <p:nvPr/>
          </p:nvSpPr>
          <p:spPr>
            <a:xfrm>
              <a:off x="8304242" y="1"/>
              <a:ext cx="857531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53" y="0"/>
                  </a:moveTo>
                  <a:lnTo>
                    <a:pt x="0" y="21600"/>
                  </a:lnTo>
                  <a:lnTo>
                    <a:pt x="21600" y="21600"/>
                  </a:lnTo>
                  <a:cubicBezTo>
                    <a:pt x="21553" y="14400"/>
                    <a:pt x="21505" y="7200"/>
                    <a:pt x="21458" y="0"/>
                  </a:cubicBezTo>
                  <a:lnTo>
                    <a:pt x="17053" y="0"/>
                  </a:lnTo>
                  <a:close/>
                </a:path>
              </a:pathLst>
            </a:custGeom>
            <a:solidFill>
              <a:srgbClr val="EBEBEB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20" name="Freeform 14"/>
            <p:cNvSpPr/>
            <p:nvPr/>
          </p:nvSpPr>
          <p:spPr>
            <a:xfrm>
              <a:off x="8085697" y="0"/>
              <a:ext cx="1066772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6" h="21600" fill="norm" stroke="1" extrusionOk="0">
                  <a:moveTo>
                    <a:pt x="0" y="0"/>
                  </a:moveTo>
                  <a:lnTo>
                    <a:pt x="18966" y="21600"/>
                  </a:lnTo>
                  <a:lnTo>
                    <a:pt x="21552" y="21600"/>
                  </a:lnTo>
                  <a:cubicBezTo>
                    <a:pt x="21600" y="14391"/>
                    <a:pt x="21217" y="7209"/>
                    <a:pt x="2126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DDDDD">
                <a:alpha val="64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21" name="Freeform 15"/>
            <p:cNvSpPr/>
            <p:nvPr/>
          </p:nvSpPr>
          <p:spPr>
            <a:xfrm>
              <a:off x="8068763" y="4902200"/>
              <a:ext cx="1094087" cy="1964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500" y="0"/>
                  </a:lnTo>
                  <a:cubicBezTo>
                    <a:pt x="21533" y="7181"/>
                    <a:pt x="21567" y="14363"/>
                    <a:pt x="21600" y="21544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DDDDDD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</p:grpSp>
      <p:sp>
        <p:nvSpPr>
          <p:cNvPr id="123" name="Title Text"/>
          <p:cNvSpPr txBox="1"/>
          <p:nvPr>
            <p:ph type="title"/>
          </p:nvPr>
        </p:nvSpPr>
        <p:spPr>
          <a:xfrm>
            <a:off x="609598" y="609600"/>
            <a:ext cx="6347714" cy="1320800"/>
          </a:xfrm>
          <a:prstGeom prst="rect">
            <a:avLst/>
          </a:prstGeom>
        </p:spPr>
        <p:txBody>
          <a:bodyPr anchor="t"/>
          <a:lstStyle>
            <a:lvl1pPr defTabSz="457200">
              <a:lnSpc>
                <a:spcPct val="100000"/>
              </a:lnSpc>
              <a:defRPr sz="3600">
                <a:solidFill>
                  <a:srgbClr val="DDDDD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24" name="Body Level One…"/>
          <p:cNvSpPr txBox="1"/>
          <p:nvPr>
            <p:ph type="body" sz="half" idx="1"/>
          </p:nvPr>
        </p:nvSpPr>
        <p:spPr>
          <a:xfrm>
            <a:off x="609598" y="2160590"/>
            <a:ext cx="6347716" cy="3880773"/>
          </a:xfrm>
          <a:prstGeom prst="rect">
            <a:avLst/>
          </a:prstGeom>
        </p:spPr>
        <p:txBody>
          <a:bodyPr/>
          <a:lstStyle>
            <a:lvl1pPr marL="342900" indent="-342900" defTabSz="457200">
              <a:lnSpc>
                <a:spcPct val="100000"/>
              </a:lnSpc>
              <a:buClr>
                <a:srgbClr val="DDDDDD"/>
              </a:buClr>
              <a:buSzPct val="80000"/>
              <a:buFontTx/>
              <a:buChar char=""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778668" indent="-321468" defTabSz="457200">
              <a:lnSpc>
                <a:spcPct val="100000"/>
              </a:lnSpc>
              <a:buClr>
                <a:srgbClr val="DDDDDD"/>
              </a:buClr>
              <a:buSzPct val="80000"/>
              <a:buFontTx/>
              <a:buChar char=""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208314" indent="-293914" defTabSz="457200">
              <a:lnSpc>
                <a:spcPct val="100000"/>
              </a:lnSpc>
              <a:buClr>
                <a:srgbClr val="DDDDDD"/>
              </a:buClr>
              <a:buSzPct val="80000"/>
              <a:buFontTx/>
              <a:buChar char=""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714500" indent="-342900" defTabSz="457200">
              <a:lnSpc>
                <a:spcPct val="100000"/>
              </a:lnSpc>
              <a:buClr>
                <a:srgbClr val="DDDDDD"/>
              </a:buClr>
              <a:buSzPct val="80000"/>
              <a:buFontTx/>
              <a:buChar char=""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171700" indent="-342900" defTabSz="457200">
              <a:lnSpc>
                <a:spcPct val="100000"/>
              </a:lnSpc>
              <a:buClr>
                <a:srgbClr val="DDDDDD"/>
              </a:buClr>
              <a:buSzPct val="80000"/>
              <a:buFontTx/>
              <a:buChar char=""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5" name="Slide Number"/>
          <p:cNvSpPr txBox="1"/>
          <p:nvPr>
            <p:ph type="sldNum" sz="quarter" idx="2"/>
          </p:nvPr>
        </p:nvSpPr>
        <p:spPr>
          <a:xfrm>
            <a:off x="6733292" y="6114705"/>
            <a:ext cx="224023" cy="21844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DDDDD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roup 16"/>
          <p:cNvGrpSpPr/>
          <p:nvPr/>
        </p:nvGrpSpPr>
        <p:grpSpPr>
          <a:xfrm>
            <a:off x="-8467" y="-8468"/>
            <a:ext cx="9169805" cy="6874935"/>
            <a:chOff x="0" y="0"/>
            <a:chExt cx="9169804" cy="6874934"/>
          </a:xfrm>
        </p:grpSpPr>
        <p:sp>
          <p:nvSpPr>
            <p:cNvPr id="132" name="Straight Connector 6"/>
            <p:cNvSpPr/>
            <p:nvPr/>
          </p:nvSpPr>
          <p:spPr>
            <a:xfrm flipV="1">
              <a:off x="5139296" y="4184073"/>
              <a:ext cx="4022475" cy="2682396"/>
            </a:xfrm>
            <a:prstGeom prst="line">
              <a:avLst/>
            </a:prstGeom>
            <a:noFill/>
            <a:ln w="9525" cap="rnd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3" name="Straight Connector 7"/>
            <p:cNvSpPr/>
            <p:nvPr/>
          </p:nvSpPr>
          <p:spPr>
            <a:xfrm>
              <a:off x="7051173" y="8468"/>
              <a:ext cx="1219200" cy="6858000"/>
            </a:xfrm>
            <a:prstGeom prst="line">
              <a:avLst/>
            </a:prstGeom>
            <a:noFill/>
            <a:ln w="9525" cap="rnd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4" name="Freeform 8"/>
            <p:cNvSpPr/>
            <p:nvPr/>
          </p:nvSpPr>
          <p:spPr>
            <a:xfrm>
              <a:off x="0" y="4021667"/>
              <a:ext cx="457201" cy="2853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21600"/>
                  </a:lnTo>
                  <a:lnTo>
                    <a:pt x="0" y="21536"/>
                  </a:lnTo>
                  <a:cubicBezTo>
                    <a:pt x="133" y="14421"/>
                    <a:pt x="267" y="7307"/>
                    <a:pt x="0" y="0"/>
                  </a:cubicBezTo>
                  <a:close/>
                </a:path>
              </a:pathLst>
            </a:custGeom>
            <a:solidFill>
              <a:srgbClr val="DDDDDD">
                <a:alpha val="8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35" name="Freeform 9"/>
            <p:cNvSpPr/>
            <p:nvPr/>
          </p:nvSpPr>
          <p:spPr>
            <a:xfrm>
              <a:off x="6900362" y="8469"/>
              <a:ext cx="2269443" cy="68664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7" h="21600" fill="norm" stroke="1" extrusionOk="0">
                  <a:moveTo>
                    <a:pt x="19239" y="0"/>
                  </a:moveTo>
                  <a:lnTo>
                    <a:pt x="0" y="21573"/>
                  </a:lnTo>
                  <a:lnTo>
                    <a:pt x="21573" y="21600"/>
                  </a:lnTo>
                  <a:cubicBezTo>
                    <a:pt x="21600" y="14409"/>
                    <a:pt x="21466" y="7218"/>
                    <a:pt x="21493" y="27"/>
                  </a:cubicBezTo>
                  <a:lnTo>
                    <a:pt x="19239" y="0"/>
                  </a:lnTo>
                  <a:close/>
                </a:path>
              </a:pathLst>
            </a:custGeom>
            <a:solidFill>
              <a:srgbClr val="DDDDDD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36" name="Freeform 10"/>
            <p:cNvSpPr/>
            <p:nvPr/>
          </p:nvSpPr>
          <p:spPr>
            <a:xfrm>
              <a:off x="7213624" y="1"/>
              <a:ext cx="1948149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600" fill="norm" stroke="1" extrusionOk="0">
                  <a:moveTo>
                    <a:pt x="0" y="0"/>
                  </a:moveTo>
                  <a:lnTo>
                    <a:pt x="13316" y="21600"/>
                  </a:lnTo>
                  <a:lnTo>
                    <a:pt x="21569" y="21600"/>
                  </a:lnTo>
                  <a:cubicBezTo>
                    <a:pt x="21537" y="14400"/>
                    <a:pt x="21600" y="7200"/>
                    <a:pt x="215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DDDDD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37" name="Freeform 11"/>
            <p:cNvSpPr/>
            <p:nvPr/>
          </p:nvSpPr>
          <p:spPr>
            <a:xfrm>
              <a:off x="6646362" y="3928533"/>
              <a:ext cx="2513566" cy="29379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544" y="0"/>
                  </a:lnTo>
                  <a:cubicBezTo>
                    <a:pt x="21563" y="7200"/>
                    <a:pt x="21581" y="1440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B2B2B2">
                <a:alpha val="7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38" name="Freeform 12"/>
            <p:cNvSpPr/>
            <p:nvPr/>
          </p:nvSpPr>
          <p:spPr>
            <a:xfrm>
              <a:off x="7018895" y="1"/>
              <a:ext cx="2142877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716" y="21600"/>
                  </a:lnTo>
                  <a:lnTo>
                    <a:pt x="21600" y="21573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68686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39" name="Freeform 13"/>
            <p:cNvSpPr/>
            <p:nvPr/>
          </p:nvSpPr>
          <p:spPr>
            <a:xfrm>
              <a:off x="8304242" y="1"/>
              <a:ext cx="857531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53" y="0"/>
                  </a:moveTo>
                  <a:lnTo>
                    <a:pt x="0" y="21600"/>
                  </a:lnTo>
                  <a:lnTo>
                    <a:pt x="21600" y="21600"/>
                  </a:lnTo>
                  <a:cubicBezTo>
                    <a:pt x="21553" y="14400"/>
                    <a:pt x="21505" y="7200"/>
                    <a:pt x="21458" y="0"/>
                  </a:cubicBezTo>
                  <a:lnTo>
                    <a:pt x="17053" y="0"/>
                  </a:lnTo>
                  <a:close/>
                </a:path>
              </a:pathLst>
            </a:custGeom>
            <a:solidFill>
              <a:srgbClr val="EBEBEB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40" name="Freeform 14"/>
            <p:cNvSpPr/>
            <p:nvPr/>
          </p:nvSpPr>
          <p:spPr>
            <a:xfrm>
              <a:off x="8085697" y="0"/>
              <a:ext cx="1066772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6" h="21600" fill="norm" stroke="1" extrusionOk="0">
                  <a:moveTo>
                    <a:pt x="0" y="0"/>
                  </a:moveTo>
                  <a:lnTo>
                    <a:pt x="18966" y="21600"/>
                  </a:lnTo>
                  <a:lnTo>
                    <a:pt x="21552" y="21600"/>
                  </a:lnTo>
                  <a:cubicBezTo>
                    <a:pt x="21600" y="14391"/>
                    <a:pt x="21217" y="7209"/>
                    <a:pt x="2126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DDDDD">
                <a:alpha val="64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41" name="Freeform 15"/>
            <p:cNvSpPr/>
            <p:nvPr/>
          </p:nvSpPr>
          <p:spPr>
            <a:xfrm>
              <a:off x="8068763" y="4902200"/>
              <a:ext cx="1094087" cy="1964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500" y="0"/>
                  </a:lnTo>
                  <a:cubicBezTo>
                    <a:pt x="21533" y="7181"/>
                    <a:pt x="21567" y="14363"/>
                    <a:pt x="21600" y="21544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DDDDDD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</p:grpSp>
      <p:sp>
        <p:nvSpPr>
          <p:cNvPr id="143" name="Title Text"/>
          <p:cNvSpPr txBox="1"/>
          <p:nvPr>
            <p:ph type="title"/>
          </p:nvPr>
        </p:nvSpPr>
        <p:spPr>
          <a:xfrm>
            <a:off x="609598" y="2700868"/>
            <a:ext cx="6347715" cy="1826582"/>
          </a:xfrm>
          <a:prstGeom prst="rect">
            <a:avLst/>
          </a:prstGeom>
        </p:spPr>
        <p:txBody>
          <a:bodyPr anchor="b"/>
          <a:lstStyle>
            <a:lvl1pPr defTabSz="457200">
              <a:lnSpc>
                <a:spcPct val="100000"/>
              </a:lnSpc>
              <a:defRPr sz="4000">
                <a:solidFill>
                  <a:srgbClr val="DDDDD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44" name="Body Level One…"/>
          <p:cNvSpPr txBox="1"/>
          <p:nvPr>
            <p:ph type="body" sz="quarter" idx="1"/>
          </p:nvPr>
        </p:nvSpPr>
        <p:spPr>
          <a:xfrm>
            <a:off x="609598" y="4527448"/>
            <a:ext cx="6347715" cy="860401"/>
          </a:xfrm>
          <a:prstGeom prst="rect">
            <a:avLst/>
          </a:prstGeom>
        </p:spPr>
        <p:txBody>
          <a:bodyPr/>
          <a:lstStyle>
            <a:lvl1pPr marL="0" indent="0" defTabSz="457200">
              <a:lnSpc>
                <a:spcPct val="100000"/>
              </a:lnSpc>
              <a:buSzTx/>
              <a:buFontTx/>
              <a:buNone/>
              <a:defRPr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indent="457200" defTabSz="457200">
              <a:lnSpc>
                <a:spcPct val="100000"/>
              </a:lnSpc>
              <a:buSzTx/>
              <a:buFontTx/>
              <a:buNone/>
              <a:defRPr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indent="914400" defTabSz="457200">
              <a:lnSpc>
                <a:spcPct val="100000"/>
              </a:lnSpc>
              <a:buSzTx/>
              <a:buFontTx/>
              <a:buNone/>
              <a:defRPr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indent="1371600" defTabSz="457200">
              <a:lnSpc>
                <a:spcPct val="100000"/>
              </a:lnSpc>
              <a:buSzTx/>
              <a:buFontTx/>
              <a:buNone/>
              <a:defRPr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indent="1828800" defTabSz="457200">
              <a:lnSpc>
                <a:spcPct val="100000"/>
              </a:lnSpc>
              <a:buSzTx/>
              <a:buFontTx/>
              <a:buNone/>
              <a:defRPr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5" name="Slide Number"/>
          <p:cNvSpPr txBox="1"/>
          <p:nvPr>
            <p:ph type="sldNum" sz="quarter" idx="2"/>
          </p:nvPr>
        </p:nvSpPr>
        <p:spPr>
          <a:xfrm>
            <a:off x="6733292" y="6114705"/>
            <a:ext cx="224023" cy="21844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DDDDD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roup 16"/>
          <p:cNvGrpSpPr/>
          <p:nvPr/>
        </p:nvGrpSpPr>
        <p:grpSpPr>
          <a:xfrm>
            <a:off x="-8467" y="-8468"/>
            <a:ext cx="9169805" cy="6874935"/>
            <a:chOff x="0" y="0"/>
            <a:chExt cx="9169804" cy="6874934"/>
          </a:xfrm>
        </p:grpSpPr>
        <p:sp>
          <p:nvSpPr>
            <p:cNvPr id="152" name="Straight Connector 6"/>
            <p:cNvSpPr/>
            <p:nvPr/>
          </p:nvSpPr>
          <p:spPr>
            <a:xfrm flipV="1">
              <a:off x="5139296" y="4184073"/>
              <a:ext cx="4022475" cy="2682396"/>
            </a:xfrm>
            <a:prstGeom prst="line">
              <a:avLst/>
            </a:prstGeom>
            <a:noFill/>
            <a:ln w="9525" cap="rnd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3" name="Straight Connector 7"/>
            <p:cNvSpPr/>
            <p:nvPr/>
          </p:nvSpPr>
          <p:spPr>
            <a:xfrm>
              <a:off x="7051173" y="8468"/>
              <a:ext cx="1219200" cy="6858000"/>
            </a:xfrm>
            <a:prstGeom prst="line">
              <a:avLst/>
            </a:prstGeom>
            <a:noFill/>
            <a:ln w="9525" cap="rnd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4" name="Freeform 8"/>
            <p:cNvSpPr/>
            <p:nvPr/>
          </p:nvSpPr>
          <p:spPr>
            <a:xfrm>
              <a:off x="0" y="4021667"/>
              <a:ext cx="457201" cy="2853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21600"/>
                  </a:lnTo>
                  <a:lnTo>
                    <a:pt x="0" y="21536"/>
                  </a:lnTo>
                  <a:cubicBezTo>
                    <a:pt x="133" y="14421"/>
                    <a:pt x="267" y="7307"/>
                    <a:pt x="0" y="0"/>
                  </a:cubicBezTo>
                  <a:close/>
                </a:path>
              </a:pathLst>
            </a:custGeom>
            <a:solidFill>
              <a:srgbClr val="DDDDDD">
                <a:alpha val="8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55" name="Freeform 9"/>
            <p:cNvSpPr/>
            <p:nvPr/>
          </p:nvSpPr>
          <p:spPr>
            <a:xfrm>
              <a:off x="6900362" y="8469"/>
              <a:ext cx="2269443" cy="68664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7" h="21600" fill="norm" stroke="1" extrusionOk="0">
                  <a:moveTo>
                    <a:pt x="19239" y="0"/>
                  </a:moveTo>
                  <a:lnTo>
                    <a:pt x="0" y="21573"/>
                  </a:lnTo>
                  <a:lnTo>
                    <a:pt x="21573" y="21600"/>
                  </a:lnTo>
                  <a:cubicBezTo>
                    <a:pt x="21600" y="14409"/>
                    <a:pt x="21466" y="7218"/>
                    <a:pt x="21493" y="27"/>
                  </a:cubicBezTo>
                  <a:lnTo>
                    <a:pt x="19239" y="0"/>
                  </a:lnTo>
                  <a:close/>
                </a:path>
              </a:pathLst>
            </a:custGeom>
            <a:solidFill>
              <a:srgbClr val="DDDDDD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56" name="Freeform 10"/>
            <p:cNvSpPr/>
            <p:nvPr/>
          </p:nvSpPr>
          <p:spPr>
            <a:xfrm>
              <a:off x="7213624" y="1"/>
              <a:ext cx="1948149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600" fill="norm" stroke="1" extrusionOk="0">
                  <a:moveTo>
                    <a:pt x="0" y="0"/>
                  </a:moveTo>
                  <a:lnTo>
                    <a:pt x="13316" y="21600"/>
                  </a:lnTo>
                  <a:lnTo>
                    <a:pt x="21569" y="21600"/>
                  </a:lnTo>
                  <a:cubicBezTo>
                    <a:pt x="21537" y="14400"/>
                    <a:pt x="21600" y="7200"/>
                    <a:pt x="215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DDDDD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57" name="Freeform 11"/>
            <p:cNvSpPr/>
            <p:nvPr/>
          </p:nvSpPr>
          <p:spPr>
            <a:xfrm>
              <a:off x="6646362" y="3928533"/>
              <a:ext cx="2513566" cy="29379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544" y="0"/>
                  </a:lnTo>
                  <a:cubicBezTo>
                    <a:pt x="21563" y="7200"/>
                    <a:pt x="21581" y="1440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B2B2B2">
                <a:alpha val="7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58" name="Freeform 12"/>
            <p:cNvSpPr/>
            <p:nvPr/>
          </p:nvSpPr>
          <p:spPr>
            <a:xfrm>
              <a:off x="7018895" y="1"/>
              <a:ext cx="2142877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716" y="21600"/>
                  </a:lnTo>
                  <a:lnTo>
                    <a:pt x="21600" y="21573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68686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59" name="Freeform 13"/>
            <p:cNvSpPr/>
            <p:nvPr/>
          </p:nvSpPr>
          <p:spPr>
            <a:xfrm>
              <a:off x="8304242" y="1"/>
              <a:ext cx="857531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53" y="0"/>
                  </a:moveTo>
                  <a:lnTo>
                    <a:pt x="0" y="21600"/>
                  </a:lnTo>
                  <a:lnTo>
                    <a:pt x="21600" y="21600"/>
                  </a:lnTo>
                  <a:cubicBezTo>
                    <a:pt x="21553" y="14400"/>
                    <a:pt x="21505" y="7200"/>
                    <a:pt x="21458" y="0"/>
                  </a:cubicBezTo>
                  <a:lnTo>
                    <a:pt x="17053" y="0"/>
                  </a:lnTo>
                  <a:close/>
                </a:path>
              </a:pathLst>
            </a:custGeom>
            <a:solidFill>
              <a:srgbClr val="EBEBEB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60" name="Freeform 14"/>
            <p:cNvSpPr/>
            <p:nvPr/>
          </p:nvSpPr>
          <p:spPr>
            <a:xfrm>
              <a:off x="8085697" y="0"/>
              <a:ext cx="1066772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6" h="21600" fill="norm" stroke="1" extrusionOk="0">
                  <a:moveTo>
                    <a:pt x="0" y="0"/>
                  </a:moveTo>
                  <a:lnTo>
                    <a:pt x="18966" y="21600"/>
                  </a:lnTo>
                  <a:lnTo>
                    <a:pt x="21552" y="21600"/>
                  </a:lnTo>
                  <a:cubicBezTo>
                    <a:pt x="21600" y="14391"/>
                    <a:pt x="21217" y="7209"/>
                    <a:pt x="2126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DDDDD">
                <a:alpha val="64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61" name="Freeform 15"/>
            <p:cNvSpPr/>
            <p:nvPr/>
          </p:nvSpPr>
          <p:spPr>
            <a:xfrm>
              <a:off x="8068763" y="4902200"/>
              <a:ext cx="1094087" cy="1964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500" y="0"/>
                  </a:lnTo>
                  <a:cubicBezTo>
                    <a:pt x="21533" y="7181"/>
                    <a:pt x="21567" y="14363"/>
                    <a:pt x="21600" y="21544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DDDDDD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</p:grpSp>
      <p:sp>
        <p:nvSpPr>
          <p:cNvPr id="163" name="Title Text"/>
          <p:cNvSpPr txBox="1"/>
          <p:nvPr>
            <p:ph type="title"/>
          </p:nvPr>
        </p:nvSpPr>
        <p:spPr>
          <a:xfrm>
            <a:off x="609600" y="609600"/>
            <a:ext cx="6347715" cy="1320800"/>
          </a:xfrm>
          <a:prstGeom prst="rect">
            <a:avLst/>
          </a:prstGeom>
        </p:spPr>
        <p:txBody>
          <a:bodyPr anchor="t"/>
          <a:lstStyle>
            <a:lvl1pPr defTabSz="457200">
              <a:lnSpc>
                <a:spcPct val="100000"/>
              </a:lnSpc>
              <a:defRPr sz="3600">
                <a:solidFill>
                  <a:srgbClr val="DDDDD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64" name="Body Level One…"/>
          <p:cNvSpPr txBox="1"/>
          <p:nvPr>
            <p:ph type="body" sz="quarter" idx="1"/>
          </p:nvPr>
        </p:nvSpPr>
        <p:spPr>
          <a:xfrm>
            <a:off x="609600" y="2160589"/>
            <a:ext cx="3088109" cy="3880773"/>
          </a:xfrm>
          <a:prstGeom prst="rect">
            <a:avLst/>
          </a:prstGeom>
        </p:spPr>
        <p:txBody>
          <a:bodyPr/>
          <a:lstStyle>
            <a:lvl1pPr marL="342900" indent="-342900" defTabSz="457200">
              <a:lnSpc>
                <a:spcPct val="100000"/>
              </a:lnSpc>
              <a:buClr>
                <a:srgbClr val="DDDDDD"/>
              </a:buClr>
              <a:buSzPct val="80000"/>
              <a:buFontTx/>
              <a:buChar char=""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778668" indent="-321468" defTabSz="457200">
              <a:lnSpc>
                <a:spcPct val="100000"/>
              </a:lnSpc>
              <a:buClr>
                <a:srgbClr val="DDDDDD"/>
              </a:buClr>
              <a:buSzPct val="80000"/>
              <a:buFontTx/>
              <a:buChar char=""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208314" indent="-293914" defTabSz="457200">
              <a:lnSpc>
                <a:spcPct val="100000"/>
              </a:lnSpc>
              <a:buClr>
                <a:srgbClr val="DDDDDD"/>
              </a:buClr>
              <a:buSzPct val="80000"/>
              <a:buFontTx/>
              <a:buChar char=""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714500" indent="-342900" defTabSz="457200">
              <a:lnSpc>
                <a:spcPct val="100000"/>
              </a:lnSpc>
              <a:buClr>
                <a:srgbClr val="DDDDDD"/>
              </a:buClr>
              <a:buSzPct val="80000"/>
              <a:buFontTx/>
              <a:buChar char=""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171700" indent="-342900" defTabSz="457200">
              <a:lnSpc>
                <a:spcPct val="100000"/>
              </a:lnSpc>
              <a:buClr>
                <a:srgbClr val="DDDDDD"/>
              </a:buClr>
              <a:buSzPct val="80000"/>
              <a:buFontTx/>
              <a:buChar char=""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5" name="Slide Number"/>
          <p:cNvSpPr txBox="1"/>
          <p:nvPr>
            <p:ph type="sldNum" sz="quarter" idx="2"/>
          </p:nvPr>
        </p:nvSpPr>
        <p:spPr>
          <a:xfrm>
            <a:off x="6733292" y="6114705"/>
            <a:ext cx="224023" cy="21844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DDDDD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roup 16"/>
          <p:cNvGrpSpPr/>
          <p:nvPr/>
        </p:nvGrpSpPr>
        <p:grpSpPr>
          <a:xfrm>
            <a:off x="-8467" y="-8468"/>
            <a:ext cx="9169805" cy="6874935"/>
            <a:chOff x="0" y="0"/>
            <a:chExt cx="9169804" cy="6874934"/>
          </a:xfrm>
        </p:grpSpPr>
        <p:sp>
          <p:nvSpPr>
            <p:cNvPr id="172" name="Straight Connector 6"/>
            <p:cNvSpPr/>
            <p:nvPr/>
          </p:nvSpPr>
          <p:spPr>
            <a:xfrm flipV="1">
              <a:off x="5139296" y="4184073"/>
              <a:ext cx="4022475" cy="2682396"/>
            </a:xfrm>
            <a:prstGeom prst="line">
              <a:avLst/>
            </a:prstGeom>
            <a:noFill/>
            <a:ln w="9525" cap="rnd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3" name="Straight Connector 7"/>
            <p:cNvSpPr/>
            <p:nvPr/>
          </p:nvSpPr>
          <p:spPr>
            <a:xfrm>
              <a:off x="7051173" y="8468"/>
              <a:ext cx="1219200" cy="6858000"/>
            </a:xfrm>
            <a:prstGeom prst="line">
              <a:avLst/>
            </a:prstGeom>
            <a:noFill/>
            <a:ln w="9525" cap="rnd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4" name="Freeform 8"/>
            <p:cNvSpPr/>
            <p:nvPr/>
          </p:nvSpPr>
          <p:spPr>
            <a:xfrm>
              <a:off x="0" y="4021667"/>
              <a:ext cx="457201" cy="2853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21600"/>
                  </a:lnTo>
                  <a:lnTo>
                    <a:pt x="0" y="21536"/>
                  </a:lnTo>
                  <a:cubicBezTo>
                    <a:pt x="133" y="14421"/>
                    <a:pt x="267" y="7307"/>
                    <a:pt x="0" y="0"/>
                  </a:cubicBezTo>
                  <a:close/>
                </a:path>
              </a:pathLst>
            </a:custGeom>
            <a:solidFill>
              <a:srgbClr val="DDDDDD">
                <a:alpha val="8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75" name="Freeform 9"/>
            <p:cNvSpPr/>
            <p:nvPr/>
          </p:nvSpPr>
          <p:spPr>
            <a:xfrm>
              <a:off x="6900362" y="8469"/>
              <a:ext cx="2269443" cy="68664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7" h="21600" fill="norm" stroke="1" extrusionOk="0">
                  <a:moveTo>
                    <a:pt x="19239" y="0"/>
                  </a:moveTo>
                  <a:lnTo>
                    <a:pt x="0" y="21573"/>
                  </a:lnTo>
                  <a:lnTo>
                    <a:pt x="21573" y="21600"/>
                  </a:lnTo>
                  <a:cubicBezTo>
                    <a:pt x="21600" y="14409"/>
                    <a:pt x="21466" y="7218"/>
                    <a:pt x="21493" y="27"/>
                  </a:cubicBezTo>
                  <a:lnTo>
                    <a:pt x="19239" y="0"/>
                  </a:lnTo>
                  <a:close/>
                </a:path>
              </a:pathLst>
            </a:custGeom>
            <a:solidFill>
              <a:srgbClr val="DDDDDD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76" name="Freeform 10"/>
            <p:cNvSpPr/>
            <p:nvPr/>
          </p:nvSpPr>
          <p:spPr>
            <a:xfrm>
              <a:off x="7213624" y="1"/>
              <a:ext cx="1948149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600" fill="norm" stroke="1" extrusionOk="0">
                  <a:moveTo>
                    <a:pt x="0" y="0"/>
                  </a:moveTo>
                  <a:lnTo>
                    <a:pt x="13316" y="21600"/>
                  </a:lnTo>
                  <a:lnTo>
                    <a:pt x="21569" y="21600"/>
                  </a:lnTo>
                  <a:cubicBezTo>
                    <a:pt x="21537" y="14400"/>
                    <a:pt x="21600" y="7200"/>
                    <a:pt x="215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DDDDD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77" name="Freeform 11"/>
            <p:cNvSpPr/>
            <p:nvPr/>
          </p:nvSpPr>
          <p:spPr>
            <a:xfrm>
              <a:off x="6646362" y="3928533"/>
              <a:ext cx="2513566" cy="29379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544" y="0"/>
                  </a:lnTo>
                  <a:cubicBezTo>
                    <a:pt x="21563" y="7200"/>
                    <a:pt x="21581" y="1440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B2B2B2">
                <a:alpha val="7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78" name="Freeform 12"/>
            <p:cNvSpPr/>
            <p:nvPr/>
          </p:nvSpPr>
          <p:spPr>
            <a:xfrm>
              <a:off x="7018895" y="1"/>
              <a:ext cx="2142877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716" y="21600"/>
                  </a:lnTo>
                  <a:lnTo>
                    <a:pt x="21600" y="21573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68686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79" name="Freeform 13"/>
            <p:cNvSpPr/>
            <p:nvPr/>
          </p:nvSpPr>
          <p:spPr>
            <a:xfrm>
              <a:off x="8304242" y="1"/>
              <a:ext cx="857531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53" y="0"/>
                  </a:moveTo>
                  <a:lnTo>
                    <a:pt x="0" y="21600"/>
                  </a:lnTo>
                  <a:lnTo>
                    <a:pt x="21600" y="21600"/>
                  </a:lnTo>
                  <a:cubicBezTo>
                    <a:pt x="21553" y="14400"/>
                    <a:pt x="21505" y="7200"/>
                    <a:pt x="21458" y="0"/>
                  </a:cubicBezTo>
                  <a:lnTo>
                    <a:pt x="17053" y="0"/>
                  </a:lnTo>
                  <a:close/>
                </a:path>
              </a:pathLst>
            </a:custGeom>
            <a:solidFill>
              <a:srgbClr val="EBEBEB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80" name="Freeform 14"/>
            <p:cNvSpPr/>
            <p:nvPr/>
          </p:nvSpPr>
          <p:spPr>
            <a:xfrm>
              <a:off x="8085697" y="0"/>
              <a:ext cx="1066772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6" h="21600" fill="norm" stroke="1" extrusionOk="0">
                  <a:moveTo>
                    <a:pt x="0" y="0"/>
                  </a:moveTo>
                  <a:lnTo>
                    <a:pt x="18966" y="21600"/>
                  </a:lnTo>
                  <a:lnTo>
                    <a:pt x="21552" y="21600"/>
                  </a:lnTo>
                  <a:cubicBezTo>
                    <a:pt x="21600" y="14391"/>
                    <a:pt x="21217" y="7209"/>
                    <a:pt x="2126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DDDDD">
                <a:alpha val="64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81" name="Freeform 15"/>
            <p:cNvSpPr/>
            <p:nvPr/>
          </p:nvSpPr>
          <p:spPr>
            <a:xfrm>
              <a:off x="8068763" y="4902200"/>
              <a:ext cx="1094087" cy="1964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500" y="0"/>
                  </a:lnTo>
                  <a:cubicBezTo>
                    <a:pt x="21533" y="7181"/>
                    <a:pt x="21567" y="14363"/>
                    <a:pt x="21600" y="21544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DDDDDD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</p:grpSp>
      <p:sp>
        <p:nvSpPr>
          <p:cNvPr id="183" name="Title Text"/>
          <p:cNvSpPr txBox="1"/>
          <p:nvPr>
            <p:ph type="title"/>
          </p:nvPr>
        </p:nvSpPr>
        <p:spPr>
          <a:xfrm>
            <a:off x="609598" y="609600"/>
            <a:ext cx="6347714" cy="1320800"/>
          </a:xfrm>
          <a:prstGeom prst="rect">
            <a:avLst/>
          </a:prstGeom>
        </p:spPr>
        <p:txBody>
          <a:bodyPr anchor="t"/>
          <a:lstStyle>
            <a:lvl1pPr defTabSz="457200">
              <a:lnSpc>
                <a:spcPct val="100000"/>
              </a:lnSpc>
              <a:defRPr sz="3600">
                <a:solidFill>
                  <a:srgbClr val="DDDDD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84" name="Body Level One…"/>
          <p:cNvSpPr txBox="1"/>
          <p:nvPr>
            <p:ph type="body" sz="quarter" idx="1"/>
          </p:nvPr>
        </p:nvSpPr>
        <p:spPr>
          <a:xfrm>
            <a:off x="609598" y="2160983"/>
            <a:ext cx="3090673" cy="576263"/>
          </a:xfrm>
          <a:prstGeom prst="rect">
            <a:avLst/>
          </a:prstGeom>
        </p:spPr>
        <p:txBody>
          <a:bodyPr anchor="b"/>
          <a:lstStyle>
            <a:lvl1pPr marL="0" indent="0" defTabSz="457200">
              <a:lnSpc>
                <a:spcPct val="100000"/>
              </a:lnSpc>
              <a:buSzTx/>
              <a:buFontTx/>
              <a:buNone/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indent="457200" defTabSz="457200">
              <a:lnSpc>
                <a:spcPct val="100000"/>
              </a:lnSpc>
              <a:buSzTx/>
              <a:buFontTx/>
              <a:buNone/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indent="914400" defTabSz="457200">
              <a:lnSpc>
                <a:spcPct val="100000"/>
              </a:lnSpc>
              <a:buSzTx/>
              <a:buFontTx/>
              <a:buNone/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indent="1371600" defTabSz="457200">
              <a:lnSpc>
                <a:spcPct val="100000"/>
              </a:lnSpc>
              <a:buSzTx/>
              <a:buFontTx/>
              <a:buNone/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indent="1828800" defTabSz="457200">
              <a:lnSpc>
                <a:spcPct val="100000"/>
              </a:lnSpc>
              <a:buSzTx/>
              <a:buFontTx/>
              <a:buNone/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5" name="Text Placeholder 4"/>
          <p:cNvSpPr/>
          <p:nvPr>
            <p:ph type="body" sz="quarter" idx="21"/>
          </p:nvPr>
        </p:nvSpPr>
        <p:spPr>
          <a:xfrm>
            <a:off x="3866639" y="2160983"/>
            <a:ext cx="3090673" cy="576263"/>
          </a:xfrm>
          <a:prstGeom prst="rect">
            <a:avLst/>
          </a:prstGeom>
        </p:spPr>
        <p:txBody>
          <a:bodyPr anchor="b"/>
          <a:lstStyle/>
          <a:p>
            <a:pPr marL="0" indent="0" defTabSz="457200">
              <a:lnSpc>
                <a:spcPct val="100000"/>
              </a:lnSpc>
              <a:buSzTx/>
              <a:buFontTx/>
              <a:buNone/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186" name="Slide Number"/>
          <p:cNvSpPr txBox="1"/>
          <p:nvPr>
            <p:ph type="sldNum" sz="quarter" idx="2"/>
          </p:nvPr>
        </p:nvSpPr>
        <p:spPr>
          <a:xfrm>
            <a:off x="6733292" y="6114705"/>
            <a:ext cx="224023" cy="21844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DDDDD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roup 16"/>
          <p:cNvGrpSpPr/>
          <p:nvPr/>
        </p:nvGrpSpPr>
        <p:grpSpPr>
          <a:xfrm>
            <a:off x="-8467" y="-8468"/>
            <a:ext cx="9169805" cy="6874935"/>
            <a:chOff x="0" y="0"/>
            <a:chExt cx="9169804" cy="6874934"/>
          </a:xfrm>
        </p:grpSpPr>
        <p:sp>
          <p:nvSpPr>
            <p:cNvPr id="193" name="Straight Connector 6"/>
            <p:cNvSpPr/>
            <p:nvPr/>
          </p:nvSpPr>
          <p:spPr>
            <a:xfrm flipV="1">
              <a:off x="5139296" y="4184073"/>
              <a:ext cx="4022475" cy="2682396"/>
            </a:xfrm>
            <a:prstGeom prst="line">
              <a:avLst/>
            </a:prstGeom>
            <a:noFill/>
            <a:ln w="9525" cap="rnd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4" name="Straight Connector 7"/>
            <p:cNvSpPr/>
            <p:nvPr/>
          </p:nvSpPr>
          <p:spPr>
            <a:xfrm>
              <a:off x="7051173" y="8468"/>
              <a:ext cx="1219200" cy="6858000"/>
            </a:xfrm>
            <a:prstGeom prst="line">
              <a:avLst/>
            </a:prstGeom>
            <a:noFill/>
            <a:ln w="9525" cap="rnd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5" name="Freeform 8"/>
            <p:cNvSpPr/>
            <p:nvPr/>
          </p:nvSpPr>
          <p:spPr>
            <a:xfrm>
              <a:off x="0" y="4021667"/>
              <a:ext cx="457201" cy="2853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21600"/>
                  </a:lnTo>
                  <a:lnTo>
                    <a:pt x="0" y="21536"/>
                  </a:lnTo>
                  <a:cubicBezTo>
                    <a:pt x="133" y="14421"/>
                    <a:pt x="267" y="7307"/>
                    <a:pt x="0" y="0"/>
                  </a:cubicBezTo>
                  <a:close/>
                </a:path>
              </a:pathLst>
            </a:custGeom>
            <a:solidFill>
              <a:srgbClr val="DDDDDD">
                <a:alpha val="8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96" name="Freeform 9"/>
            <p:cNvSpPr/>
            <p:nvPr/>
          </p:nvSpPr>
          <p:spPr>
            <a:xfrm>
              <a:off x="6900362" y="8469"/>
              <a:ext cx="2269443" cy="68664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7" h="21600" fill="norm" stroke="1" extrusionOk="0">
                  <a:moveTo>
                    <a:pt x="19239" y="0"/>
                  </a:moveTo>
                  <a:lnTo>
                    <a:pt x="0" y="21573"/>
                  </a:lnTo>
                  <a:lnTo>
                    <a:pt x="21573" y="21600"/>
                  </a:lnTo>
                  <a:cubicBezTo>
                    <a:pt x="21600" y="14409"/>
                    <a:pt x="21466" y="7218"/>
                    <a:pt x="21493" y="27"/>
                  </a:cubicBezTo>
                  <a:lnTo>
                    <a:pt x="19239" y="0"/>
                  </a:lnTo>
                  <a:close/>
                </a:path>
              </a:pathLst>
            </a:custGeom>
            <a:solidFill>
              <a:srgbClr val="DDDDDD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97" name="Freeform 10"/>
            <p:cNvSpPr/>
            <p:nvPr/>
          </p:nvSpPr>
          <p:spPr>
            <a:xfrm>
              <a:off x="7213624" y="1"/>
              <a:ext cx="1948149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600" fill="norm" stroke="1" extrusionOk="0">
                  <a:moveTo>
                    <a:pt x="0" y="0"/>
                  </a:moveTo>
                  <a:lnTo>
                    <a:pt x="13316" y="21600"/>
                  </a:lnTo>
                  <a:lnTo>
                    <a:pt x="21569" y="21600"/>
                  </a:lnTo>
                  <a:cubicBezTo>
                    <a:pt x="21537" y="14400"/>
                    <a:pt x="21600" y="7200"/>
                    <a:pt x="215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DDDDD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98" name="Freeform 11"/>
            <p:cNvSpPr/>
            <p:nvPr/>
          </p:nvSpPr>
          <p:spPr>
            <a:xfrm>
              <a:off x="6646362" y="3928533"/>
              <a:ext cx="2513566" cy="29379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544" y="0"/>
                  </a:lnTo>
                  <a:cubicBezTo>
                    <a:pt x="21563" y="7200"/>
                    <a:pt x="21581" y="1440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B2B2B2">
                <a:alpha val="7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199" name="Freeform 12"/>
            <p:cNvSpPr/>
            <p:nvPr/>
          </p:nvSpPr>
          <p:spPr>
            <a:xfrm>
              <a:off x="7018895" y="1"/>
              <a:ext cx="2142877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716" y="21600"/>
                  </a:lnTo>
                  <a:lnTo>
                    <a:pt x="21600" y="21573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68686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00" name="Freeform 13"/>
            <p:cNvSpPr/>
            <p:nvPr/>
          </p:nvSpPr>
          <p:spPr>
            <a:xfrm>
              <a:off x="8304242" y="1"/>
              <a:ext cx="857531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53" y="0"/>
                  </a:moveTo>
                  <a:lnTo>
                    <a:pt x="0" y="21600"/>
                  </a:lnTo>
                  <a:lnTo>
                    <a:pt x="21600" y="21600"/>
                  </a:lnTo>
                  <a:cubicBezTo>
                    <a:pt x="21553" y="14400"/>
                    <a:pt x="21505" y="7200"/>
                    <a:pt x="21458" y="0"/>
                  </a:cubicBezTo>
                  <a:lnTo>
                    <a:pt x="17053" y="0"/>
                  </a:lnTo>
                  <a:close/>
                </a:path>
              </a:pathLst>
            </a:custGeom>
            <a:solidFill>
              <a:srgbClr val="EBEBEB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01" name="Freeform 14"/>
            <p:cNvSpPr/>
            <p:nvPr/>
          </p:nvSpPr>
          <p:spPr>
            <a:xfrm>
              <a:off x="8085697" y="0"/>
              <a:ext cx="1066772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6" h="21600" fill="norm" stroke="1" extrusionOk="0">
                  <a:moveTo>
                    <a:pt x="0" y="0"/>
                  </a:moveTo>
                  <a:lnTo>
                    <a:pt x="18966" y="21600"/>
                  </a:lnTo>
                  <a:lnTo>
                    <a:pt x="21552" y="21600"/>
                  </a:lnTo>
                  <a:cubicBezTo>
                    <a:pt x="21600" y="14391"/>
                    <a:pt x="21217" y="7209"/>
                    <a:pt x="2126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DDDDD">
                <a:alpha val="64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02" name="Freeform 15"/>
            <p:cNvSpPr/>
            <p:nvPr/>
          </p:nvSpPr>
          <p:spPr>
            <a:xfrm>
              <a:off x="8068763" y="4902200"/>
              <a:ext cx="1094087" cy="1964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500" y="0"/>
                  </a:lnTo>
                  <a:cubicBezTo>
                    <a:pt x="21533" y="7181"/>
                    <a:pt x="21567" y="14363"/>
                    <a:pt x="21600" y="21544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DDDDDD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</p:grpSp>
      <p:sp>
        <p:nvSpPr>
          <p:cNvPr id="204" name="Title Text"/>
          <p:cNvSpPr txBox="1"/>
          <p:nvPr>
            <p:ph type="title"/>
          </p:nvPr>
        </p:nvSpPr>
        <p:spPr>
          <a:xfrm>
            <a:off x="609598" y="609600"/>
            <a:ext cx="6347716" cy="1320800"/>
          </a:xfrm>
          <a:prstGeom prst="rect">
            <a:avLst/>
          </a:prstGeom>
        </p:spPr>
        <p:txBody>
          <a:bodyPr anchor="t"/>
          <a:lstStyle>
            <a:lvl1pPr defTabSz="457200">
              <a:lnSpc>
                <a:spcPct val="100000"/>
              </a:lnSpc>
              <a:defRPr sz="3600">
                <a:solidFill>
                  <a:srgbClr val="DDDDD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05" name="Slide Number"/>
          <p:cNvSpPr txBox="1"/>
          <p:nvPr>
            <p:ph type="sldNum" sz="quarter" idx="2"/>
          </p:nvPr>
        </p:nvSpPr>
        <p:spPr>
          <a:xfrm>
            <a:off x="6733292" y="6114705"/>
            <a:ext cx="224023" cy="21844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DDDDD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roup 16"/>
          <p:cNvGrpSpPr/>
          <p:nvPr/>
        </p:nvGrpSpPr>
        <p:grpSpPr>
          <a:xfrm>
            <a:off x="-8467" y="-8468"/>
            <a:ext cx="9169805" cy="6874935"/>
            <a:chOff x="0" y="0"/>
            <a:chExt cx="9169804" cy="6874934"/>
          </a:xfrm>
        </p:grpSpPr>
        <p:sp>
          <p:nvSpPr>
            <p:cNvPr id="212" name="Straight Connector 6"/>
            <p:cNvSpPr/>
            <p:nvPr/>
          </p:nvSpPr>
          <p:spPr>
            <a:xfrm flipV="1">
              <a:off x="5139296" y="4184073"/>
              <a:ext cx="4022475" cy="2682396"/>
            </a:xfrm>
            <a:prstGeom prst="line">
              <a:avLst/>
            </a:prstGeom>
            <a:noFill/>
            <a:ln w="9525" cap="rnd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13" name="Straight Connector 7"/>
            <p:cNvSpPr/>
            <p:nvPr/>
          </p:nvSpPr>
          <p:spPr>
            <a:xfrm>
              <a:off x="7051173" y="8468"/>
              <a:ext cx="1219200" cy="6858000"/>
            </a:xfrm>
            <a:prstGeom prst="line">
              <a:avLst/>
            </a:prstGeom>
            <a:noFill/>
            <a:ln w="9525" cap="rnd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14" name="Freeform 8"/>
            <p:cNvSpPr/>
            <p:nvPr/>
          </p:nvSpPr>
          <p:spPr>
            <a:xfrm>
              <a:off x="0" y="4021667"/>
              <a:ext cx="457201" cy="2853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21600"/>
                  </a:lnTo>
                  <a:lnTo>
                    <a:pt x="0" y="21536"/>
                  </a:lnTo>
                  <a:cubicBezTo>
                    <a:pt x="133" y="14421"/>
                    <a:pt x="267" y="7307"/>
                    <a:pt x="0" y="0"/>
                  </a:cubicBezTo>
                  <a:close/>
                </a:path>
              </a:pathLst>
            </a:custGeom>
            <a:solidFill>
              <a:srgbClr val="DDDDDD">
                <a:alpha val="8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15" name="Freeform 9"/>
            <p:cNvSpPr/>
            <p:nvPr/>
          </p:nvSpPr>
          <p:spPr>
            <a:xfrm>
              <a:off x="6900362" y="8469"/>
              <a:ext cx="2269443" cy="68664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7" h="21600" fill="norm" stroke="1" extrusionOk="0">
                  <a:moveTo>
                    <a:pt x="19239" y="0"/>
                  </a:moveTo>
                  <a:lnTo>
                    <a:pt x="0" y="21573"/>
                  </a:lnTo>
                  <a:lnTo>
                    <a:pt x="21573" y="21600"/>
                  </a:lnTo>
                  <a:cubicBezTo>
                    <a:pt x="21600" y="14409"/>
                    <a:pt x="21466" y="7218"/>
                    <a:pt x="21493" y="27"/>
                  </a:cubicBezTo>
                  <a:lnTo>
                    <a:pt x="19239" y="0"/>
                  </a:lnTo>
                  <a:close/>
                </a:path>
              </a:pathLst>
            </a:custGeom>
            <a:solidFill>
              <a:srgbClr val="DDDDDD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16" name="Freeform 10"/>
            <p:cNvSpPr/>
            <p:nvPr/>
          </p:nvSpPr>
          <p:spPr>
            <a:xfrm>
              <a:off x="7213624" y="1"/>
              <a:ext cx="1948149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600" fill="norm" stroke="1" extrusionOk="0">
                  <a:moveTo>
                    <a:pt x="0" y="0"/>
                  </a:moveTo>
                  <a:lnTo>
                    <a:pt x="13316" y="21600"/>
                  </a:lnTo>
                  <a:lnTo>
                    <a:pt x="21569" y="21600"/>
                  </a:lnTo>
                  <a:cubicBezTo>
                    <a:pt x="21537" y="14400"/>
                    <a:pt x="21600" y="7200"/>
                    <a:pt x="215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DDDDD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17" name="Freeform 11"/>
            <p:cNvSpPr/>
            <p:nvPr/>
          </p:nvSpPr>
          <p:spPr>
            <a:xfrm>
              <a:off x="6646362" y="3928533"/>
              <a:ext cx="2513566" cy="29379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544" y="0"/>
                  </a:lnTo>
                  <a:cubicBezTo>
                    <a:pt x="21563" y="7200"/>
                    <a:pt x="21581" y="1440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B2B2B2">
                <a:alpha val="7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18" name="Freeform 12"/>
            <p:cNvSpPr/>
            <p:nvPr/>
          </p:nvSpPr>
          <p:spPr>
            <a:xfrm>
              <a:off x="7018895" y="1"/>
              <a:ext cx="2142877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716" y="21600"/>
                  </a:lnTo>
                  <a:lnTo>
                    <a:pt x="21600" y="21573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68686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19" name="Freeform 13"/>
            <p:cNvSpPr/>
            <p:nvPr/>
          </p:nvSpPr>
          <p:spPr>
            <a:xfrm>
              <a:off x="8304242" y="1"/>
              <a:ext cx="857531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53" y="0"/>
                  </a:moveTo>
                  <a:lnTo>
                    <a:pt x="0" y="21600"/>
                  </a:lnTo>
                  <a:lnTo>
                    <a:pt x="21600" y="21600"/>
                  </a:lnTo>
                  <a:cubicBezTo>
                    <a:pt x="21553" y="14400"/>
                    <a:pt x="21505" y="7200"/>
                    <a:pt x="21458" y="0"/>
                  </a:cubicBezTo>
                  <a:lnTo>
                    <a:pt x="17053" y="0"/>
                  </a:lnTo>
                  <a:close/>
                </a:path>
              </a:pathLst>
            </a:custGeom>
            <a:solidFill>
              <a:srgbClr val="EBEBEB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20" name="Freeform 14"/>
            <p:cNvSpPr/>
            <p:nvPr/>
          </p:nvSpPr>
          <p:spPr>
            <a:xfrm>
              <a:off x="8085697" y="0"/>
              <a:ext cx="1066772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6" h="21600" fill="norm" stroke="1" extrusionOk="0">
                  <a:moveTo>
                    <a:pt x="0" y="0"/>
                  </a:moveTo>
                  <a:lnTo>
                    <a:pt x="18966" y="21600"/>
                  </a:lnTo>
                  <a:lnTo>
                    <a:pt x="21552" y="21600"/>
                  </a:lnTo>
                  <a:cubicBezTo>
                    <a:pt x="21600" y="14391"/>
                    <a:pt x="21217" y="7209"/>
                    <a:pt x="2126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DDDDD">
                <a:alpha val="64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21" name="Freeform 15"/>
            <p:cNvSpPr/>
            <p:nvPr/>
          </p:nvSpPr>
          <p:spPr>
            <a:xfrm>
              <a:off x="8068763" y="4902200"/>
              <a:ext cx="1094087" cy="1964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500" y="0"/>
                  </a:lnTo>
                  <a:cubicBezTo>
                    <a:pt x="21533" y="7181"/>
                    <a:pt x="21567" y="14363"/>
                    <a:pt x="21600" y="21544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DDDDDD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</p:grpSp>
      <p:sp>
        <p:nvSpPr>
          <p:cNvPr id="223" name="Slide Number"/>
          <p:cNvSpPr txBox="1"/>
          <p:nvPr>
            <p:ph type="sldNum" sz="quarter" idx="2"/>
          </p:nvPr>
        </p:nvSpPr>
        <p:spPr>
          <a:xfrm>
            <a:off x="6733292" y="6114705"/>
            <a:ext cx="224023" cy="21844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DDDDD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roup 16"/>
          <p:cNvGrpSpPr/>
          <p:nvPr/>
        </p:nvGrpSpPr>
        <p:grpSpPr>
          <a:xfrm>
            <a:off x="-8467" y="-8468"/>
            <a:ext cx="9169805" cy="6874935"/>
            <a:chOff x="0" y="0"/>
            <a:chExt cx="9169804" cy="6874934"/>
          </a:xfrm>
        </p:grpSpPr>
        <p:sp>
          <p:nvSpPr>
            <p:cNvPr id="230" name="Straight Connector 6"/>
            <p:cNvSpPr/>
            <p:nvPr/>
          </p:nvSpPr>
          <p:spPr>
            <a:xfrm flipV="1">
              <a:off x="5139296" y="4184073"/>
              <a:ext cx="4022475" cy="2682396"/>
            </a:xfrm>
            <a:prstGeom prst="line">
              <a:avLst/>
            </a:prstGeom>
            <a:noFill/>
            <a:ln w="9525" cap="rnd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31" name="Straight Connector 7"/>
            <p:cNvSpPr/>
            <p:nvPr/>
          </p:nvSpPr>
          <p:spPr>
            <a:xfrm>
              <a:off x="7051173" y="8468"/>
              <a:ext cx="1219200" cy="6858000"/>
            </a:xfrm>
            <a:prstGeom prst="line">
              <a:avLst/>
            </a:prstGeom>
            <a:noFill/>
            <a:ln w="9525" cap="rnd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32" name="Freeform 8"/>
            <p:cNvSpPr/>
            <p:nvPr/>
          </p:nvSpPr>
          <p:spPr>
            <a:xfrm>
              <a:off x="0" y="4021667"/>
              <a:ext cx="457201" cy="2853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21600"/>
                  </a:lnTo>
                  <a:lnTo>
                    <a:pt x="0" y="21536"/>
                  </a:lnTo>
                  <a:cubicBezTo>
                    <a:pt x="133" y="14421"/>
                    <a:pt x="267" y="7307"/>
                    <a:pt x="0" y="0"/>
                  </a:cubicBezTo>
                  <a:close/>
                </a:path>
              </a:pathLst>
            </a:custGeom>
            <a:solidFill>
              <a:srgbClr val="DDDDDD">
                <a:alpha val="8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33" name="Freeform 9"/>
            <p:cNvSpPr/>
            <p:nvPr/>
          </p:nvSpPr>
          <p:spPr>
            <a:xfrm>
              <a:off x="6900362" y="8469"/>
              <a:ext cx="2269443" cy="68664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7" h="21600" fill="norm" stroke="1" extrusionOk="0">
                  <a:moveTo>
                    <a:pt x="19239" y="0"/>
                  </a:moveTo>
                  <a:lnTo>
                    <a:pt x="0" y="21573"/>
                  </a:lnTo>
                  <a:lnTo>
                    <a:pt x="21573" y="21600"/>
                  </a:lnTo>
                  <a:cubicBezTo>
                    <a:pt x="21600" y="14409"/>
                    <a:pt x="21466" y="7218"/>
                    <a:pt x="21493" y="27"/>
                  </a:cubicBezTo>
                  <a:lnTo>
                    <a:pt x="19239" y="0"/>
                  </a:lnTo>
                  <a:close/>
                </a:path>
              </a:pathLst>
            </a:custGeom>
            <a:solidFill>
              <a:srgbClr val="DDDDDD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34" name="Freeform 10"/>
            <p:cNvSpPr/>
            <p:nvPr/>
          </p:nvSpPr>
          <p:spPr>
            <a:xfrm>
              <a:off x="7213624" y="1"/>
              <a:ext cx="1948149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600" fill="norm" stroke="1" extrusionOk="0">
                  <a:moveTo>
                    <a:pt x="0" y="0"/>
                  </a:moveTo>
                  <a:lnTo>
                    <a:pt x="13316" y="21600"/>
                  </a:lnTo>
                  <a:lnTo>
                    <a:pt x="21569" y="21600"/>
                  </a:lnTo>
                  <a:cubicBezTo>
                    <a:pt x="21537" y="14400"/>
                    <a:pt x="21600" y="7200"/>
                    <a:pt x="215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DDDDD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35" name="Freeform 11"/>
            <p:cNvSpPr/>
            <p:nvPr/>
          </p:nvSpPr>
          <p:spPr>
            <a:xfrm>
              <a:off x="6646362" y="3928533"/>
              <a:ext cx="2513566" cy="29379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544" y="0"/>
                  </a:lnTo>
                  <a:cubicBezTo>
                    <a:pt x="21563" y="7200"/>
                    <a:pt x="21581" y="1440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B2B2B2">
                <a:alpha val="7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36" name="Freeform 12"/>
            <p:cNvSpPr/>
            <p:nvPr/>
          </p:nvSpPr>
          <p:spPr>
            <a:xfrm>
              <a:off x="7018895" y="1"/>
              <a:ext cx="2142877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716" y="21600"/>
                  </a:lnTo>
                  <a:lnTo>
                    <a:pt x="21600" y="21573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68686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37" name="Freeform 13"/>
            <p:cNvSpPr/>
            <p:nvPr/>
          </p:nvSpPr>
          <p:spPr>
            <a:xfrm>
              <a:off x="8304242" y="1"/>
              <a:ext cx="857531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53" y="0"/>
                  </a:moveTo>
                  <a:lnTo>
                    <a:pt x="0" y="21600"/>
                  </a:lnTo>
                  <a:lnTo>
                    <a:pt x="21600" y="21600"/>
                  </a:lnTo>
                  <a:cubicBezTo>
                    <a:pt x="21553" y="14400"/>
                    <a:pt x="21505" y="7200"/>
                    <a:pt x="21458" y="0"/>
                  </a:cubicBezTo>
                  <a:lnTo>
                    <a:pt x="17053" y="0"/>
                  </a:lnTo>
                  <a:close/>
                </a:path>
              </a:pathLst>
            </a:custGeom>
            <a:solidFill>
              <a:srgbClr val="EBEBEB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38" name="Freeform 14"/>
            <p:cNvSpPr/>
            <p:nvPr/>
          </p:nvSpPr>
          <p:spPr>
            <a:xfrm>
              <a:off x="8085697" y="0"/>
              <a:ext cx="1066772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6" h="21600" fill="norm" stroke="1" extrusionOk="0">
                  <a:moveTo>
                    <a:pt x="0" y="0"/>
                  </a:moveTo>
                  <a:lnTo>
                    <a:pt x="18966" y="21600"/>
                  </a:lnTo>
                  <a:lnTo>
                    <a:pt x="21552" y="21600"/>
                  </a:lnTo>
                  <a:cubicBezTo>
                    <a:pt x="21600" y="14391"/>
                    <a:pt x="21217" y="7209"/>
                    <a:pt x="2126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DDDDD">
                <a:alpha val="64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39" name="Freeform 15"/>
            <p:cNvSpPr/>
            <p:nvPr/>
          </p:nvSpPr>
          <p:spPr>
            <a:xfrm>
              <a:off x="8068763" y="4902200"/>
              <a:ext cx="1094087" cy="1964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500" y="0"/>
                  </a:lnTo>
                  <a:cubicBezTo>
                    <a:pt x="21533" y="7181"/>
                    <a:pt x="21567" y="14363"/>
                    <a:pt x="21600" y="21544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DDDDDD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</p:grpSp>
      <p:sp>
        <p:nvSpPr>
          <p:cNvPr id="241" name="Title Text"/>
          <p:cNvSpPr txBox="1"/>
          <p:nvPr>
            <p:ph type="title"/>
          </p:nvPr>
        </p:nvSpPr>
        <p:spPr>
          <a:xfrm>
            <a:off x="609598" y="1498603"/>
            <a:ext cx="2790183" cy="1278467"/>
          </a:xfrm>
          <a:prstGeom prst="rect">
            <a:avLst/>
          </a:prstGeom>
        </p:spPr>
        <p:txBody>
          <a:bodyPr anchor="b"/>
          <a:lstStyle>
            <a:lvl1pPr defTabSz="457200">
              <a:lnSpc>
                <a:spcPct val="100000"/>
              </a:lnSpc>
              <a:defRPr sz="2000">
                <a:solidFill>
                  <a:srgbClr val="DDDDD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42" name="Body Level One…"/>
          <p:cNvSpPr txBox="1"/>
          <p:nvPr>
            <p:ph type="body" sz="half" idx="1"/>
          </p:nvPr>
        </p:nvSpPr>
        <p:spPr>
          <a:xfrm>
            <a:off x="3571275" y="514925"/>
            <a:ext cx="3386038" cy="5526438"/>
          </a:xfrm>
          <a:prstGeom prst="rect">
            <a:avLst/>
          </a:prstGeom>
        </p:spPr>
        <p:txBody>
          <a:bodyPr/>
          <a:lstStyle>
            <a:lvl1pPr marL="342900" indent="-342900" defTabSz="457200">
              <a:lnSpc>
                <a:spcPct val="100000"/>
              </a:lnSpc>
              <a:buClr>
                <a:srgbClr val="DDDDDD"/>
              </a:buClr>
              <a:buSzPct val="80000"/>
              <a:buFontTx/>
              <a:buChar char=""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778668" indent="-321468" defTabSz="457200">
              <a:lnSpc>
                <a:spcPct val="100000"/>
              </a:lnSpc>
              <a:buClr>
                <a:srgbClr val="DDDDDD"/>
              </a:buClr>
              <a:buSzPct val="80000"/>
              <a:buFontTx/>
              <a:buChar char=""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208314" indent="-293914" defTabSz="457200">
              <a:lnSpc>
                <a:spcPct val="100000"/>
              </a:lnSpc>
              <a:buClr>
                <a:srgbClr val="DDDDDD"/>
              </a:buClr>
              <a:buSzPct val="80000"/>
              <a:buFontTx/>
              <a:buChar char=""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714500" indent="-342900" defTabSz="457200">
              <a:lnSpc>
                <a:spcPct val="100000"/>
              </a:lnSpc>
              <a:buClr>
                <a:srgbClr val="DDDDDD"/>
              </a:buClr>
              <a:buSzPct val="80000"/>
              <a:buFontTx/>
              <a:buChar char=""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171700" indent="-342900" defTabSz="457200">
              <a:lnSpc>
                <a:spcPct val="100000"/>
              </a:lnSpc>
              <a:buClr>
                <a:srgbClr val="DDDDDD"/>
              </a:buClr>
              <a:buSzPct val="80000"/>
              <a:buFontTx/>
              <a:buChar char=""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3" name="Text Placeholder 3"/>
          <p:cNvSpPr/>
          <p:nvPr>
            <p:ph type="body" sz="quarter" idx="21"/>
          </p:nvPr>
        </p:nvSpPr>
        <p:spPr>
          <a:xfrm>
            <a:off x="609598" y="2777069"/>
            <a:ext cx="2790183" cy="2584450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buSzTx/>
              <a:buFontTx/>
              <a:buNone/>
              <a:defRPr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244" name="Slide Number"/>
          <p:cNvSpPr txBox="1"/>
          <p:nvPr>
            <p:ph type="sldNum" sz="quarter" idx="2"/>
          </p:nvPr>
        </p:nvSpPr>
        <p:spPr>
          <a:xfrm>
            <a:off x="6733292" y="6114705"/>
            <a:ext cx="224023" cy="21844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DDDDD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roup 16"/>
          <p:cNvGrpSpPr/>
          <p:nvPr/>
        </p:nvGrpSpPr>
        <p:grpSpPr>
          <a:xfrm>
            <a:off x="-8467" y="-8468"/>
            <a:ext cx="9169805" cy="6874935"/>
            <a:chOff x="0" y="0"/>
            <a:chExt cx="9169804" cy="6874934"/>
          </a:xfrm>
        </p:grpSpPr>
        <p:sp>
          <p:nvSpPr>
            <p:cNvPr id="251" name="Straight Connector 6"/>
            <p:cNvSpPr/>
            <p:nvPr/>
          </p:nvSpPr>
          <p:spPr>
            <a:xfrm flipV="1">
              <a:off x="5139296" y="4184073"/>
              <a:ext cx="4022475" cy="2682396"/>
            </a:xfrm>
            <a:prstGeom prst="line">
              <a:avLst/>
            </a:prstGeom>
            <a:noFill/>
            <a:ln w="9525" cap="rnd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2" name="Straight Connector 7"/>
            <p:cNvSpPr/>
            <p:nvPr/>
          </p:nvSpPr>
          <p:spPr>
            <a:xfrm>
              <a:off x="7051173" y="8468"/>
              <a:ext cx="1219200" cy="6858000"/>
            </a:xfrm>
            <a:prstGeom prst="line">
              <a:avLst/>
            </a:prstGeom>
            <a:noFill/>
            <a:ln w="9525" cap="rnd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3" name="Freeform 8"/>
            <p:cNvSpPr/>
            <p:nvPr/>
          </p:nvSpPr>
          <p:spPr>
            <a:xfrm>
              <a:off x="0" y="4021667"/>
              <a:ext cx="457201" cy="2853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21600"/>
                  </a:lnTo>
                  <a:lnTo>
                    <a:pt x="0" y="21536"/>
                  </a:lnTo>
                  <a:cubicBezTo>
                    <a:pt x="133" y="14421"/>
                    <a:pt x="267" y="7307"/>
                    <a:pt x="0" y="0"/>
                  </a:cubicBezTo>
                  <a:close/>
                </a:path>
              </a:pathLst>
            </a:custGeom>
            <a:solidFill>
              <a:srgbClr val="DDDDDD">
                <a:alpha val="8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54" name="Freeform 9"/>
            <p:cNvSpPr/>
            <p:nvPr/>
          </p:nvSpPr>
          <p:spPr>
            <a:xfrm>
              <a:off x="6900362" y="8469"/>
              <a:ext cx="2269443" cy="68664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7" h="21600" fill="norm" stroke="1" extrusionOk="0">
                  <a:moveTo>
                    <a:pt x="19239" y="0"/>
                  </a:moveTo>
                  <a:lnTo>
                    <a:pt x="0" y="21573"/>
                  </a:lnTo>
                  <a:lnTo>
                    <a:pt x="21573" y="21600"/>
                  </a:lnTo>
                  <a:cubicBezTo>
                    <a:pt x="21600" y="14409"/>
                    <a:pt x="21466" y="7218"/>
                    <a:pt x="21493" y="27"/>
                  </a:cubicBezTo>
                  <a:lnTo>
                    <a:pt x="19239" y="0"/>
                  </a:lnTo>
                  <a:close/>
                </a:path>
              </a:pathLst>
            </a:custGeom>
            <a:solidFill>
              <a:srgbClr val="DDDDDD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55" name="Freeform 10"/>
            <p:cNvSpPr/>
            <p:nvPr/>
          </p:nvSpPr>
          <p:spPr>
            <a:xfrm>
              <a:off x="7213624" y="1"/>
              <a:ext cx="1948149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600" fill="norm" stroke="1" extrusionOk="0">
                  <a:moveTo>
                    <a:pt x="0" y="0"/>
                  </a:moveTo>
                  <a:lnTo>
                    <a:pt x="13316" y="21600"/>
                  </a:lnTo>
                  <a:lnTo>
                    <a:pt x="21569" y="21600"/>
                  </a:lnTo>
                  <a:cubicBezTo>
                    <a:pt x="21537" y="14400"/>
                    <a:pt x="21600" y="7200"/>
                    <a:pt x="215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DDDDD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56" name="Freeform 11"/>
            <p:cNvSpPr/>
            <p:nvPr/>
          </p:nvSpPr>
          <p:spPr>
            <a:xfrm>
              <a:off x="6646362" y="3928533"/>
              <a:ext cx="2513566" cy="29379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544" y="0"/>
                  </a:lnTo>
                  <a:cubicBezTo>
                    <a:pt x="21563" y="7200"/>
                    <a:pt x="21581" y="1440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B2B2B2">
                <a:alpha val="7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57" name="Freeform 12"/>
            <p:cNvSpPr/>
            <p:nvPr/>
          </p:nvSpPr>
          <p:spPr>
            <a:xfrm>
              <a:off x="7018895" y="1"/>
              <a:ext cx="2142877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716" y="21600"/>
                  </a:lnTo>
                  <a:lnTo>
                    <a:pt x="21600" y="21573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68686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58" name="Freeform 13"/>
            <p:cNvSpPr/>
            <p:nvPr/>
          </p:nvSpPr>
          <p:spPr>
            <a:xfrm>
              <a:off x="8304242" y="1"/>
              <a:ext cx="857531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53" y="0"/>
                  </a:moveTo>
                  <a:lnTo>
                    <a:pt x="0" y="21600"/>
                  </a:lnTo>
                  <a:lnTo>
                    <a:pt x="21600" y="21600"/>
                  </a:lnTo>
                  <a:cubicBezTo>
                    <a:pt x="21553" y="14400"/>
                    <a:pt x="21505" y="7200"/>
                    <a:pt x="21458" y="0"/>
                  </a:cubicBezTo>
                  <a:lnTo>
                    <a:pt x="17053" y="0"/>
                  </a:lnTo>
                  <a:close/>
                </a:path>
              </a:pathLst>
            </a:custGeom>
            <a:solidFill>
              <a:srgbClr val="EBEBEB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59" name="Freeform 14"/>
            <p:cNvSpPr/>
            <p:nvPr/>
          </p:nvSpPr>
          <p:spPr>
            <a:xfrm>
              <a:off x="8085697" y="0"/>
              <a:ext cx="1066772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6" h="21600" fill="norm" stroke="1" extrusionOk="0">
                  <a:moveTo>
                    <a:pt x="0" y="0"/>
                  </a:moveTo>
                  <a:lnTo>
                    <a:pt x="18966" y="21600"/>
                  </a:lnTo>
                  <a:lnTo>
                    <a:pt x="21552" y="21600"/>
                  </a:lnTo>
                  <a:cubicBezTo>
                    <a:pt x="21600" y="14391"/>
                    <a:pt x="21217" y="7209"/>
                    <a:pt x="2126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DDDDD">
                <a:alpha val="64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60" name="Freeform 15"/>
            <p:cNvSpPr/>
            <p:nvPr/>
          </p:nvSpPr>
          <p:spPr>
            <a:xfrm>
              <a:off x="8068763" y="4902200"/>
              <a:ext cx="1094087" cy="1964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500" y="0"/>
                  </a:lnTo>
                  <a:cubicBezTo>
                    <a:pt x="21533" y="7181"/>
                    <a:pt x="21567" y="14363"/>
                    <a:pt x="21600" y="21544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DDDDDD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</p:grpSp>
      <p:sp>
        <p:nvSpPr>
          <p:cNvPr id="262" name="Title Text"/>
          <p:cNvSpPr txBox="1"/>
          <p:nvPr>
            <p:ph type="title"/>
          </p:nvPr>
        </p:nvSpPr>
        <p:spPr>
          <a:xfrm>
            <a:off x="609598" y="4800600"/>
            <a:ext cx="6347716" cy="566738"/>
          </a:xfrm>
          <a:prstGeom prst="rect">
            <a:avLst/>
          </a:prstGeom>
        </p:spPr>
        <p:txBody>
          <a:bodyPr anchor="b"/>
          <a:lstStyle>
            <a:lvl1pPr defTabSz="457200">
              <a:lnSpc>
                <a:spcPct val="100000"/>
              </a:lnSpc>
              <a:defRPr sz="2400">
                <a:solidFill>
                  <a:srgbClr val="DDDDD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63" name="Picture Placeholder 2"/>
          <p:cNvSpPr/>
          <p:nvPr>
            <p:ph type="pic" sz="half" idx="21"/>
          </p:nvPr>
        </p:nvSpPr>
        <p:spPr>
          <a:xfrm>
            <a:off x="609598" y="609600"/>
            <a:ext cx="6347716" cy="384571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64" name="Body Level One…"/>
          <p:cNvSpPr txBox="1"/>
          <p:nvPr>
            <p:ph type="body" sz="quarter" idx="1"/>
          </p:nvPr>
        </p:nvSpPr>
        <p:spPr>
          <a:xfrm>
            <a:off x="609598" y="5367337"/>
            <a:ext cx="6347716" cy="674025"/>
          </a:xfrm>
          <a:prstGeom prst="rect">
            <a:avLst/>
          </a:prstGeom>
        </p:spPr>
        <p:txBody>
          <a:bodyPr/>
          <a:lstStyle>
            <a:lvl1pPr marL="0" indent="0" defTabSz="457200">
              <a:lnSpc>
                <a:spcPct val="100000"/>
              </a:lnSpc>
              <a:buSzTx/>
              <a:buFontTx/>
              <a:buNone/>
              <a:defRPr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indent="457200" defTabSz="457200">
              <a:lnSpc>
                <a:spcPct val="100000"/>
              </a:lnSpc>
              <a:buSzTx/>
              <a:buFontTx/>
              <a:buNone/>
              <a:defRPr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indent="914400" defTabSz="457200">
              <a:lnSpc>
                <a:spcPct val="100000"/>
              </a:lnSpc>
              <a:buSzTx/>
              <a:buFontTx/>
              <a:buNone/>
              <a:defRPr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indent="1371600" defTabSz="457200">
              <a:lnSpc>
                <a:spcPct val="100000"/>
              </a:lnSpc>
              <a:buSzTx/>
              <a:buFontTx/>
              <a:buNone/>
              <a:defRPr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indent="1828800" defTabSz="457200">
              <a:lnSpc>
                <a:spcPct val="100000"/>
              </a:lnSpc>
              <a:buSzTx/>
              <a:buFontTx/>
              <a:buNone/>
              <a:defRPr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5" name="Slide Number"/>
          <p:cNvSpPr txBox="1"/>
          <p:nvPr>
            <p:ph type="sldNum" sz="quarter" idx="2"/>
          </p:nvPr>
        </p:nvSpPr>
        <p:spPr>
          <a:xfrm>
            <a:off x="6733292" y="6114705"/>
            <a:ext cx="224023" cy="21844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DDDDD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aption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roup 16"/>
          <p:cNvGrpSpPr/>
          <p:nvPr/>
        </p:nvGrpSpPr>
        <p:grpSpPr>
          <a:xfrm>
            <a:off x="-8467" y="-8468"/>
            <a:ext cx="9169805" cy="6874935"/>
            <a:chOff x="0" y="0"/>
            <a:chExt cx="9169804" cy="6874934"/>
          </a:xfrm>
        </p:grpSpPr>
        <p:sp>
          <p:nvSpPr>
            <p:cNvPr id="272" name="Straight Connector 6"/>
            <p:cNvSpPr/>
            <p:nvPr/>
          </p:nvSpPr>
          <p:spPr>
            <a:xfrm flipV="1">
              <a:off x="5139296" y="4184073"/>
              <a:ext cx="4022475" cy="2682396"/>
            </a:xfrm>
            <a:prstGeom prst="line">
              <a:avLst/>
            </a:prstGeom>
            <a:noFill/>
            <a:ln w="9525" cap="rnd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3" name="Straight Connector 7"/>
            <p:cNvSpPr/>
            <p:nvPr/>
          </p:nvSpPr>
          <p:spPr>
            <a:xfrm>
              <a:off x="7051173" y="8468"/>
              <a:ext cx="1219200" cy="6858000"/>
            </a:xfrm>
            <a:prstGeom prst="line">
              <a:avLst/>
            </a:prstGeom>
            <a:noFill/>
            <a:ln w="9525" cap="rnd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4" name="Freeform 8"/>
            <p:cNvSpPr/>
            <p:nvPr/>
          </p:nvSpPr>
          <p:spPr>
            <a:xfrm>
              <a:off x="0" y="4021667"/>
              <a:ext cx="457201" cy="2853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21600"/>
                  </a:lnTo>
                  <a:lnTo>
                    <a:pt x="0" y="21536"/>
                  </a:lnTo>
                  <a:cubicBezTo>
                    <a:pt x="133" y="14421"/>
                    <a:pt x="267" y="7307"/>
                    <a:pt x="0" y="0"/>
                  </a:cubicBezTo>
                  <a:close/>
                </a:path>
              </a:pathLst>
            </a:custGeom>
            <a:solidFill>
              <a:srgbClr val="DDDDDD">
                <a:alpha val="8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75" name="Freeform 9"/>
            <p:cNvSpPr/>
            <p:nvPr/>
          </p:nvSpPr>
          <p:spPr>
            <a:xfrm>
              <a:off x="6900362" y="8469"/>
              <a:ext cx="2269443" cy="68664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7" h="21600" fill="norm" stroke="1" extrusionOk="0">
                  <a:moveTo>
                    <a:pt x="19239" y="0"/>
                  </a:moveTo>
                  <a:lnTo>
                    <a:pt x="0" y="21573"/>
                  </a:lnTo>
                  <a:lnTo>
                    <a:pt x="21573" y="21600"/>
                  </a:lnTo>
                  <a:cubicBezTo>
                    <a:pt x="21600" y="14409"/>
                    <a:pt x="21466" y="7218"/>
                    <a:pt x="21493" y="27"/>
                  </a:cubicBezTo>
                  <a:lnTo>
                    <a:pt x="19239" y="0"/>
                  </a:lnTo>
                  <a:close/>
                </a:path>
              </a:pathLst>
            </a:custGeom>
            <a:solidFill>
              <a:srgbClr val="DDDDDD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76" name="Freeform 10"/>
            <p:cNvSpPr/>
            <p:nvPr/>
          </p:nvSpPr>
          <p:spPr>
            <a:xfrm>
              <a:off x="7213624" y="1"/>
              <a:ext cx="1948149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600" fill="norm" stroke="1" extrusionOk="0">
                  <a:moveTo>
                    <a:pt x="0" y="0"/>
                  </a:moveTo>
                  <a:lnTo>
                    <a:pt x="13316" y="21600"/>
                  </a:lnTo>
                  <a:lnTo>
                    <a:pt x="21569" y="21600"/>
                  </a:lnTo>
                  <a:cubicBezTo>
                    <a:pt x="21537" y="14400"/>
                    <a:pt x="21600" y="7200"/>
                    <a:pt x="215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DDDDD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77" name="Freeform 11"/>
            <p:cNvSpPr/>
            <p:nvPr/>
          </p:nvSpPr>
          <p:spPr>
            <a:xfrm>
              <a:off x="6646362" y="3928533"/>
              <a:ext cx="2513566" cy="29379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544" y="0"/>
                  </a:lnTo>
                  <a:cubicBezTo>
                    <a:pt x="21563" y="7200"/>
                    <a:pt x="21581" y="1440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B2B2B2">
                <a:alpha val="7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78" name="Freeform 12"/>
            <p:cNvSpPr/>
            <p:nvPr/>
          </p:nvSpPr>
          <p:spPr>
            <a:xfrm>
              <a:off x="7018895" y="1"/>
              <a:ext cx="2142877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716" y="21600"/>
                  </a:lnTo>
                  <a:lnTo>
                    <a:pt x="21600" y="21573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68686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79" name="Freeform 13"/>
            <p:cNvSpPr/>
            <p:nvPr/>
          </p:nvSpPr>
          <p:spPr>
            <a:xfrm>
              <a:off x="8304242" y="1"/>
              <a:ext cx="857531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53" y="0"/>
                  </a:moveTo>
                  <a:lnTo>
                    <a:pt x="0" y="21600"/>
                  </a:lnTo>
                  <a:lnTo>
                    <a:pt x="21600" y="21600"/>
                  </a:lnTo>
                  <a:cubicBezTo>
                    <a:pt x="21553" y="14400"/>
                    <a:pt x="21505" y="7200"/>
                    <a:pt x="21458" y="0"/>
                  </a:cubicBezTo>
                  <a:lnTo>
                    <a:pt x="17053" y="0"/>
                  </a:lnTo>
                  <a:close/>
                </a:path>
              </a:pathLst>
            </a:custGeom>
            <a:solidFill>
              <a:srgbClr val="EBEBEB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80" name="Freeform 14"/>
            <p:cNvSpPr/>
            <p:nvPr/>
          </p:nvSpPr>
          <p:spPr>
            <a:xfrm>
              <a:off x="8085697" y="0"/>
              <a:ext cx="1066772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6" h="21600" fill="norm" stroke="1" extrusionOk="0">
                  <a:moveTo>
                    <a:pt x="0" y="0"/>
                  </a:moveTo>
                  <a:lnTo>
                    <a:pt x="18966" y="21600"/>
                  </a:lnTo>
                  <a:lnTo>
                    <a:pt x="21552" y="21600"/>
                  </a:lnTo>
                  <a:cubicBezTo>
                    <a:pt x="21600" y="14391"/>
                    <a:pt x="21217" y="7209"/>
                    <a:pt x="2126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DDDDD">
                <a:alpha val="64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81" name="Freeform 15"/>
            <p:cNvSpPr/>
            <p:nvPr/>
          </p:nvSpPr>
          <p:spPr>
            <a:xfrm>
              <a:off x="8068763" y="4902200"/>
              <a:ext cx="1094087" cy="1964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500" y="0"/>
                  </a:lnTo>
                  <a:cubicBezTo>
                    <a:pt x="21533" y="7181"/>
                    <a:pt x="21567" y="14363"/>
                    <a:pt x="21600" y="21544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DDDDDD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</p:grpSp>
      <p:sp>
        <p:nvSpPr>
          <p:cNvPr id="283" name="Title Text"/>
          <p:cNvSpPr txBox="1"/>
          <p:nvPr>
            <p:ph type="title"/>
          </p:nvPr>
        </p:nvSpPr>
        <p:spPr>
          <a:xfrm>
            <a:off x="609600" y="609600"/>
            <a:ext cx="6347715" cy="3403600"/>
          </a:xfrm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>
                <a:solidFill>
                  <a:srgbClr val="DDDDD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84" name="Body Level One…"/>
          <p:cNvSpPr txBox="1"/>
          <p:nvPr>
            <p:ph type="body" sz="quarter" idx="1"/>
          </p:nvPr>
        </p:nvSpPr>
        <p:spPr>
          <a:xfrm>
            <a:off x="609600" y="4470400"/>
            <a:ext cx="6347715" cy="1570962"/>
          </a:xfrm>
          <a:prstGeom prst="rect">
            <a:avLst/>
          </a:prstGeom>
        </p:spPr>
        <p:txBody>
          <a:bodyPr anchor="ctr"/>
          <a:lstStyle>
            <a:lvl1pPr marL="0" indent="0" defTabSz="457200">
              <a:lnSpc>
                <a:spcPct val="100000"/>
              </a:lnSpc>
              <a:buSzTx/>
              <a:buFontTx/>
              <a:buNone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indent="457200" defTabSz="457200">
              <a:lnSpc>
                <a:spcPct val="100000"/>
              </a:lnSpc>
              <a:buSzTx/>
              <a:buFontTx/>
              <a:buNone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indent="914400" defTabSz="457200">
              <a:lnSpc>
                <a:spcPct val="100000"/>
              </a:lnSpc>
              <a:buSzTx/>
              <a:buFontTx/>
              <a:buNone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indent="1371600" defTabSz="457200">
              <a:lnSpc>
                <a:spcPct val="100000"/>
              </a:lnSpc>
              <a:buSzTx/>
              <a:buFontTx/>
              <a:buNone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indent="1828800" defTabSz="457200">
              <a:lnSpc>
                <a:spcPct val="100000"/>
              </a:lnSpc>
              <a:buSzTx/>
              <a:buFontTx/>
              <a:buNone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5" name="Slide Number"/>
          <p:cNvSpPr txBox="1"/>
          <p:nvPr>
            <p:ph type="sldNum" sz="quarter" idx="2"/>
          </p:nvPr>
        </p:nvSpPr>
        <p:spPr>
          <a:xfrm>
            <a:off x="6733292" y="6114705"/>
            <a:ext cx="224023" cy="21844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DDDDD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 with Caption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roup 16"/>
          <p:cNvGrpSpPr/>
          <p:nvPr/>
        </p:nvGrpSpPr>
        <p:grpSpPr>
          <a:xfrm>
            <a:off x="-8467" y="-8468"/>
            <a:ext cx="9169805" cy="6874935"/>
            <a:chOff x="0" y="0"/>
            <a:chExt cx="9169804" cy="6874934"/>
          </a:xfrm>
        </p:grpSpPr>
        <p:sp>
          <p:nvSpPr>
            <p:cNvPr id="292" name="Straight Connector 6"/>
            <p:cNvSpPr/>
            <p:nvPr/>
          </p:nvSpPr>
          <p:spPr>
            <a:xfrm flipV="1">
              <a:off x="5139296" y="4184073"/>
              <a:ext cx="4022475" cy="2682396"/>
            </a:xfrm>
            <a:prstGeom prst="line">
              <a:avLst/>
            </a:prstGeom>
            <a:noFill/>
            <a:ln w="9525" cap="rnd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3" name="Straight Connector 7"/>
            <p:cNvSpPr/>
            <p:nvPr/>
          </p:nvSpPr>
          <p:spPr>
            <a:xfrm>
              <a:off x="7051173" y="8468"/>
              <a:ext cx="1219200" cy="6858000"/>
            </a:xfrm>
            <a:prstGeom prst="line">
              <a:avLst/>
            </a:prstGeom>
            <a:noFill/>
            <a:ln w="9525" cap="rnd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4" name="Freeform 8"/>
            <p:cNvSpPr/>
            <p:nvPr/>
          </p:nvSpPr>
          <p:spPr>
            <a:xfrm>
              <a:off x="0" y="4021667"/>
              <a:ext cx="457201" cy="2853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21600"/>
                  </a:lnTo>
                  <a:lnTo>
                    <a:pt x="0" y="21536"/>
                  </a:lnTo>
                  <a:cubicBezTo>
                    <a:pt x="133" y="14421"/>
                    <a:pt x="267" y="7307"/>
                    <a:pt x="0" y="0"/>
                  </a:cubicBezTo>
                  <a:close/>
                </a:path>
              </a:pathLst>
            </a:custGeom>
            <a:solidFill>
              <a:srgbClr val="DDDDDD">
                <a:alpha val="8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95" name="Freeform 9"/>
            <p:cNvSpPr/>
            <p:nvPr/>
          </p:nvSpPr>
          <p:spPr>
            <a:xfrm>
              <a:off x="6900362" y="8469"/>
              <a:ext cx="2269443" cy="68664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7" h="21600" fill="norm" stroke="1" extrusionOk="0">
                  <a:moveTo>
                    <a:pt x="19239" y="0"/>
                  </a:moveTo>
                  <a:lnTo>
                    <a:pt x="0" y="21573"/>
                  </a:lnTo>
                  <a:lnTo>
                    <a:pt x="21573" y="21600"/>
                  </a:lnTo>
                  <a:cubicBezTo>
                    <a:pt x="21600" y="14409"/>
                    <a:pt x="21466" y="7218"/>
                    <a:pt x="21493" y="27"/>
                  </a:cubicBezTo>
                  <a:lnTo>
                    <a:pt x="19239" y="0"/>
                  </a:lnTo>
                  <a:close/>
                </a:path>
              </a:pathLst>
            </a:custGeom>
            <a:solidFill>
              <a:srgbClr val="DDDDDD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96" name="Freeform 10"/>
            <p:cNvSpPr/>
            <p:nvPr/>
          </p:nvSpPr>
          <p:spPr>
            <a:xfrm>
              <a:off x="7213624" y="1"/>
              <a:ext cx="1948149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600" fill="norm" stroke="1" extrusionOk="0">
                  <a:moveTo>
                    <a:pt x="0" y="0"/>
                  </a:moveTo>
                  <a:lnTo>
                    <a:pt x="13316" y="21600"/>
                  </a:lnTo>
                  <a:lnTo>
                    <a:pt x="21569" y="21600"/>
                  </a:lnTo>
                  <a:cubicBezTo>
                    <a:pt x="21537" y="14400"/>
                    <a:pt x="21600" y="7200"/>
                    <a:pt x="215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DDDDD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97" name="Freeform 11"/>
            <p:cNvSpPr/>
            <p:nvPr/>
          </p:nvSpPr>
          <p:spPr>
            <a:xfrm>
              <a:off x="6646362" y="3928533"/>
              <a:ext cx="2513566" cy="29379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544" y="0"/>
                  </a:lnTo>
                  <a:cubicBezTo>
                    <a:pt x="21563" y="7200"/>
                    <a:pt x="21581" y="1440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B2B2B2">
                <a:alpha val="7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98" name="Freeform 12"/>
            <p:cNvSpPr/>
            <p:nvPr/>
          </p:nvSpPr>
          <p:spPr>
            <a:xfrm>
              <a:off x="7018895" y="1"/>
              <a:ext cx="2142877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716" y="21600"/>
                  </a:lnTo>
                  <a:lnTo>
                    <a:pt x="21600" y="21573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68686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99" name="Freeform 13"/>
            <p:cNvSpPr/>
            <p:nvPr/>
          </p:nvSpPr>
          <p:spPr>
            <a:xfrm>
              <a:off x="8304242" y="1"/>
              <a:ext cx="857531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53" y="0"/>
                  </a:moveTo>
                  <a:lnTo>
                    <a:pt x="0" y="21600"/>
                  </a:lnTo>
                  <a:lnTo>
                    <a:pt x="21600" y="21600"/>
                  </a:lnTo>
                  <a:cubicBezTo>
                    <a:pt x="21553" y="14400"/>
                    <a:pt x="21505" y="7200"/>
                    <a:pt x="21458" y="0"/>
                  </a:cubicBezTo>
                  <a:lnTo>
                    <a:pt x="17053" y="0"/>
                  </a:lnTo>
                  <a:close/>
                </a:path>
              </a:pathLst>
            </a:custGeom>
            <a:solidFill>
              <a:srgbClr val="EBEBEB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00" name="Freeform 14"/>
            <p:cNvSpPr/>
            <p:nvPr/>
          </p:nvSpPr>
          <p:spPr>
            <a:xfrm>
              <a:off x="8085697" y="0"/>
              <a:ext cx="1066772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6" h="21600" fill="norm" stroke="1" extrusionOk="0">
                  <a:moveTo>
                    <a:pt x="0" y="0"/>
                  </a:moveTo>
                  <a:lnTo>
                    <a:pt x="18966" y="21600"/>
                  </a:lnTo>
                  <a:lnTo>
                    <a:pt x="21552" y="21600"/>
                  </a:lnTo>
                  <a:cubicBezTo>
                    <a:pt x="21600" y="14391"/>
                    <a:pt x="21217" y="7209"/>
                    <a:pt x="2126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DDDDD">
                <a:alpha val="64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01" name="Freeform 15"/>
            <p:cNvSpPr/>
            <p:nvPr/>
          </p:nvSpPr>
          <p:spPr>
            <a:xfrm>
              <a:off x="8068763" y="4902200"/>
              <a:ext cx="1094087" cy="1964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500" y="0"/>
                  </a:lnTo>
                  <a:cubicBezTo>
                    <a:pt x="21533" y="7181"/>
                    <a:pt x="21567" y="14363"/>
                    <a:pt x="21600" y="21544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DDDDDD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</p:grpSp>
      <p:sp>
        <p:nvSpPr>
          <p:cNvPr id="303" name="Title Text"/>
          <p:cNvSpPr txBox="1"/>
          <p:nvPr>
            <p:ph type="title"/>
          </p:nvPr>
        </p:nvSpPr>
        <p:spPr>
          <a:xfrm>
            <a:off x="774885" y="609600"/>
            <a:ext cx="6072183" cy="3022600"/>
          </a:xfrm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>
                <a:solidFill>
                  <a:srgbClr val="DDDDD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04" name="Body Level One…"/>
          <p:cNvSpPr txBox="1"/>
          <p:nvPr>
            <p:ph type="body" sz="quarter" idx="1"/>
          </p:nvPr>
        </p:nvSpPr>
        <p:spPr>
          <a:xfrm>
            <a:off x="1101073" y="3632200"/>
            <a:ext cx="5419806" cy="381000"/>
          </a:xfrm>
          <a:prstGeom prst="rect">
            <a:avLst/>
          </a:prstGeom>
        </p:spPr>
        <p:txBody>
          <a:bodyPr anchor="ctr"/>
          <a:lstStyle>
            <a:lvl1pPr marL="0" indent="0" defTabSz="457200">
              <a:lnSpc>
                <a:spcPct val="100000"/>
              </a:lnSpc>
              <a:buSzTx/>
              <a:buFontTx/>
              <a:buNone/>
              <a:defRPr sz="1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indent="457200" defTabSz="457200">
              <a:lnSpc>
                <a:spcPct val="100000"/>
              </a:lnSpc>
              <a:buSzTx/>
              <a:buFontTx/>
              <a:buNone/>
              <a:defRPr sz="1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indent="914400" defTabSz="457200">
              <a:lnSpc>
                <a:spcPct val="100000"/>
              </a:lnSpc>
              <a:buSzTx/>
              <a:buFontTx/>
              <a:buNone/>
              <a:defRPr sz="1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indent="1371600" defTabSz="457200">
              <a:lnSpc>
                <a:spcPct val="100000"/>
              </a:lnSpc>
              <a:buSzTx/>
              <a:buFontTx/>
              <a:buNone/>
              <a:defRPr sz="1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indent="1828800" defTabSz="457200">
              <a:lnSpc>
                <a:spcPct val="100000"/>
              </a:lnSpc>
              <a:buSzTx/>
              <a:buFontTx/>
              <a:buNone/>
              <a:defRPr sz="1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5" name="Text Placeholder 2"/>
          <p:cNvSpPr/>
          <p:nvPr>
            <p:ph type="body" sz="quarter" idx="21"/>
          </p:nvPr>
        </p:nvSpPr>
        <p:spPr>
          <a:xfrm>
            <a:off x="609597" y="4470399"/>
            <a:ext cx="6347717" cy="1570964"/>
          </a:xfrm>
          <a:prstGeom prst="rect">
            <a:avLst/>
          </a:prstGeom>
        </p:spPr>
        <p:txBody>
          <a:bodyPr anchor="ctr"/>
          <a:lstStyle/>
          <a:p>
            <a:pPr marL="0" indent="0" defTabSz="457200">
              <a:lnSpc>
                <a:spcPct val="100000"/>
              </a:lnSpc>
              <a:buSzTx/>
              <a:buFontTx/>
              <a:buNone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306" name="TextBox 23"/>
          <p:cNvSpPr txBox="1"/>
          <p:nvPr/>
        </p:nvSpPr>
        <p:spPr>
          <a:xfrm>
            <a:off x="528430" y="469465"/>
            <a:ext cx="365880" cy="1226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0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“</a:t>
            </a:r>
          </a:p>
        </p:txBody>
      </p:sp>
      <p:sp>
        <p:nvSpPr>
          <p:cNvPr id="307" name="TextBox 24"/>
          <p:cNvSpPr txBox="1"/>
          <p:nvPr/>
        </p:nvSpPr>
        <p:spPr>
          <a:xfrm>
            <a:off x="6793418" y="2565643"/>
            <a:ext cx="365880" cy="1226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0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”</a:t>
            </a:r>
          </a:p>
        </p:txBody>
      </p:sp>
      <p:sp>
        <p:nvSpPr>
          <p:cNvPr id="308" name="Slide Number"/>
          <p:cNvSpPr txBox="1"/>
          <p:nvPr>
            <p:ph type="sldNum" sz="quarter" idx="2"/>
          </p:nvPr>
        </p:nvSpPr>
        <p:spPr>
          <a:xfrm>
            <a:off x="6733292" y="6114705"/>
            <a:ext cx="224023" cy="21844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DDDDD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ame Card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roup 16"/>
          <p:cNvGrpSpPr/>
          <p:nvPr/>
        </p:nvGrpSpPr>
        <p:grpSpPr>
          <a:xfrm>
            <a:off x="-8467" y="-8468"/>
            <a:ext cx="9169805" cy="6874935"/>
            <a:chOff x="0" y="0"/>
            <a:chExt cx="9169804" cy="6874934"/>
          </a:xfrm>
        </p:grpSpPr>
        <p:sp>
          <p:nvSpPr>
            <p:cNvPr id="315" name="Straight Connector 6"/>
            <p:cNvSpPr/>
            <p:nvPr/>
          </p:nvSpPr>
          <p:spPr>
            <a:xfrm flipV="1">
              <a:off x="5139296" y="4184073"/>
              <a:ext cx="4022475" cy="2682396"/>
            </a:xfrm>
            <a:prstGeom prst="line">
              <a:avLst/>
            </a:prstGeom>
            <a:noFill/>
            <a:ln w="9525" cap="rnd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16" name="Straight Connector 7"/>
            <p:cNvSpPr/>
            <p:nvPr/>
          </p:nvSpPr>
          <p:spPr>
            <a:xfrm>
              <a:off x="7051173" y="8468"/>
              <a:ext cx="1219200" cy="6858000"/>
            </a:xfrm>
            <a:prstGeom prst="line">
              <a:avLst/>
            </a:prstGeom>
            <a:noFill/>
            <a:ln w="9525" cap="rnd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17" name="Freeform 8"/>
            <p:cNvSpPr/>
            <p:nvPr/>
          </p:nvSpPr>
          <p:spPr>
            <a:xfrm>
              <a:off x="0" y="4021667"/>
              <a:ext cx="457201" cy="2853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21600"/>
                  </a:lnTo>
                  <a:lnTo>
                    <a:pt x="0" y="21536"/>
                  </a:lnTo>
                  <a:cubicBezTo>
                    <a:pt x="133" y="14421"/>
                    <a:pt x="267" y="7307"/>
                    <a:pt x="0" y="0"/>
                  </a:cubicBezTo>
                  <a:close/>
                </a:path>
              </a:pathLst>
            </a:custGeom>
            <a:solidFill>
              <a:srgbClr val="DDDDDD">
                <a:alpha val="8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18" name="Freeform 9"/>
            <p:cNvSpPr/>
            <p:nvPr/>
          </p:nvSpPr>
          <p:spPr>
            <a:xfrm>
              <a:off x="6900362" y="8469"/>
              <a:ext cx="2269443" cy="68664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7" h="21600" fill="norm" stroke="1" extrusionOk="0">
                  <a:moveTo>
                    <a:pt x="19239" y="0"/>
                  </a:moveTo>
                  <a:lnTo>
                    <a:pt x="0" y="21573"/>
                  </a:lnTo>
                  <a:lnTo>
                    <a:pt x="21573" y="21600"/>
                  </a:lnTo>
                  <a:cubicBezTo>
                    <a:pt x="21600" y="14409"/>
                    <a:pt x="21466" y="7218"/>
                    <a:pt x="21493" y="27"/>
                  </a:cubicBezTo>
                  <a:lnTo>
                    <a:pt x="19239" y="0"/>
                  </a:lnTo>
                  <a:close/>
                </a:path>
              </a:pathLst>
            </a:custGeom>
            <a:solidFill>
              <a:srgbClr val="DDDDDD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19" name="Freeform 10"/>
            <p:cNvSpPr/>
            <p:nvPr/>
          </p:nvSpPr>
          <p:spPr>
            <a:xfrm>
              <a:off x="7213624" y="1"/>
              <a:ext cx="1948149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600" fill="norm" stroke="1" extrusionOk="0">
                  <a:moveTo>
                    <a:pt x="0" y="0"/>
                  </a:moveTo>
                  <a:lnTo>
                    <a:pt x="13316" y="21600"/>
                  </a:lnTo>
                  <a:lnTo>
                    <a:pt x="21569" y="21600"/>
                  </a:lnTo>
                  <a:cubicBezTo>
                    <a:pt x="21537" y="14400"/>
                    <a:pt x="21600" y="7200"/>
                    <a:pt x="215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DDDDD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20" name="Freeform 11"/>
            <p:cNvSpPr/>
            <p:nvPr/>
          </p:nvSpPr>
          <p:spPr>
            <a:xfrm>
              <a:off x="6646362" y="3928533"/>
              <a:ext cx="2513566" cy="29379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544" y="0"/>
                  </a:lnTo>
                  <a:cubicBezTo>
                    <a:pt x="21563" y="7200"/>
                    <a:pt x="21581" y="1440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B2B2B2">
                <a:alpha val="7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21" name="Freeform 12"/>
            <p:cNvSpPr/>
            <p:nvPr/>
          </p:nvSpPr>
          <p:spPr>
            <a:xfrm>
              <a:off x="7018895" y="1"/>
              <a:ext cx="2142877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716" y="21600"/>
                  </a:lnTo>
                  <a:lnTo>
                    <a:pt x="21600" y="21573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68686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22" name="Freeform 13"/>
            <p:cNvSpPr/>
            <p:nvPr/>
          </p:nvSpPr>
          <p:spPr>
            <a:xfrm>
              <a:off x="8304242" y="1"/>
              <a:ext cx="857531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53" y="0"/>
                  </a:moveTo>
                  <a:lnTo>
                    <a:pt x="0" y="21600"/>
                  </a:lnTo>
                  <a:lnTo>
                    <a:pt x="21600" y="21600"/>
                  </a:lnTo>
                  <a:cubicBezTo>
                    <a:pt x="21553" y="14400"/>
                    <a:pt x="21505" y="7200"/>
                    <a:pt x="21458" y="0"/>
                  </a:cubicBezTo>
                  <a:lnTo>
                    <a:pt x="17053" y="0"/>
                  </a:lnTo>
                  <a:close/>
                </a:path>
              </a:pathLst>
            </a:custGeom>
            <a:solidFill>
              <a:srgbClr val="EBEBEB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23" name="Freeform 14"/>
            <p:cNvSpPr/>
            <p:nvPr/>
          </p:nvSpPr>
          <p:spPr>
            <a:xfrm>
              <a:off x="8085697" y="0"/>
              <a:ext cx="1066772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6" h="21600" fill="norm" stroke="1" extrusionOk="0">
                  <a:moveTo>
                    <a:pt x="0" y="0"/>
                  </a:moveTo>
                  <a:lnTo>
                    <a:pt x="18966" y="21600"/>
                  </a:lnTo>
                  <a:lnTo>
                    <a:pt x="21552" y="21600"/>
                  </a:lnTo>
                  <a:cubicBezTo>
                    <a:pt x="21600" y="14391"/>
                    <a:pt x="21217" y="7209"/>
                    <a:pt x="2126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DDDDD">
                <a:alpha val="64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24" name="Freeform 15"/>
            <p:cNvSpPr/>
            <p:nvPr/>
          </p:nvSpPr>
          <p:spPr>
            <a:xfrm>
              <a:off x="8068763" y="4902200"/>
              <a:ext cx="1094087" cy="1964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500" y="0"/>
                  </a:lnTo>
                  <a:cubicBezTo>
                    <a:pt x="21533" y="7181"/>
                    <a:pt x="21567" y="14363"/>
                    <a:pt x="21600" y="21544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DDDDDD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</p:grpSp>
      <p:sp>
        <p:nvSpPr>
          <p:cNvPr id="326" name="Title Text"/>
          <p:cNvSpPr txBox="1"/>
          <p:nvPr>
            <p:ph type="title"/>
          </p:nvPr>
        </p:nvSpPr>
        <p:spPr>
          <a:xfrm>
            <a:off x="609598" y="1931988"/>
            <a:ext cx="6347715" cy="2595461"/>
          </a:xfrm>
          <a:prstGeom prst="rect">
            <a:avLst/>
          </a:prstGeom>
        </p:spPr>
        <p:txBody>
          <a:bodyPr anchor="b"/>
          <a:lstStyle>
            <a:lvl1pPr defTabSz="457200">
              <a:lnSpc>
                <a:spcPct val="100000"/>
              </a:lnSpc>
              <a:defRPr>
                <a:solidFill>
                  <a:srgbClr val="DDDDD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27" name="Body Level One…"/>
          <p:cNvSpPr txBox="1"/>
          <p:nvPr>
            <p:ph type="body" sz="quarter" idx="1"/>
          </p:nvPr>
        </p:nvSpPr>
        <p:spPr>
          <a:xfrm>
            <a:off x="609598" y="4527448"/>
            <a:ext cx="6347715" cy="1513915"/>
          </a:xfrm>
          <a:prstGeom prst="rect">
            <a:avLst/>
          </a:prstGeom>
        </p:spPr>
        <p:txBody>
          <a:bodyPr/>
          <a:lstStyle>
            <a:lvl1pPr marL="0" indent="0" defTabSz="457200">
              <a:lnSpc>
                <a:spcPct val="100000"/>
              </a:lnSpc>
              <a:buSzTx/>
              <a:buFontTx/>
              <a:buNone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indent="457200" defTabSz="457200">
              <a:lnSpc>
                <a:spcPct val="100000"/>
              </a:lnSpc>
              <a:buSzTx/>
              <a:buFontTx/>
              <a:buNone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indent="914400" defTabSz="457200">
              <a:lnSpc>
                <a:spcPct val="100000"/>
              </a:lnSpc>
              <a:buSzTx/>
              <a:buFontTx/>
              <a:buNone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indent="1371600" defTabSz="457200">
              <a:lnSpc>
                <a:spcPct val="100000"/>
              </a:lnSpc>
              <a:buSzTx/>
              <a:buFontTx/>
              <a:buNone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indent="1828800" defTabSz="457200">
              <a:lnSpc>
                <a:spcPct val="100000"/>
              </a:lnSpc>
              <a:buSzTx/>
              <a:buFontTx/>
              <a:buNone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8" name="Slide Number"/>
          <p:cNvSpPr txBox="1"/>
          <p:nvPr>
            <p:ph type="sldNum" sz="quarter" idx="2"/>
          </p:nvPr>
        </p:nvSpPr>
        <p:spPr>
          <a:xfrm>
            <a:off x="6733292" y="6114705"/>
            <a:ext cx="224023" cy="21844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DDDDD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 Name Card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roup 16"/>
          <p:cNvGrpSpPr/>
          <p:nvPr/>
        </p:nvGrpSpPr>
        <p:grpSpPr>
          <a:xfrm>
            <a:off x="-8467" y="-8468"/>
            <a:ext cx="9169805" cy="6874935"/>
            <a:chOff x="0" y="0"/>
            <a:chExt cx="9169804" cy="6874934"/>
          </a:xfrm>
        </p:grpSpPr>
        <p:sp>
          <p:nvSpPr>
            <p:cNvPr id="335" name="Straight Connector 6"/>
            <p:cNvSpPr/>
            <p:nvPr/>
          </p:nvSpPr>
          <p:spPr>
            <a:xfrm flipV="1">
              <a:off x="5139296" y="4184073"/>
              <a:ext cx="4022475" cy="2682396"/>
            </a:xfrm>
            <a:prstGeom prst="line">
              <a:avLst/>
            </a:prstGeom>
            <a:noFill/>
            <a:ln w="9525" cap="rnd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6" name="Straight Connector 7"/>
            <p:cNvSpPr/>
            <p:nvPr/>
          </p:nvSpPr>
          <p:spPr>
            <a:xfrm>
              <a:off x="7051173" y="8468"/>
              <a:ext cx="1219200" cy="6858000"/>
            </a:xfrm>
            <a:prstGeom prst="line">
              <a:avLst/>
            </a:prstGeom>
            <a:noFill/>
            <a:ln w="9525" cap="rnd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7" name="Freeform 8"/>
            <p:cNvSpPr/>
            <p:nvPr/>
          </p:nvSpPr>
          <p:spPr>
            <a:xfrm>
              <a:off x="0" y="4021667"/>
              <a:ext cx="457201" cy="2853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21600"/>
                  </a:lnTo>
                  <a:lnTo>
                    <a:pt x="0" y="21536"/>
                  </a:lnTo>
                  <a:cubicBezTo>
                    <a:pt x="133" y="14421"/>
                    <a:pt x="267" y="7307"/>
                    <a:pt x="0" y="0"/>
                  </a:cubicBezTo>
                  <a:close/>
                </a:path>
              </a:pathLst>
            </a:custGeom>
            <a:solidFill>
              <a:srgbClr val="DDDDDD">
                <a:alpha val="8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38" name="Freeform 9"/>
            <p:cNvSpPr/>
            <p:nvPr/>
          </p:nvSpPr>
          <p:spPr>
            <a:xfrm>
              <a:off x="6900362" y="8469"/>
              <a:ext cx="2269443" cy="68664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7" h="21600" fill="norm" stroke="1" extrusionOk="0">
                  <a:moveTo>
                    <a:pt x="19239" y="0"/>
                  </a:moveTo>
                  <a:lnTo>
                    <a:pt x="0" y="21573"/>
                  </a:lnTo>
                  <a:lnTo>
                    <a:pt x="21573" y="21600"/>
                  </a:lnTo>
                  <a:cubicBezTo>
                    <a:pt x="21600" y="14409"/>
                    <a:pt x="21466" y="7218"/>
                    <a:pt x="21493" y="27"/>
                  </a:cubicBezTo>
                  <a:lnTo>
                    <a:pt x="19239" y="0"/>
                  </a:lnTo>
                  <a:close/>
                </a:path>
              </a:pathLst>
            </a:custGeom>
            <a:solidFill>
              <a:srgbClr val="DDDDDD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39" name="Freeform 10"/>
            <p:cNvSpPr/>
            <p:nvPr/>
          </p:nvSpPr>
          <p:spPr>
            <a:xfrm>
              <a:off x="7213624" y="1"/>
              <a:ext cx="1948149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600" fill="norm" stroke="1" extrusionOk="0">
                  <a:moveTo>
                    <a:pt x="0" y="0"/>
                  </a:moveTo>
                  <a:lnTo>
                    <a:pt x="13316" y="21600"/>
                  </a:lnTo>
                  <a:lnTo>
                    <a:pt x="21569" y="21600"/>
                  </a:lnTo>
                  <a:cubicBezTo>
                    <a:pt x="21537" y="14400"/>
                    <a:pt x="21600" y="7200"/>
                    <a:pt x="215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DDDDD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40" name="Freeform 11"/>
            <p:cNvSpPr/>
            <p:nvPr/>
          </p:nvSpPr>
          <p:spPr>
            <a:xfrm>
              <a:off x="6646362" y="3928533"/>
              <a:ext cx="2513566" cy="29379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544" y="0"/>
                  </a:lnTo>
                  <a:cubicBezTo>
                    <a:pt x="21563" y="7200"/>
                    <a:pt x="21581" y="1440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B2B2B2">
                <a:alpha val="7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41" name="Freeform 12"/>
            <p:cNvSpPr/>
            <p:nvPr/>
          </p:nvSpPr>
          <p:spPr>
            <a:xfrm>
              <a:off x="7018895" y="1"/>
              <a:ext cx="2142877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716" y="21600"/>
                  </a:lnTo>
                  <a:lnTo>
                    <a:pt x="21600" y="21573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68686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42" name="Freeform 13"/>
            <p:cNvSpPr/>
            <p:nvPr/>
          </p:nvSpPr>
          <p:spPr>
            <a:xfrm>
              <a:off x="8304242" y="1"/>
              <a:ext cx="857531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53" y="0"/>
                  </a:moveTo>
                  <a:lnTo>
                    <a:pt x="0" y="21600"/>
                  </a:lnTo>
                  <a:lnTo>
                    <a:pt x="21600" y="21600"/>
                  </a:lnTo>
                  <a:cubicBezTo>
                    <a:pt x="21553" y="14400"/>
                    <a:pt x="21505" y="7200"/>
                    <a:pt x="21458" y="0"/>
                  </a:cubicBezTo>
                  <a:lnTo>
                    <a:pt x="17053" y="0"/>
                  </a:lnTo>
                  <a:close/>
                </a:path>
              </a:pathLst>
            </a:custGeom>
            <a:solidFill>
              <a:srgbClr val="EBEBEB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43" name="Freeform 14"/>
            <p:cNvSpPr/>
            <p:nvPr/>
          </p:nvSpPr>
          <p:spPr>
            <a:xfrm>
              <a:off x="8085697" y="0"/>
              <a:ext cx="1066772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6" h="21600" fill="norm" stroke="1" extrusionOk="0">
                  <a:moveTo>
                    <a:pt x="0" y="0"/>
                  </a:moveTo>
                  <a:lnTo>
                    <a:pt x="18966" y="21600"/>
                  </a:lnTo>
                  <a:lnTo>
                    <a:pt x="21552" y="21600"/>
                  </a:lnTo>
                  <a:cubicBezTo>
                    <a:pt x="21600" y="14391"/>
                    <a:pt x="21217" y="7209"/>
                    <a:pt x="2126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DDDDD">
                <a:alpha val="64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44" name="Freeform 15"/>
            <p:cNvSpPr/>
            <p:nvPr/>
          </p:nvSpPr>
          <p:spPr>
            <a:xfrm>
              <a:off x="8068763" y="4902200"/>
              <a:ext cx="1094087" cy="1964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500" y="0"/>
                  </a:lnTo>
                  <a:cubicBezTo>
                    <a:pt x="21533" y="7181"/>
                    <a:pt x="21567" y="14363"/>
                    <a:pt x="21600" y="21544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DDDDDD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</p:grpSp>
      <p:sp>
        <p:nvSpPr>
          <p:cNvPr id="346" name="Title Text"/>
          <p:cNvSpPr txBox="1"/>
          <p:nvPr>
            <p:ph type="title"/>
          </p:nvPr>
        </p:nvSpPr>
        <p:spPr>
          <a:xfrm>
            <a:off x="774885" y="609600"/>
            <a:ext cx="6072183" cy="3022600"/>
          </a:xfrm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>
                <a:solidFill>
                  <a:srgbClr val="DDDDD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47" name="Body Level One…"/>
          <p:cNvSpPr txBox="1"/>
          <p:nvPr>
            <p:ph type="body" sz="quarter" idx="1"/>
          </p:nvPr>
        </p:nvSpPr>
        <p:spPr>
          <a:xfrm>
            <a:off x="609596" y="4013200"/>
            <a:ext cx="6347718" cy="514249"/>
          </a:xfrm>
          <a:prstGeom prst="rect">
            <a:avLst/>
          </a:prstGeom>
        </p:spPr>
        <p:txBody>
          <a:bodyPr anchor="b"/>
          <a:lstStyle>
            <a:lvl1pPr marL="0" indent="0" defTabSz="457200">
              <a:lnSpc>
                <a:spcPct val="100000"/>
              </a:lnSpc>
              <a:buSzTx/>
              <a:buFontTx/>
              <a:buNone/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indent="457200" defTabSz="457200">
              <a:lnSpc>
                <a:spcPct val="100000"/>
              </a:lnSpc>
              <a:buSzTx/>
              <a:buFontTx/>
              <a:buNone/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indent="914400" defTabSz="457200">
              <a:lnSpc>
                <a:spcPct val="100000"/>
              </a:lnSpc>
              <a:buSzTx/>
              <a:buFontTx/>
              <a:buNone/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indent="1371600" defTabSz="457200">
              <a:lnSpc>
                <a:spcPct val="100000"/>
              </a:lnSpc>
              <a:buSzTx/>
              <a:buFontTx/>
              <a:buNone/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indent="1828800" defTabSz="457200">
              <a:lnSpc>
                <a:spcPct val="100000"/>
              </a:lnSpc>
              <a:buSzTx/>
              <a:buFontTx/>
              <a:buNone/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8" name="Text Placeholder 2"/>
          <p:cNvSpPr/>
          <p:nvPr>
            <p:ph type="body" sz="quarter" idx="21"/>
          </p:nvPr>
        </p:nvSpPr>
        <p:spPr>
          <a:xfrm>
            <a:off x="609597" y="4527448"/>
            <a:ext cx="6347717" cy="1513915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buSzTx/>
              <a:buFontTx/>
              <a:buNone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349" name="TextBox 23"/>
          <p:cNvSpPr txBox="1"/>
          <p:nvPr/>
        </p:nvSpPr>
        <p:spPr>
          <a:xfrm>
            <a:off x="528430" y="469465"/>
            <a:ext cx="365880" cy="1226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0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“</a:t>
            </a:r>
          </a:p>
        </p:txBody>
      </p:sp>
      <p:sp>
        <p:nvSpPr>
          <p:cNvPr id="350" name="TextBox 24"/>
          <p:cNvSpPr txBox="1"/>
          <p:nvPr/>
        </p:nvSpPr>
        <p:spPr>
          <a:xfrm>
            <a:off x="6793418" y="2565643"/>
            <a:ext cx="365880" cy="1226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0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”</a:t>
            </a:r>
          </a:p>
        </p:txBody>
      </p:sp>
      <p:sp>
        <p:nvSpPr>
          <p:cNvPr id="351" name="Slide Number"/>
          <p:cNvSpPr txBox="1"/>
          <p:nvPr>
            <p:ph type="sldNum" sz="quarter" idx="2"/>
          </p:nvPr>
        </p:nvSpPr>
        <p:spPr>
          <a:xfrm>
            <a:off x="6733292" y="6114705"/>
            <a:ext cx="224023" cy="21844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DDDDD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rue or Fals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" name="Group 16"/>
          <p:cNvGrpSpPr/>
          <p:nvPr/>
        </p:nvGrpSpPr>
        <p:grpSpPr>
          <a:xfrm>
            <a:off x="-8467" y="-8468"/>
            <a:ext cx="9169805" cy="6874935"/>
            <a:chOff x="0" y="0"/>
            <a:chExt cx="9169804" cy="6874934"/>
          </a:xfrm>
        </p:grpSpPr>
        <p:sp>
          <p:nvSpPr>
            <p:cNvPr id="358" name="Straight Connector 6"/>
            <p:cNvSpPr/>
            <p:nvPr/>
          </p:nvSpPr>
          <p:spPr>
            <a:xfrm flipV="1">
              <a:off x="5139296" y="4184073"/>
              <a:ext cx="4022475" cy="2682396"/>
            </a:xfrm>
            <a:prstGeom prst="line">
              <a:avLst/>
            </a:prstGeom>
            <a:noFill/>
            <a:ln w="9525" cap="rnd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59" name="Straight Connector 7"/>
            <p:cNvSpPr/>
            <p:nvPr/>
          </p:nvSpPr>
          <p:spPr>
            <a:xfrm>
              <a:off x="7051173" y="8468"/>
              <a:ext cx="1219200" cy="6858000"/>
            </a:xfrm>
            <a:prstGeom prst="line">
              <a:avLst/>
            </a:prstGeom>
            <a:noFill/>
            <a:ln w="9525" cap="rnd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0" name="Freeform 8"/>
            <p:cNvSpPr/>
            <p:nvPr/>
          </p:nvSpPr>
          <p:spPr>
            <a:xfrm>
              <a:off x="0" y="4021667"/>
              <a:ext cx="457201" cy="2853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21600"/>
                  </a:lnTo>
                  <a:lnTo>
                    <a:pt x="0" y="21536"/>
                  </a:lnTo>
                  <a:cubicBezTo>
                    <a:pt x="133" y="14421"/>
                    <a:pt x="267" y="7307"/>
                    <a:pt x="0" y="0"/>
                  </a:cubicBezTo>
                  <a:close/>
                </a:path>
              </a:pathLst>
            </a:custGeom>
            <a:solidFill>
              <a:srgbClr val="DDDDDD">
                <a:alpha val="8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61" name="Freeform 9"/>
            <p:cNvSpPr/>
            <p:nvPr/>
          </p:nvSpPr>
          <p:spPr>
            <a:xfrm>
              <a:off x="6900362" y="8469"/>
              <a:ext cx="2269443" cy="68664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7" h="21600" fill="norm" stroke="1" extrusionOk="0">
                  <a:moveTo>
                    <a:pt x="19239" y="0"/>
                  </a:moveTo>
                  <a:lnTo>
                    <a:pt x="0" y="21573"/>
                  </a:lnTo>
                  <a:lnTo>
                    <a:pt x="21573" y="21600"/>
                  </a:lnTo>
                  <a:cubicBezTo>
                    <a:pt x="21600" y="14409"/>
                    <a:pt x="21466" y="7218"/>
                    <a:pt x="21493" y="27"/>
                  </a:cubicBezTo>
                  <a:lnTo>
                    <a:pt x="19239" y="0"/>
                  </a:lnTo>
                  <a:close/>
                </a:path>
              </a:pathLst>
            </a:custGeom>
            <a:solidFill>
              <a:srgbClr val="DDDDDD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62" name="Freeform 10"/>
            <p:cNvSpPr/>
            <p:nvPr/>
          </p:nvSpPr>
          <p:spPr>
            <a:xfrm>
              <a:off x="7213624" y="1"/>
              <a:ext cx="1948149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600" fill="norm" stroke="1" extrusionOk="0">
                  <a:moveTo>
                    <a:pt x="0" y="0"/>
                  </a:moveTo>
                  <a:lnTo>
                    <a:pt x="13316" y="21600"/>
                  </a:lnTo>
                  <a:lnTo>
                    <a:pt x="21569" y="21600"/>
                  </a:lnTo>
                  <a:cubicBezTo>
                    <a:pt x="21537" y="14400"/>
                    <a:pt x="21600" y="7200"/>
                    <a:pt x="215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DDDDD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63" name="Freeform 11"/>
            <p:cNvSpPr/>
            <p:nvPr/>
          </p:nvSpPr>
          <p:spPr>
            <a:xfrm>
              <a:off x="6646362" y="3928533"/>
              <a:ext cx="2513566" cy="29379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544" y="0"/>
                  </a:lnTo>
                  <a:cubicBezTo>
                    <a:pt x="21563" y="7200"/>
                    <a:pt x="21581" y="1440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B2B2B2">
                <a:alpha val="7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64" name="Freeform 12"/>
            <p:cNvSpPr/>
            <p:nvPr/>
          </p:nvSpPr>
          <p:spPr>
            <a:xfrm>
              <a:off x="7018895" y="1"/>
              <a:ext cx="2142877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716" y="21600"/>
                  </a:lnTo>
                  <a:lnTo>
                    <a:pt x="21600" y="21573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68686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65" name="Freeform 13"/>
            <p:cNvSpPr/>
            <p:nvPr/>
          </p:nvSpPr>
          <p:spPr>
            <a:xfrm>
              <a:off x="8304242" y="1"/>
              <a:ext cx="857531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53" y="0"/>
                  </a:moveTo>
                  <a:lnTo>
                    <a:pt x="0" y="21600"/>
                  </a:lnTo>
                  <a:lnTo>
                    <a:pt x="21600" y="21600"/>
                  </a:lnTo>
                  <a:cubicBezTo>
                    <a:pt x="21553" y="14400"/>
                    <a:pt x="21505" y="7200"/>
                    <a:pt x="21458" y="0"/>
                  </a:cubicBezTo>
                  <a:lnTo>
                    <a:pt x="17053" y="0"/>
                  </a:lnTo>
                  <a:close/>
                </a:path>
              </a:pathLst>
            </a:custGeom>
            <a:solidFill>
              <a:srgbClr val="EBEBEB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66" name="Freeform 14"/>
            <p:cNvSpPr/>
            <p:nvPr/>
          </p:nvSpPr>
          <p:spPr>
            <a:xfrm>
              <a:off x="8085697" y="0"/>
              <a:ext cx="1066772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6" h="21600" fill="norm" stroke="1" extrusionOk="0">
                  <a:moveTo>
                    <a:pt x="0" y="0"/>
                  </a:moveTo>
                  <a:lnTo>
                    <a:pt x="18966" y="21600"/>
                  </a:lnTo>
                  <a:lnTo>
                    <a:pt x="21552" y="21600"/>
                  </a:lnTo>
                  <a:cubicBezTo>
                    <a:pt x="21600" y="14391"/>
                    <a:pt x="21217" y="7209"/>
                    <a:pt x="2126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DDDDD">
                <a:alpha val="6499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367" name="Freeform 15"/>
            <p:cNvSpPr/>
            <p:nvPr/>
          </p:nvSpPr>
          <p:spPr>
            <a:xfrm>
              <a:off x="8068763" y="4902200"/>
              <a:ext cx="1094087" cy="1964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500" y="0"/>
                  </a:lnTo>
                  <a:cubicBezTo>
                    <a:pt x="21533" y="7181"/>
                    <a:pt x="21567" y="14363"/>
                    <a:pt x="21600" y="21544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DDDDDD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</p:grpSp>
      <p:sp>
        <p:nvSpPr>
          <p:cNvPr id="369" name="Title Text"/>
          <p:cNvSpPr txBox="1"/>
          <p:nvPr>
            <p:ph type="title"/>
          </p:nvPr>
        </p:nvSpPr>
        <p:spPr>
          <a:xfrm>
            <a:off x="615848" y="609600"/>
            <a:ext cx="6341465" cy="3022600"/>
          </a:xfrm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>
                <a:solidFill>
                  <a:srgbClr val="DDDDD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70" name="Body Level One…"/>
          <p:cNvSpPr txBox="1"/>
          <p:nvPr>
            <p:ph type="body" sz="quarter" idx="1"/>
          </p:nvPr>
        </p:nvSpPr>
        <p:spPr>
          <a:xfrm>
            <a:off x="609596" y="4013200"/>
            <a:ext cx="6347718" cy="514249"/>
          </a:xfrm>
          <a:prstGeom prst="rect">
            <a:avLst/>
          </a:prstGeom>
        </p:spPr>
        <p:txBody>
          <a:bodyPr anchor="b"/>
          <a:lstStyle>
            <a:lvl1pPr marL="0" indent="0" defTabSz="457200">
              <a:lnSpc>
                <a:spcPct val="100000"/>
              </a:lnSpc>
              <a:buSzTx/>
              <a:buFontTx/>
              <a:buNone/>
              <a:defRPr sz="2400">
                <a:solidFill>
                  <a:srgbClr val="DDDDD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indent="457200" defTabSz="457200">
              <a:lnSpc>
                <a:spcPct val="100000"/>
              </a:lnSpc>
              <a:buSzTx/>
              <a:buFontTx/>
              <a:buNone/>
              <a:defRPr sz="2400">
                <a:solidFill>
                  <a:srgbClr val="DDDDDD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indent="914400" defTabSz="457200">
              <a:lnSpc>
                <a:spcPct val="100000"/>
              </a:lnSpc>
              <a:buSzTx/>
              <a:buFontTx/>
              <a:buNone/>
              <a:defRPr sz="2400">
                <a:solidFill>
                  <a:srgbClr val="DDDDDD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indent="1371600" defTabSz="457200">
              <a:lnSpc>
                <a:spcPct val="100000"/>
              </a:lnSpc>
              <a:buSzTx/>
              <a:buFontTx/>
              <a:buNone/>
              <a:defRPr sz="2400">
                <a:solidFill>
                  <a:srgbClr val="DDDDDD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indent="1828800" defTabSz="457200">
              <a:lnSpc>
                <a:spcPct val="100000"/>
              </a:lnSpc>
              <a:buSzTx/>
              <a:buFontTx/>
              <a:buNone/>
              <a:defRPr sz="2400">
                <a:solidFill>
                  <a:srgbClr val="DDDDDD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1" name="Text Placeholder 2"/>
          <p:cNvSpPr/>
          <p:nvPr>
            <p:ph type="body" sz="quarter" idx="21"/>
          </p:nvPr>
        </p:nvSpPr>
        <p:spPr>
          <a:xfrm>
            <a:off x="609597" y="4527448"/>
            <a:ext cx="6347717" cy="1513915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buSzTx/>
              <a:buFontTx/>
              <a:buNone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372" name="Slide Number"/>
          <p:cNvSpPr txBox="1"/>
          <p:nvPr>
            <p:ph type="sldNum" sz="quarter" idx="2"/>
          </p:nvPr>
        </p:nvSpPr>
        <p:spPr>
          <a:xfrm>
            <a:off x="6733292" y="6114705"/>
            <a:ext cx="224023" cy="21844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DDDDD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3" name="Group 17"/>
          <p:cNvGrpSpPr/>
          <p:nvPr/>
        </p:nvGrpSpPr>
        <p:grpSpPr>
          <a:xfrm>
            <a:off x="0" y="0"/>
            <a:ext cx="9144677" cy="6858000"/>
            <a:chOff x="0" y="0"/>
            <a:chExt cx="9144676" cy="6858000"/>
          </a:xfrm>
        </p:grpSpPr>
        <p:pic>
          <p:nvPicPr>
            <p:cNvPr id="379" name="Picture 7" descr="Picture 7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80" name="Rectangle 10"/>
            <p:cNvSpPr/>
            <p:nvPr/>
          </p:nvSpPr>
          <p:spPr>
            <a:xfrm>
              <a:off x="1515531" y="1520421"/>
              <a:ext cx="6112936" cy="3818470"/>
            </a:xfrm>
            <a:prstGeom prst="rect">
              <a:avLst/>
            </a:prstGeom>
            <a:noFill/>
            <a:ln w="15875" cap="flat">
              <a:solidFill>
                <a:srgbClr val="83992A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Garamond"/>
                  <a:ea typeface="Garamond"/>
                  <a:cs typeface="Garamond"/>
                  <a:sym typeface="Garamond"/>
                </a:defRPr>
              </a:pPr>
            </a:p>
          </p:txBody>
        </p:sp>
        <p:pic>
          <p:nvPicPr>
            <p:cNvPr id="381" name="Picture 11" descr="Picture 11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0" t="0" r="47959" b="0"/>
            <a:stretch>
              <a:fillRect/>
            </a:stretch>
          </p:blipFill>
          <p:spPr>
            <a:xfrm>
              <a:off x="64" y="3128433"/>
              <a:ext cx="1664145" cy="6126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82" name="Picture 12" descr="Picture 12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0" t="0" r="47959" b="0"/>
            <a:stretch>
              <a:fillRect/>
            </a:stretch>
          </p:blipFill>
          <p:spPr>
            <a:xfrm>
              <a:off x="7480532" y="3128433"/>
              <a:ext cx="1664145" cy="6126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84" name="Title Text"/>
          <p:cNvSpPr txBox="1"/>
          <p:nvPr>
            <p:ph type="title"/>
          </p:nvPr>
        </p:nvSpPr>
        <p:spPr>
          <a:xfrm>
            <a:off x="1921934" y="1811863"/>
            <a:ext cx="5308866" cy="1515534"/>
          </a:xfrm>
          <a:prstGeom prst="rect">
            <a:avLst/>
          </a:prstGeom>
        </p:spPr>
        <p:txBody>
          <a:bodyPr anchor="b"/>
          <a:lstStyle>
            <a:lvl1pPr algn="ctr" defTabSz="457200">
              <a:lnSpc>
                <a:spcPct val="100000"/>
              </a:lnSpc>
              <a:defRPr sz="48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85" name="Body Level One…"/>
          <p:cNvSpPr txBox="1"/>
          <p:nvPr>
            <p:ph type="body" sz="quarter" idx="1"/>
          </p:nvPr>
        </p:nvSpPr>
        <p:spPr>
          <a:xfrm>
            <a:off x="1921934" y="3598326"/>
            <a:ext cx="5308866" cy="1377652"/>
          </a:xfrm>
          <a:prstGeom prst="rect">
            <a:avLst/>
          </a:prstGeom>
        </p:spPr>
        <p:txBody>
          <a:bodyPr/>
          <a:lstStyle>
            <a:lvl1pPr marL="0" indent="0" algn="ctr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2000">
                <a:latin typeface="Garamond"/>
                <a:ea typeface="Garamond"/>
                <a:cs typeface="Garamond"/>
                <a:sym typeface="Garamond"/>
              </a:defRPr>
            </a:lvl1pPr>
            <a:lvl2pPr marL="0" indent="457200" algn="ctr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2000">
                <a:latin typeface="Garamond"/>
                <a:ea typeface="Garamond"/>
                <a:cs typeface="Garamond"/>
                <a:sym typeface="Garamond"/>
              </a:defRPr>
            </a:lvl2pPr>
            <a:lvl3pPr marL="0" indent="914400" algn="ctr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2000">
                <a:latin typeface="Garamond"/>
                <a:ea typeface="Garamond"/>
                <a:cs typeface="Garamond"/>
                <a:sym typeface="Garamond"/>
              </a:defRPr>
            </a:lvl3pPr>
            <a:lvl4pPr marL="0" indent="1371600" algn="ctr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2000">
                <a:latin typeface="Garamond"/>
                <a:ea typeface="Garamond"/>
                <a:cs typeface="Garamond"/>
                <a:sym typeface="Garamond"/>
              </a:defRPr>
            </a:lvl4pPr>
            <a:lvl5pPr marL="0" indent="1828800" algn="ctr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2000">
                <a:latin typeface="Garamond"/>
                <a:ea typeface="Garamond"/>
                <a:cs typeface="Garamond"/>
                <a:sym typeface="Garamon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6" name="Straight Connector 14"/>
          <p:cNvSpPr/>
          <p:nvPr/>
        </p:nvSpPr>
        <p:spPr>
          <a:xfrm>
            <a:off x="2019824" y="3471328"/>
            <a:ext cx="5113084" cy="1"/>
          </a:xfrm>
          <a:prstGeom prst="line">
            <a:avLst/>
          </a:prstGeom>
          <a:ln w="15875" cap="rnd">
            <a:solidFill>
              <a:srgbClr val="83992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7" name="Slide Number"/>
          <p:cNvSpPr txBox="1"/>
          <p:nvPr>
            <p:ph type="sldNum" sz="quarter" idx="2"/>
          </p:nvPr>
        </p:nvSpPr>
        <p:spPr>
          <a:xfrm>
            <a:off x="7007597" y="5072381"/>
            <a:ext cx="223204" cy="243841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394" name="Picture 7" descr="Picture 7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0"/>
              <a:ext cx="9144001" cy="685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95" name="Rectangle 8"/>
            <p:cNvSpPr/>
            <p:nvPr/>
          </p:nvSpPr>
          <p:spPr>
            <a:xfrm>
              <a:off x="553888" y="542806"/>
              <a:ext cx="8039776" cy="5756393"/>
            </a:xfrm>
            <a:prstGeom prst="rect">
              <a:avLst/>
            </a:prstGeom>
            <a:noFill/>
            <a:ln w="15875" cap="flat">
              <a:solidFill>
                <a:srgbClr val="83992A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Garamond"/>
                  <a:ea typeface="Garamond"/>
                  <a:cs typeface="Garamond"/>
                  <a:sym typeface="Garamond"/>
                </a:defRPr>
              </a:pPr>
            </a:p>
          </p:txBody>
        </p:sp>
        <p:pic>
          <p:nvPicPr>
            <p:cNvPr id="396" name="Picture 9" descr="Picture 9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1" t="0" r="14240" b="0"/>
            <a:stretch>
              <a:fillRect/>
            </a:stretch>
          </p:blipFill>
          <p:spPr>
            <a:xfrm>
              <a:off x="-1" y="3128434"/>
              <a:ext cx="685801" cy="606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97" name="Picture 10" descr="Picture 10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1" t="0" r="14240" b="0"/>
            <a:stretch>
              <a:fillRect/>
            </a:stretch>
          </p:blipFill>
          <p:spPr>
            <a:xfrm>
              <a:off x="8466667" y="3128434"/>
              <a:ext cx="685801" cy="606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99" name="Straight Connector 6"/>
          <p:cNvSpPr/>
          <p:nvPr/>
        </p:nvSpPr>
        <p:spPr>
          <a:xfrm>
            <a:off x="1278465" y="2356260"/>
            <a:ext cx="6595535" cy="1"/>
          </a:xfrm>
          <a:prstGeom prst="line">
            <a:avLst/>
          </a:prstGeom>
          <a:ln w="15875" cap="rnd">
            <a:solidFill>
              <a:srgbClr val="83992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0" name="Title Text"/>
          <p:cNvSpPr txBox="1"/>
          <p:nvPr>
            <p:ph type="title"/>
          </p:nvPr>
        </p:nvSpPr>
        <p:spPr>
          <a:xfrm>
            <a:off x="1176865" y="915336"/>
            <a:ext cx="6798735" cy="1303868"/>
          </a:xfrm>
          <a:prstGeom prst="rect">
            <a:avLst/>
          </a:prstGeom>
        </p:spPr>
        <p:txBody>
          <a:bodyPr/>
          <a:lstStyle>
            <a:lvl1pPr algn="ctr" defTabSz="457200">
              <a:lnSpc>
                <a:spcPct val="100000"/>
              </a:lnSpc>
              <a:defRPr sz="4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01" name="Body Level One…"/>
          <p:cNvSpPr txBox="1"/>
          <p:nvPr>
            <p:ph type="body" sz="half" idx="1"/>
          </p:nvPr>
        </p:nvSpPr>
        <p:spPr>
          <a:xfrm>
            <a:off x="1176864" y="2490135"/>
            <a:ext cx="6798738" cy="3444998"/>
          </a:xfrm>
          <a:prstGeom prst="rect">
            <a:avLst/>
          </a:prstGeom>
        </p:spPr>
        <p:txBody>
          <a:bodyPr/>
          <a:lstStyle>
            <a:lvl1pPr marL="285750" indent="-285750" defTabSz="457200">
              <a:lnSpc>
                <a:spcPct val="100000"/>
              </a:lnSpc>
              <a:spcBef>
                <a:spcPts val="600"/>
              </a:spcBef>
              <a:buClr>
                <a:srgbClr val="83992A"/>
              </a:buClr>
              <a:buSzPct val="115000"/>
              <a:defRPr sz="24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800100" indent="-342900" defTabSz="457200">
              <a:lnSpc>
                <a:spcPct val="100000"/>
              </a:lnSpc>
              <a:spcBef>
                <a:spcPts val="600"/>
              </a:spcBef>
              <a:buClr>
                <a:srgbClr val="83992A"/>
              </a:buClr>
              <a:buSzPct val="115000"/>
              <a:defRPr sz="24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295400" indent="-381000" defTabSz="457200">
              <a:lnSpc>
                <a:spcPct val="100000"/>
              </a:lnSpc>
              <a:spcBef>
                <a:spcPts val="600"/>
              </a:spcBef>
              <a:buClr>
                <a:srgbClr val="83992A"/>
              </a:buClr>
              <a:buSzPct val="115000"/>
              <a:defRPr sz="24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628775" indent="-257175" defTabSz="457200">
              <a:lnSpc>
                <a:spcPct val="100000"/>
              </a:lnSpc>
              <a:spcBef>
                <a:spcPts val="600"/>
              </a:spcBef>
              <a:buClr>
                <a:srgbClr val="83992A"/>
              </a:buClr>
              <a:buSzPct val="115000"/>
              <a:defRPr sz="24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122714" indent="-293914" defTabSz="457200">
              <a:lnSpc>
                <a:spcPct val="100000"/>
              </a:lnSpc>
              <a:spcBef>
                <a:spcPts val="600"/>
              </a:spcBef>
              <a:buClr>
                <a:srgbClr val="83992A"/>
              </a:buClr>
              <a:buSzPct val="115000"/>
              <a:defRPr sz="24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2" name="Slide Number"/>
          <p:cNvSpPr txBox="1"/>
          <p:nvPr>
            <p:ph type="sldNum" sz="quarter" idx="2"/>
          </p:nvPr>
        </p:nvSpPr>
        <p:spPr>
          <a:xfrm>
            <a:off x="7752398" y="5978313"/>
            <a:ext cx="223203" cy="243841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409" name="Picture 7" descr="Picture 7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0"/>
              <a:ext cx="9144001" cy="685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10" name="Rectangle 8"/>
            <p:cNvSpPr/>
            <p:nvPr/>
          </p:nvSpPr>
          <p:spPr>
            <a:xfrm>
              <a:off x="553888" y="542806"/>
              <a:ext cx="8039776" cy="5756393"/>
            </a:xfrm>
            <a:prstGeom prst="rect">
              <a:avLst/>
            </a:prstGeom>
            <a:noFill/>
            <a:ln w="15875" cap="flat">
              <a:solidFill>
                <a:srgbClr val="83992A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Garamond"/>
                  <a:ea typeface="Garamond"/>
                  <a:cs typeface="Garamond"/>
                  <a:sym typeface="Garamond"/>
                </a:defRPr>
              </a:pPr>
            </a:p>
          </p:txBody>
        </p:sp>
        <p:pic>
          <p:nvPicPr>
            <p:cNvPr id="411" name="Picture 9" descr="Picture 9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1" t="0" r="14240" b="0"/>
            <a:stretch>
              <a:fillRect/>
            </a:stretch>
          </p:blipFill>
          <p:spPr>
            <a:xfrm>
              <a:off x="-1" y="3128434"/>
              <a:ext cx="685801" cy="606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12" name="Picture 10" descr="Picture 10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1" t="0" r="14240" b="0"/>
            <a:stretch>
              <a:fillRect/>
            </a:stretch>
          </p:blipFill>
          <p:spPr>
            <a:xfrm>
              <a:off x="8466667" y="3128434"/>
              <a:ext cx="685801" cy="606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14" name="Title Text"/>
          <p:cNvSpPr txBox="1"/>
          <p:nvPr>
            <p:ph type="title"/>
          </p:nvPr>
        </p:nvSpPr>
        <p:spPr>
          <a:xfrm>
            <a:off x="1278464" y="1641412"/>
            <a:ext cx="6595535" cy="1822515"/>
          </a:xfrm>
          <a:prstGeom prst="rect">
            <a:avLst/>
          </a:prstGeom>
        </p:spPr>
        <p:txBody>
          <a:bodyPr anchor="b"/>
          <a:lstStyle>
            <a:lvl1pPr algn="ctr" defTabSz="457200">
              <a:lnSpc>
                <a:spcPct val="100000"/>
              </a:lnSpc>
              <a:defRPr sz="4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15" name="Body Level One…"/>
          <p:cNvSpPr txBox="1"/>
          <p:nvPr>
            <p:ph type="body" sz="quarter" idx="1"/>
          </p:nvPr>
        </p:nvSpPr>
        <p:spPr>
          <a:xfrm>
            <a:off x="1278464" y="3734858"/>
            <a:ext cx="6595535" cy="1090016"/>
          </a:xfrm>
          <a:prstGeom prst="rect">
            <a:avLst/>
          </a:prstGeom>
        </p:spPr>
        <p:txBody>
          <a:bodyPr/>
          <a:lstStyle>
            <a:lvl1pPr marL="0" indent="0" algn="ctr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2400">
                <a:latin typeface="Garamond"/>
                <a:ea typeface="Garamond"/>
                <a:cs typeface="Garamond"/>
                <a:sym typeface="Garamond"/>
              </a:defRPr>
            </a:lvl1pPr>
            <a:lvl2pPr marL="0" indent="457200" algn="ctr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2400">
                <a:latin typeface="Garamond"/>
                <a:ea typeface="Garamond"/>
                <a:cs typeface="Garamond"/>
                <a:sym typeface="Garamond"/>
              </a:defRPr>
            </a:lvl2pPr>
            <a:lvl3pPr marL="0" indent="914400" algn="ctr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2400">
                <a:latin typeface="Garamond"/>
                <a:ea typeface="Garamond"/>
                <a:cs typeface="Garamond"/>
                <a:sym typeface="Garamond"/>
              </a:defRPr>
            </a:lvl3pPr>
            <a:lvl4pPr marL="0" indent="1371600" algn="ctr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2400">
                <a:latin typeface="Garamond"/>
                <a:ea typeface="Garamond"/>
                <a:cs typeface="Garamond"/>
                <a:sym typeface="Garamond"/>
              </a:defRPr>
            </a:lvl4pPr>
            <a:lvl5pPr marL="0" indent="1828800" algn="ctr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2400">
                <a:latin typeface="Garamond"/>
                <a:ea typeface="Garamond"/>
                <a:cs typeface="Garamond"/>
                <a:sym typeface="Garamon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6" name="Straight Connector 30"/>
          <p:cNvSpPr/>
          <p:nvPr/>
        </p:nvSpPr>
        <p:spPr>
          <a:xfrm>
            <a:off x="1278465" y="3599391"/>
            <a:ext cx="6595535" cy="1"/>
          </a:xfrm>
          <a:prstGeom prst="line">
            <a:avLst/>
          </a:prstGeom>
          <a:ln w="15875" cap="rnd">
            <a:solidFill>
              <a:srgbClr val="83992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7" name="Slide Number"/>
          <p:cNvSpPr txBox="1"/>
          <p:nvPr>
            <p:ph type="sldNum" sz="quarter" idx="2"/>
          </p:nvPr>
        </p:nvSpPr>
        <p:spPr>
          <a:xfrm>
            <a:off x="7752398" y="5978313"/>
            <a:ext cx="223203" cy="243841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8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424" name="Picture 7" descr="Picture 7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0"/>
              <a:ext cx="9144001" cy="685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25" name="Rectangle 8"/>
            <p:cNvSpPr/>
            <p:nvPr/>
          </p:nvSpPr>
          <p:spPr>
            <a:xfrm>
              <a:off x="553888" y="542806"/>
              <a:ext cx="8039776" cy="5756393"/>
            </a:xfrm>
            <a:prstGeom prst="rect">
              <a:avLst/>
            </a:prstGeom>
            <a:noFill/>
            <a:ln w="15875" cap="flat">
              <a:solidFill>
                <a:srgbClr val="83992A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Garamond"/>
                  <a:ea typeface="Garamond"/>
                  <a:cs typeface="Garamond"/>
                  <a:sym typeface="Garamond"/>
                </a:defRPr>
              </a:pPr>
            </a:p>
          </p:txBody>
        </p:sp>
        <p:pic>
          <p:nvPicPr>
            <p:cNvPr id="426" name="Picture 9" descr="Picture 9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1" t="0" r="14240" b="0"/>
            <a:stretch>
              <a:fillRect/>
            </a:stretch>
          </p:blipFill>
          <p:spPr>
            <a:xfrm>
              <a:off x="-1" y="3128434"/>
              <a:ext cx="685801" cy="606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27" name="Picture 10" descr="Picture 10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1" t="0" r="14240" b="0"/>
            <a:stretch>
              <a:fillRect/>
            </a:stretch>
          </p:blipFill>
          <p:spPr>
            <a:xfrm>
              <a:off x="8466667" y="3128434"/>
              <a:ext cx="685801" cy="606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29" name="Straight Connector 7"/>
          <p:cNvSpPr/>
          <p:nvPr/>
        </p:nvSpPr>
        <p:spPr>
          <a:xfrm>
            <a:off x="1278465" y="2356260"/>
            <a:ext cx="6595535" cy="1"/>
          </a:xfrm>
          <a:prstGeom prst="line">
            <a:avLst/>
          </a:prstGeom>
          <a:ln w="15875" cap="rnd">
            <a:solidFill>
              <a:srgbClr val="83992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0" name="Title Text"/>
          <p:cNvSpPr txBox="1"/>
          <p:nvPr>
            <p:ph type="title"/>
          </p:nvPr>
        </p:nvSpPr>
        <p:spPr>
          <a:xfrm>
            <a:off x="1176865" y="915336"/>
            <a:ext cx="6798735" cy="1303868"/>
          </a:xfrm>
          <a:prstGeom prst="rect">
            <a:avLst/>
          </a:prstGeom>
        </p:spPr>
        <p:txBody>
          <a:bodyPr/>
          <a:lstStyle>
            <a:lvl1pPr algn="ctr" defTabSz="457200">
              <a:lnSpc>
                <a:spcPct val="100000"/>
              </a:lnSpc>
              <a:defRPr sz="4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31" name="Body Level One…"/>
          <p:cNvSpPr txBox="1"/>
          <p:nvPr>
            <p:ph type="body" sz="quarter" idx="1"/>
          </p:nvPr>
        </p:nvSpPr>
        <p:spPr>
          <a:xfrm>
            <a:off x="1176865" y="2487167"/>
            <a:ext cx="3337561" cy="3447289"/>
          </a:xfrm>
          <a:prstGeom prst="rect">
            <a:avLst/>
          </a:prstGeom>
        </p:spPr>
        <p:txBody>
          <a:bodyPr/>
          <a:lstStyle>
            <a:lvl1pPr marL="285750" indent="-285750" defTabSz="457200">
              <a:lnSpc>
                <a:spcPct val="100000"/>
              </a:lnSpc>
              <a:spcBef>
                <a:spcPts val="600"/>
              </a:spcBef>
              <a:buClr>
                <a:srgbClr val="83992A"/>
              </a:buClr>
              <a:buSzPct val="115000"/>
              <a:defRPr sz="24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800100" indent="-342900" defTabSz="457200">
              <a:lnSpc>
                <a:spcPct val="100000"/>
              </a:lnSpc>
              <a:spcBef>
                <a:spcPts val="600"/>
              </a:spcBef>
              <a:buClr>
                <a:srgbClr val="83992A"/>
              </a:buClr>
              <a:buSzPct val="115000"/>
              <a:defRPr sz="24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295400" indent="-381000" defTabSz="457200">
              <a:lnSpc>
                <a:spcPct val="100000"/>
              </a:lnSpc>
              <a:spcBef>
                <a:spcPts val="600"/>
              </a:spcBef>
              <a:buClr>
                <a:srgbClr val="83992A"/>
              </a:buClr>
              <a:buSzPct val="115000"/>
              <a:defRPr sz="24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628775" indent="-257175" defTabSz="457200">
              <a:lnSpc>
                <a:spcPct val="100000"/>
              </a:lnSpc>
              <a:spcBef>
                <a:spcPts val="600"/>
              </a:spcBef>
              <a:buClr>
                <a:srgbClr val="83992A"/>
              </a:buClr>
              <a:buSzPct val="115000"/>
              <a:defRPr sz="24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122714" indent="-293914" defTabSz="457200">
              <a:lnSpc>
                <a:spcPct val="100000"/>
              </a:lnSpc>
              <a:spcBef>
                <a:spcPts val="600"/>
              </a:spcBef>
              <a:buClr>
                <a:srgbClr val="83992A"/>
              </a:buClr>
              <a:buSzPct val="115000"/>
              <a:defRPr sz="24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2" name="Slide Number"/>
          <p:cNvSpPr txBox="1"/>
          <p:nvPr>
            <p:ph type="sldNum" sz="quarter" idx="2"/>
          </p:nvPr>
        </p:nvSpPr>
        <p:spPr>
          <a:xfrm>
            <a:off x="7752398" y="5978313"/>
            <a:ext cx="223203" cy="243841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3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439" name="Picture 7" descr="Picture 7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0"/>
              <a:ext cx="9144001" cy="685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40" name="Rectangle 8"/>
            <p:cNvSpPr/>
            <p:nvPr/>
          </p:nvSpPr>
          <p:spPr>
            <a:xfrm>
              <a:off x="553888" y="542806"/>
              <a:ext cx="8039776" cy="5756393"/>
            </a:xfrm>
            <a:prstGeom prst="rect">
              <a:avLst/>
            </a:prstGeom>
            <a:noFill/>
            <a:ln w="15875" cap="flat">
              <a:solidFill>
                <a:srgbClr val="83992A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Garamond"/>
                  <a:ea typeface="Garamond"/>
                  <a:cs typeface="Garamond"/>
                  <a:sym typeface="Garamond"/>
                </a:defRPr>
              </a:pPr>
            </a:p>
          </p:txBody>
        </p:sp>
        <p:pic>
          <p:nvPicPr>
            <p:cNvPr id="441" name="Picture 9" descr="Picture 9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1" t="0" r="14240" b="0"/>
            <a:stretch>
              <a:fillRect/>
            </a:stretch>
          </p:blipFill>
          <p:spPr>
            <a:xfrm>
              <a:off x="-1" y="3128434"/>
              <a:ext cx="685801" cy="606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42" name="Picture 10" descr="Picture 10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1" t="0" r="14240" b="0"/>
            <a:stretch>
              <a:fillRect/>
            </a:stretch>
          </p:blipFill>
          <p:spPr>
            <a:xfrm>
              <a:off x="8466667" y="3128434"/>
              <a:ext cx="685801" cy="606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44" name="Title Text"/>
          <p:cNvSpPr txBox="1"/>
          <p:nvPr>
            <p:ph type="title"/>
          </p:nvPr>
        </p:nvSpPr>
        <p:spPr>
          <a:xfrm>
            <a:off x="1176865" y="915336"/>
            <a:ext cx="6798735" cy="1303868"/>
          </a:xfrm>
          <a:prstGeom prst="rect">
            <a:avLst/>
          </a:prstGeom>
        </p:spPr>
        <p:txBody>
          <a:bodyPr/>
          <a:lstStyle>
            <a:lvl1pPr algn="ctr" defTabSz="457200">
              <a:lnSpc>
                <a:spcPct val="100000"/>
              </a:lnSpc>
              <a:defRPr sz="4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45" name="Body Level One…"/>
          <p:cNvSpPr txBox="1"/>
          <p:nvPr>
            <p:ph type="body" sz="quarter" idx="1"/>
          </p:nvPr>
        </p:nvSpPr>
        <p:spPr>
          <a:xfrm>
            <a:off x="1176867" y="2658533"/>
            <a:ext cx="3337561" cy="576263"/>
          </a:xfrm>
          <a:prstGeom prst="rect">
            <a:avLst/>
          </a:prstGeom>
        </p:spPr>
        <p:txBody>
          <a:bodyPr anchor="b"/>
          <a:lstStyle>
            <a:lvl1pPr marL="0" indent="0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2400">
                <a:solidFill>
                  <a:srgbClr val="83992A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indent="457200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2400">
                <a:solidFill>
                  <a:srgbClr val="83992A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indent="914400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2400">
                <a:solidFill>
                  <a:srgbClr val="83992A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indent="1371600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2400">
                <a:solidFill>
                  <a:srgbClr val="83992A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indent="1828800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2400">
                <a:solidFill>
                  <a:srgbClr val="83992A"/>
                </a:solidFill>
                <a:latin typeface="Garamond"/>
                <a:ea typeface="Garamond"/>
                <a:cs typeface="Garamond"/>
                <a:sym typeface="Garamon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46" name="Text Placeholder 4"/>
          <p:cNvSpPr/>
          <p:nvPr>
            <p:ph type="body" sz="quarter" idx="21"/>
          </p:nvPr>
        </p:nvSpPr>
        <p:spPr>
          <a:xfrm>
            <a:off x="4641832" y="2658533"/>
            <a:ext cx="3337560" cy="576263"/>
          </a:xfrm>
          <a:prstGeom prst="rect">
            <a:avLst/>
          </a:prstGeom>
        </p:spPr>
        <p:txBody>
          <a:bodyPr anchor="b"/>
          <a:lstStyle/>
          <a:p>
            <a:pPr marL="0" indent="0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2400">
                <a:solidFill>
                  <a:srgbClr val="83992A"/>
                </a:solidFill>
                <a:latin typeface="Garamond"/>
                <a:ea typeface="Garamond"/>
                <a:cs typeface="Garamond"/>
                <a:sym typeface="Garamond"/>
              </a:defRPr>
            </a:pPr>
          </a:p>
        </p:txBody>
      </p:sp>
      <p:sp>
        <p:nvSpPr>
          <p:cNvPr id="447" name="Straight Connector 40"/>
          <p:cNvSpPr/>
          <p:nvPr/>
        </p:nvSpPr>
        <p:spPr>
          <a:xfrm>
            <a:off x="1278466" y="2354670"/>
            <a:ext cx="6595535" cy="1"/>
          </a:xfrm>
          <a:prstGeom prst="line">
            <a:avLst/>
          </a:prstGeom>
          <a:ln w="15875" cap="rnd">
            <a:solidFill>
              <a:srgbClr val="83992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8" name="Slide Number"/>
          <p:cNvSpPr txBox="1"/>
          <p:nvPr>
            <p:ph type="sldNum" sz="quarter" idx="2"/>
          </p:nvPr>
        </p:nvSpPr>
        <p:spPr>
          <a:xfrm>
            <a:off x="7752398" y="5978313"/>
            <a:ext cx="223203" cy="243841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455" name="Picture 7" descr="Picture 7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0"/>
              <a:ext cx="9144001" cy="685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56" name="Rectangle 8"/>
            <p:cNvSpPr/>
            <p:nvPr/>
          </p:nvSpPr>
          <p:spPr>
            <a:xfrm>
              <a:off x="553888" y="542806"/>
              <a:ext cx="8039776" cy="5756393"/>
            </a:xfrm>
            <a:prstGeom prst="rect">
              <a:avLst/>
            </a:prstGeom>
            <a:noFill/>
            <a:ln w="15875" cap="flat">
              <a:solidFill>
                <a:srgbClr val="83992A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Garamond"/>
                  <a:ea typeface="Garamond"/>
                  <a:cs typeface="Garamond"/>
                  <a:sym typeface="Garamond"/>
                </a:defRPr>
              </a:pPr>
            </a:p>
          </p:txBody>
        </p:sp>
        <p:pic>
          <p:nvPicPr>
            <p:cNvPr id="457" name="Picture 9" descr="Picture 9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1" t="0" r="14240" b="0"/>
            <a:stretch>
              <a:fillRect/>
            </a:stretch>
          </p:blipFill>
          <p:spPr>
            <a:xfrm>
              <a:off x="-1" y="3128434"/>
              <a:ext cx="685801" cy="606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58" name="Picture 10" descr="Picture 10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1" t="0" r="14240" b="0"/>
            <a:stretch>
              <a:fillRect/>
            </a:stretch>
          </p:blipFill>
          <p:spPr>
            <a:xfrm>
              <a:off x="8466667" y="3128434"/>
              <a:ext cx="685801" cy="606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60" name="Title Text"/>
          <p:cNvSpPr txBox="1"/>
          <p:nvPr>
            <p:ph type="title"/>
          </p:nvPr>
        </p:nvSpPr>
        <p:spPr>
          <a:xfrm>
            <a:off x="1176864" y="915336"/>
            <a:ext cx="6798736" cy="1303868"/>
          </a:xfrm>
          <a:prstGeom prst="rect">
            <a:avLst/>
          </a:prstGeom>
        </p:spPr>
        <p:txBody>
          <a:bodyPr/>
          <a:lstStyle>
            <a:lvl1pPr algn="ctr" defTabSz="457200">
              <a:lnSpc>
                <a:spcPct val="100000"/>
              </a:lnSpc>
              <a:defRPr sz="4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61" name="Straight Connector 13"/>
          <p:cNvSpPr/>
          <p:nvPr/>
        </p:nvSpPr>
        <p:spPr>
          <a:xfrm>
            <a:off x="1278466" y="2354670"/>
            <a:ext cx="6595535" cy="1"/>
          </a:xfrm>
          <a:prstGeom prst="line">
            <a:avLst/>
          </a:prstGeom>
          <a:ln w="15875" cap="rnd">
            <a:solidFill>
              <a:srgbClr val="83992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2" name="Slide Number"/>
          <p:cNvSpPr txBox="1"/>
          <p:nvPr>
            <p:ph type="sldNum" sz="quarter" idx="2"/>
          </p:nvPr>
        </p:nvSpPr>
        <p:spPr>
          <a:xfrm>
            <a:off x="7752398" y="5978313"/>
            <a:ext cx="223203" cy="243841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3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469" name="Picture 7" descr="Picture 7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0"/>
              <a:ext cx="9144001" cy="685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70" name="Rectangle 8"/>
            <p:cNvSpPr/>
            <p:nvPr/>
          </p:nvSpPr>
          <p:spPr>
            <a:xfrm>
              <a:off x="553888" y="542806"/>
              <a:ext cx="8039776" cy="5756393"/>
            </a:xfrm>
            <a:prstGeom prst="rect">
              <a:avLst/>
            </a:prstGeom>
            <a:noFill/>
            <a:ln w="15875" cap="flat">
              <a:solidFill>
                <a:srgbClr val="83992A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Garamond"/>
                  <a:ea typeface="Garamond"/>
                  <a:cs typeface="Garamond"/>
                  <a:sym typeface="Garamond"/>
                </a:defRPr>
              </a:pPr>
            </a:p>
          </p:txBody>
        </p:sp>
        <p:pic>
          <p:nvPicPr>
            <p:cNvPr id="471" name="Picture 9" descr="Picture 9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1" t="0" r="14240" b="0"/>
            <a:stretch>
              <a:fillRect/>
            </a:stretch>
          </p:blipFill>
          <p:spPr>
            <a:xfrm>
              <a:off x="-1" y="3128434"/>
              <a:ext cx="685801" cy="606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72" name="Picture 10" descr="Picture 10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1" t="0" r="14240" b="0"/>
            <a:stretch>
              <a:fillRect/>
            </a:stretch>
          </p:blipFill>
          <p:spPr>
            <a:xfrm>
              <a:off x="8466667" y="3128434"/>
              <a:ext cx="685801" cy="606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74" name="Slide Number"/>
          <p:cNvSpPr txBox="1"/>
          <p:nvPr>
            <p:ph type="sldNum" sz="quarter" idx="2"/>
          </p:nvPr>
        </p:nvSpPr>
        <p:spPr>
          <a:xfrm>
            <a:off x="7752398" y="5978313"/>
            <a:ext cx="223203" cy="243841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5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481" name="Picture 7" descr="Picture 7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0"/>
              <a:ext cx="9144001" cy="685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82" name="Rectangle 8"/>
            <p:cNvSpPr/>
            <p:nvPr/>
          </p:nvSpPr>
          <p:spPr>
            <a:xfrm>
              <a:off x="553888" y="542806"/>
              <a:ext cx="8039776" cy="5756393"/>
            </a:xfrm>
            <a:prstGeom prst="rect">
              <a:avLst/>
            </a:prstGeom>
            <a:noFill/>
            <a:ln w="15875" cap="flat">
              <a:solidFill>
                <a:srgbClr val="83992A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Garamond"/>
                  <a:ea typeface="Garamond"/>
                  <a:cs typeface="Garamond"/>
                  <a:sym typeface="Garamond"/>
                </a:defRPr>
              </a:pPr>
            </a:p>
          </p:txBody>
        </p:sp>
        <p:pic>
          <p:nvPicPr>
            <p:cNvPr id="483" name="Picture 9" descr="Picture 9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1" t="0" r="14240" b="0"/>
            <a:stretch>
              <a:fillRect/>
            </a:stretch>
          </p:blipFill>
          <p:spPr>
            <a:xfrm>
              <a:off x="-1" y="3128434"/>
              <a:ext cx="685801" cy="606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84" name="Picture 10" descr="Picture 10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1" t="0" r="14240" b="0"/>
            <a:stretch>
              <a:fillRect/>
            </a:stretch>
          </p:blipFill>
          <p:spPr>
            <a:xfrm>
              <a:off x="8466667" y="3128434"/>
              <a:ext cx="685801" cy="606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86" name="Title Text"/>
          <p:cNvSpPr txBox="1"/>
          <p:nvPr>
            <p:ph type="title"/>
          </p:nvPr>
        </p:nvSpPr>
        <p:spPr>
          <a:xfrm>
            <a:off x="1176864" y="1388534"/>
            <a:ext cx="2536800" cy="1371601"/>
          </a:xfrm>
          <a:prstGeom prst="rect">
            <a:avLst/>
          </a:prstGeom>
        </p:spPr>
        <p:txBody>
          <a:bodyPr anchor="b"/>
          <a:lstStyle>
            <a:lvl1pPr algn="ctr" defTabSz="457200">
              <a:lnSpc>
                <a:spcPct val="100000"/>
              </a:lnSpc>
              <a:defRPr sz="24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87" name="Body Level One…"/>
          <p:cNvSpPr txBox="1"/>
          <p:nvPr>
            <p:ph type="body" sz="half" idx="1"/>
          </p:nvPr>
        </p:nvSpPr>
        <p:spPr>
          <a:xfrm>
            <a:off x="4120062" y="982132"/>
            <a:ext cx="3855540" cy="4893736"/>
          </a:xfrm>
          <a:prstGeom prst="rect">
            <a:avLst/>
          </a:prstGeom>
        </p:spPr>
        <p:txBody>
          <a:bodyPr anchor="ctr"/>
          <a:lstStyle>
            <a:lvl1pPr marL="285750" indent="-285750" defTabSz="457200">
              <a:lnSpc>
                <a:spcPct val="100000"/>
              </a:lnSpc>
              <a:spcBef>
                <a:spcPts val="600"/>
              </a:spcBef>
              <a:buClr>
                <a:srgbClr val="83992A"/>
              </a:buClr>
              <a:buSzPct val="115000"/>
              <a:defRPr sz="24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800100" indent="-342900" defTabSz="457200">
              <a:lnSpc>
                <a:spcPct val="100000"/>
              </a:lnSpc>
              <a:spcBef>
                <a:spcPts val="600"/>
              </a:spcBef>
              <a:buClr>
                <a:srgbClr val="83992A"/>
              </a:buClr>
              <a:buSzPct val="115000"/>
              <a:defRPr sz="24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295400" indent="-381000" defTabSz="457200">
              <a:lnSpc>
                <a:spcPct val="100000"/>
              </a:lnSpc>
              <a:spcBef>
                <a:spcPts val="600"/>
              </a:spcBef>
              <a:buClr>
                <a:srgbClr val="83992A"/>
              </a:buClr>
              <a:buSzPct val="115000"/>
              <a:defRPr sz="24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628775" indent="-257175" defTabSz="457200">
              <a:lnSpc>
                <a:spcPct val="100000"/>
              </a:lnSpc>
              <a:spcBef>
                <a:spcPts val="600"/>
              </a:spcBef>
              <a:buClr>
                <a:srgbClr val="83992A"/>
              </a:buClr>
              <a:buSzPct val="115000"/>
              <a:defRPr sz="24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122714" indent="-293914" defTabSz="457200">
              <a:lnSpc>
                <a:spcPct val="100000"/>
              </a:lnSpc>
              <a:spcBef>
                <a:spcPts val="600"/>
              </a:spcBef>
              <a:buClr>
                <a:srgbClr val="83992A"/>
              </a:buClr>
              <a:buSzPct val="115000"/>
              <a:defRPr sz="24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8" name="Text Placeholder 3"/>
          <p:cNvSpPr/>
          <p:nvPr>
            <p:ph type="body" sz="quarter" idx="21"/>
          </p:nvPr>
        </p:nvSpPr>
        <p:spPr>
          <a:xfrm>
            <a:off x="1176864" y="3031064"/>
            <a:ext cx="2536800" cy="2438406"/>
          </a:xfrm>
          <a:prstGeom prst="rect">
            <a:avLst/>
          </a:prstGeom>
        </p:spPr>
        <p:txBody>
          <a:bodyPr/>
          <a:lstStyle/>
          <a:p>
            <a:pPr marL="0" indent="0" algn="ctr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16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pPr>
          </a:p>
        </p:txBody>
      </p:sp>
      <p:sp>
        <p:nvSpPr>
          <p:cNvPr id="489" name="Straight Connector 15"/>
          <p:cNvSpPr/>
          <p:nvPr/>
        </p:nvSpPr>
        <p:spPr>
          <a:xfrm>
            <a:off x="1278465" y="2912533"/>
            <a:ext cx="2333595" cy="1"/>
          </a:xfrm>
          <a:prstGeom prst="line">
            <a:avLst/>
          </a:prstGeom>
          <a:ln w="15875" cap="rnd">
            <a:solidFill>
              <a:srgbClr val="83992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0" name="Slide Number"/>
          <p:cNvSpPr txBox="1"/>
          <p:nvPr>
            <p:ph type="sldNum" sz="quarter" idx="2"/>
          </p:nvPr>
        </p:nvSpPr>
        <p:spPr>
          <a:xfrm>
            <a:off x="7752398" y="5978313"/>
            <a:ext cx="223203" cy="243841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497" name="Picture 7" descr="Picture 7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0"/>
              <a:ext cx="9144001" cy="685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98" name="Rectangle 8"/>
            <p:cNvSpPr/>
            <p:nvPr/>
          </p:nvSpPr>
          <p:spPr>
            <a:xfrm>
              <a:off x="553888" y="542806"/>
              <a:ext cx="8039776" cy="5756393"/>
            </a:xfrm>
            <a:prstGeom prst="rect">
              <a:avLst/>
            </a:prstGeom>
            <a:noFill/>
            <a:ln w="15875" cap="flat">
              <a:solidFill>
                <a:srgbClr val="83992A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Garamond"/>
                  <a:ea typeface="Garamond"/>
                  <a:cs typeface="Garamond"/>
                  <a:sym typeface="Garamond"/>
                </a:defRPr>
              </a:pPr>
            </a:p>
          </p:txBody>
        </p:sp>
        <p:pic>
          <p:nvPicPr>
            <p:cNvPr id="499" name="Picture 9" descr="Picture 9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1" t="0" r="14240" b="0"/>
            <a:stretch>
              <a:fillRect/>
            </a:stretch>
          </p:blipFill>
          <p:spPr>
            <a:xfrm>
              <a:off x="-1" y="3128434"/>
              <a:ext cx="685801" cy="606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00" name="Picture 10" descr="Picture 10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1" t="0" r="14240" b="0"/>
            <a:stretch>
              <a:fillRect/>
            </a:stretch>
          </p:blipFill>
          <p:spPr>
            <a:xfrm>
              <a:off x="8466667" y="3128434"/>
              <a:ext cx="685801" cy="606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02" name="Title Text"/>
          <p:cNvSpPr txBox="1"/>
          <p:nvPr>
            <p:ph type="title"/>
          </p:nvPr>
        </p:nvSpPr>
        <p:spPr>
          <a:xfrm>
            <a:off x="1176864" y="1883831"/>
            <a:ext cx="3632203" cy="1371601"/>
          </a:xfrm>
          <a:prstGeom prst="rect">
            <a:avLst/>
          </a:prstGeom>
        </p:spPr>
        <p:txBody>
          <a:bodyPr anchor="b"/>
          <a:lstStyle>
            <a:lvl1pPr algn="ctr" defTabSz="457200">
              <a:lnSpc>
                <a:spcPct val="100000"/>
              </a:lnSpc>
              <a:defRPr sz="24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03" name="Picture Placeholder 2"/>
          <p:cNvSpPr/>
          <p:nvPr>
            <p:ph type="pic" sz="half" idx="21"/>
          </p:nvPr>
        </p:nvSpPr>
        <p:spPr>
          <a:xfrm>
            <a:off x="5183068" y="1032932"/>
            <a:ext cx="2929464" cy="4792138"/>
          </a:xfrm>
          <a:prstGeom prst="rect">
            <a:avLst/>
          </a:prstGeom>
          <a:ln w="57150">
            <a:solidFill>
              <a:srgbClr val="808080"/>
            </a:solidFill>
            <a:round/>
          </a:ln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504" name="Body Level One…"/>
          <p:cNvSpPr txBox="1"/>
          <p:nvPr>
            <p:ph type="body" sz="quarter" idx="1"/>
          </p:nvPr>
        </p:nvSpPr>
        <p:spPr>
          <a:xfrm>
            <a:off x="1176864" y="3255431"/>
            <a:ext cx="3632203" cy="1828801"/>
          </a:xfrm>
          <a:prstGeom prst="rect">
            <a:avLst/>
          </a:prstGeom>
        </p:spPr>
        <p:txBody>
          <a:bodyPr/>
          <a:lstStyle>
            <a:lvl1pPr marL="0" indent="0" algn="ctr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16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indent="457200" algn="ctr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16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indent="914400" algn="ctr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16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indent="1371600" algn="ctr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16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indent="1828800" algn="ctr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16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5" name="Slide Number"/>
          <p:cNvSpPr txBox="1"/>
          <p:nvPr>
            <p:ph type="sldNum" sz="quarter" idx="2"/>
          </p:nvPr>
        </p:nvSpPr>
        <p:spPr>
          <a:xfrm>
            <a:off x="7752398" y="5978313"/>
            <a:ext cx="223203" cy="243841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anoramic Picture with Caption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6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512" name="Picture 7" descr="Picture 7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0"/>
              <a:ext cx="9144001" cy="685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13" name="Rectangle 8"/>
            <p:cNvSpPr/>
            <p:nvPr/>
          </p:nvSpPr>
          <p:spPr>
            <a:xfrm>
              <a:off x="553888" y="542806"/>
              <a:ext cx="8039776" cy="5756393"/>
            </a:xfrm>
            <a:prstGeom prst="rect">
              <a:avLst/>
            </a:prstGeom>
            <a:noFill/>
            <a:ln w="15875" cap="flat">
              <a:solidFill>
                <a:srgbClr val="83992A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Garamond"/>
                  <a:ea typeface="Garamond"/>
                  <a:cs typeface="Garamond"/>
                  <a:sym typeface="Garamond"/>
                </a:defRPr>
              </a:pPr>
            </a:p>
          </p:txBody>
        </p:sp>
        <p:pic>
          <p:nvPicPr>
            <p:cNvPr id="514" name="Picture 9" descr="Picture 9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1" t="0" r="14240" b="0"/>
            <a:stretch>
              <a:fillRect/>
            </a:stretch>
          </p:blipFill>
          <p:spPr>
            <a:xfrm>
              <a:off x="-1" y="3128434"/>
              <a:ext cx="685801" cy="606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15" name="Picture 10" descr="Picture 10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1" t="0" r="14240" b="0"/>
            <a:stretch>
              <a:fillRect/>
            </a:stretch>
          </p:blipFill>
          <p:spPr>
            <a:xfrm>
              <a:off x="8466667" y="3128434"/>
              <a:ext cx="685801" cy="606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17" name="Title Text"/>
          <p:cNvSpPr txBox="1"/>
          <p:nvPr>
            <p:ph type="title"/>
          </p:nvPr>
        </p:nvSpPr>
        <p:spPr>
          <a:xfrm>
            <a:off x="1176865" y="4815414"/>
            <a:ext cx="6798735" cy="566739"/>
          </a:xfrm>
          <a:prstGeom prst="rect">
            <a:avLst/>
          </a:prstGeom>
        </p:spPr>
        <p:txBody>
          <a:bodyPr anchor="b"/>
          <a:lstStyle>
            <a:lvl1pPr algn="ctr" defTabSz="457200">
              <a:lnSpc>
                <a:spcPct val="100000"/>
              </a:lnSpc>
              <a:defRPr sz="24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18" name="Picture Placeholder 2"/>
          <p:cNvSpPr/>
          <p:nvPr>
            <p:ph type="pic" sz="half" idx="21"/>
          </p:nvPr>
        </p:nvSpPr>
        <p:spPr>
          <a:xfrm>
            <a:off x="1026260" y="1032932"/>
            <a:ext cx="7091482" cy="3361270"/>
          </a:xfrm>
          <a:prstGeom prst="rect">
            <a:avLst/>
          </a:prstGeom>
          <a:ln w="57150">
            <a:solidFill>
              <a:srgbClr val="808080"/>
            </a:solidFill>
            <a:round/>
          </a:ln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519" name="Body Level One…"/>
          <p:cNvSpPr txBox="1"/>
          <p:nvPr>
            <p:ph type="body" sz="quarter" idx="1"/>
          </p:nvPr>
        </p:nvSpPr>
        <p:spPr>
          <a:xfrm>
            <a:off x="1176865" y="5382152"/>
            <a:ext cx="6798735" cy="493713"/>
          </a:xfrm>
          <a:prstGeom prst="rect">
            <a:avLst/>
          </a:prstGeom>
        </p:spPr>
        <p:txBody>
          <a:bodyPr/>
          <a:lstStyle>
            <a:lvl1pPr marL="0" indent="0" algn="ctr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16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indent="457200" algn="ctr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16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indent="914400" algn="ctr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16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indent="1371600" algn="ctr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16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indent="1828800" algn="ctr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16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0" name="Slide Number"/>
          <p:cNvSpPr txBox="1"/>
          <p:nvPr>
            <p:ph type="sldNum" sz="quarter" idx="2"/>
          </p:nvPr>
        </p:nvSpPr>
        <p:spPr>
          <a:xfrm>
            <a:off x="7752398" y="5978313"/>
            <a:ext cx="223203" cy="243841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aption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1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527" name="Picture 7" descr="Picture 7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0"/>
              <a:ext cx="9144001" cy="685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28" name="Rectangle 8"/>
            <p:cNvSpPr/>
            <p:nvPr/>
          </p:nvSpPr>
          <p:spPr>
            <a:xfrm>
              <a:off x="553888" y="542806"/>
              <a:ext cx="8039776" cy="5756393"/>
            </a:xfrm>
            <a:prstGeom prst="rect">
              <a:avLst/>
            </a:prstGeom>
            <a:noFill/>
            <a:ln w="15875" cap="flat">
              <a:solidFill>
                <a:srgbClr val="83992A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Garamond"/>
                  <a:ea typeface="Garamond"/>
                  <a:cs typeface="Garamond"/>
                  <a:sym typeface="Garamond"/>
                </a:defRPr>
              </a:pPr>
            </a:p>
          </p:txBody>
        </p:sp>
        <p:pic>
          <p:nvPicPr>
            <p:cNvPr id="529" name="Picture 9" descr="Picture 9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1" t="0" r="14240" b="0"/>
            <a:stretch>
              <a:fillRect/>
            </a:stretch>
          </p:blipFill>
          <p:spPr>
            <a:xfrm>
              <a:off x="-1" y="3128434"/>
              <a:ext cx="685801" cy="606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30" name="Picture 10" descr="Picture 10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1" t="0" r="14240" b="0"/>
            <a:stretch>
              <a:fillRect/>
            </a:stretch>
          </p:blipFill>
          <p:spPr>
            <a:xfrm>
              <a:off x="8466667" y="3128434"/>
              <a:ext cx="685801" cy="606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32" name="Title Text"/>
          <p:cNvSpPr txBox="1"/>
          <p:nvPr>
            <p:ph type="title"/>
          </p:nvPr>
        </p:nvSpPr>
        <p:spPr>
          <a:xfrm>
            <a:off x="1176865" y="906873"/>
            <a:ext cx="6798735" cy="3097860"/>
          </a:xfrm>
          <a:prstGeom prst="rect">
            <a:avLst/>
          </a:prstGeom>
        </p:spPr>
        <p:txBody>
          <a:bodyPr/>
          <a:lstStyle>
            <a:lvl1pPr algn="ctr" defTabSz="457200">
              <a:lnSpc>
                <a:spcPct val="100000"/>
              </a:lnSpc>
              <a:defRPr sz="32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33" name="Body Level One…"/>
          <p:cNvSpPr txBox="1"/>
          <p:nvPr>
            <p:ph type="body" sz="quarter" idx="1"/>
          </p:nvPr>
        </p:nvSpPr>
        <p:spPr>
          <a:xfrm>
            <a:off x="1176864" y="4275666"/>
            <a:ext cx="6798738" cy="1600203"/>
          </a:xfrm>
          <a:prstGeom prst="rect">
            <a:avLst/>
          </a:prstGeom>
        </p:spPr>
        <p:txBody>
          <a:bodyPr anchor="ctr"/>
          <a:lstStyle>
            <a:lvl1pPr marL="0" indent="0" algn="ctr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2000">
                <a:latin typeface="Garamond"/>
                <a:ea typeface="Garamond"/>
                <a:cs typeface="Garamond"/>
                <a:sym typeface="Garamond"/>
              </a:defRPr>
            </a:lvl1pPr>
            <a:lvl2pPr marL="0" indent="457200" algn="ctr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2000">
                <a:latin typeface="Garamond"/>
                <a:ea typeface="Garamond"/>
                <a:cs typeface="Garamond"/>
                <a:sym typeface="Garamond"/>
              </a:defRPr>
            </a:lvl2pPr>
            <a:lvl3pPr marL="0" indent="914400" algn="ctr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2000">
                <a:latin typeface="Garamond"/>
                <a:ea typeface="Garamond"/>
                <a:cs typeface="Garamond"/>
                <a:sym typeface="Garamond"/>
              </a:defRPr>
            </a:lvl3pPr>
            <a:lvl4pPr marL="0" indent="1371600" algn="ctr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2000">
                <a:latin typeface="Garamond"/>
                <a:ea typeface="Garamond"/>
                <a:cs typeface="Garamond"/>
                <a:sym typeface="Garamond"/>
              </a:defRPr>
            </a:lvl4pPr>
            <a:lvl5pPr marL="0" indent="1828800" algn="ctr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2000">
                <a:latin typeface="Garamond"/>
                <a:ea typeface="Garamond"/>
                <a:cs typeface="Garamond"/>
                <a:sym typeface="Garamon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34" name="Straight Connector 14"/>
          <p:cNvSpPr/>
          <p:nvPr/>
        </p:nvSpPr>
        <p:spPr>
          <a:xfrm>
            <a:off x="1278465" y="4140198"/>
            <a:ext cx="6606425" cy="1"/>
          </a:xfrm>
          <a:prstGeom prst="line">
            <a:avLst/>
          </a:prstGeom>
          <a:ln w="15875" cap="rnd">
            <a:solidFill>
              <a:srgbClr val="83992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5" name="Slide Number"/>
          <p:cNvSpPr txBox="1"/>
          <p:nvPr>
            <p:ph type="sldNum" sz="quarter" idx="2"/>
          </p:nvPr>
        </p:nvSpPr>
        <p:spPr>
          <a:xfrm>
            <a:off x="7752398" y="5978313"/>
            <a:ext cx="223203" cy="243841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 with Caption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542" name="Picture 7" descr="Picture 7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0"/>
              <a:ext cx="9144001" cy="685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43" name="Rectangle 8"/>
            <p:cNvSpPr/>
            <p:nvPr/>
          </p:nvSpPr>
          <p:spPr>
            <a:xfrm>
              <a:off x="553888" y="542806"/>
              <a:ext cx="8039776" cy="5756393"/>
            </a:xfrm>
            <a:prstGeom prst="rect">
              <a:avLst/>
            </a:prstGeom>
            <a:noFill/>
            <a:ln w="15875" cap="flat">
              <a:solidFill>
                <a:srgbClr val="83992A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Garamond"/>
                  <a:ea typeface="Garamond"/>
                  <a:cs typeface="Garamond"/>
                  <a:sym typeface="Garamond"/>
                </a:defRPr>
              </a:pPr>
            </a:p>
          </p:txBody>
        </p:sp>
        <p:pic>
          <p:nvPicPr>
            <p:cNvPr id="544" name="Picture 9" descr="Picture 9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1" t="0" r="14240" b="0"/>
            <a:stretch>
              <a:fillRect/>
            </a:stretch>
          </p:blipFill>
          <p:spPr>
            <a:xfrm>
              <a:off x="-1" y="3128434"/>
              <a:ext cx="685801" cy="606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45" name="Picture 10" descr="Picture 10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1" t="0" r="14240" b="0"/>
            <a:stretch>
              <a:fillRect/>
            </a:stretch>
          </p:blipFill>
          <p:spPr>
            <a:xfrm>
              <a:off x="8466667" y="3128434"/>
              <a:ext cx="685801" cy="606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47" name="Title Text"/>
          <p:cNvSpPr txBox="1"/>
          <p:nvPr>
            <p:ph type="title"/>
          </p:nvPr>
        </p:nvSpPr>
        <p:spPr>
          <a:xfrm>
            <a:off x="1334332" y="982132"/>
            <a:ext cx="6400252" cy="2370669"/>
          </a:xfrm>
          <a:prstGeom prst="rect">
            <a:avLst/>
          </a:prstGeom>
        </p:spPr>
        <p:txBody>
          <a:bodyPr/>
          <a:lstStyle>
            <a:lvl1pPr algn="ctr" defTabSz="457200">
              <a:lnSpc>
                <a:spcPct val="100000"/>
              </a:lnSpc>
              <a:defRPr sz="3200"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48" name="Body Level One…"/>
          <p:cNvSpPr txBox="1"/>
          <p:nvPr>
            <p:ph type="body" sz="quarter" idx="1"/>
          </p:nvPr>
        </p:nvSpPr>
        <p:spPr>
          <a:xfrm>
            <a:off x="1600200" y="3352798"/>
            <a:ext cx="5892799" cy="651934"/>
          </a:xfrm>
          <a:prstGeom prst="rect">
            <a:avLst/>
          </a:prstGeom>
        </p:spPr>
        <p:txBody>
          <a:bodyPr anchor="ctr"/>
          <a:lstStyle>
            <a:lvl1pPr marL="0" indent="0" algn="r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18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indent="457200" algn="r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18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indent="914400" algn="r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18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indent="1371600" algn="r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18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indent="1828800" algn="r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18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49" name="Text Placeholder 2"/>
          <p:cNvSpPr/>
          <p:nvPr>
            <p:ph type="body" sz="quarter" idx="21"/>
          </p:nvPr>
        </p:nvSpPr>
        <p:spPr>
          <a:xfrm>
            <a:off x="1176862" y="4343399"/>
            <a:ext cx="6798738" cy="1532469"/>
          </a:xfrm>
          <a:prstGeom prst="rect">
            <a:avLst/>
          </a:prstGeom>
        </p:spPr>
        <p:txBody>
          <a:bodyPr anchor="ctr"/>
          <a:lstStyle/>
          <a:p>
            <a:pPr marL="0" indent="0" algn="ctr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2000">
                <a:latin typeface="Garamond"/>
                <a:ea typeface="Garamond"/>
                <a:cs typeface="Garamond"/>
                <a:sym typeface="Garamond"/>
              </a:defRPr>
            </a:pPr>
          </a:p>
        </p:txBody>
      </p:sp>
      <p:sp>
        <p:nvSpPr>
          <p:cNvPr id="550" name="TextBox 13"/>
          <p:cNvSpPr txBox="1"/>
          <p:nvPr/>
        </p:nvSpPr>
        <p:spPr>
          <a:xfrm>
            <a:off x="895688" y="637679"/>
            <a:ext cx="365880" cy="1120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7200"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“</a:t>
            </a:r>
          </a:p>
        </p:txBody>
      </p:sp>
      <p:sp>
        <p:nvSpPr>
          <p:cNvPr id="551" name="TextBox 14"/>
          <p:cNvSpPr txBox="1"/>
          <p:nvPr/>
        </p:nvSpPr>
        <p:spPr>
          <a:xfrm>
            <a:off x="7679223" y="2560188"/>
            <a:ext cx="365880" cy="1120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7200"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”</a:t>
            </a:r>
          </a:p>
        </p:txBody>
      </p:sp>
      <p:sp>
        <p:nvSpPr>
          <p:cNvPr id="552" name="Straight Connector 18"/>
          <p:cNvSpPr/>
          <p:nvPr/>
        </p:nvSpPr>
        <p:spPr>
          <a:xfrm>
            <a:off x="1278466" y="4140198"/>
            <a:ext cx="6595535" cy="1"/>
          </a:xfrm>
          <a:prstGeom prst="line">
            <a:avLst/>
          </a:prstGeom>
          <a:ln w="15875" cap="rnd">
            <a:solidFill>
              <a:srgbClr val="83992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3" name="Slide Number"/>
          <p:cNvSpPr txBox="1"/>
          <p:nvPr>
            <p:ph type="sldNum" sz="quarter" idx="2"/>
          </p:nvPr>
        </p:nvSpPr>
        <p:spPr>
          <a:xfrm>
            <a:off x="7752398" y="5978313"/>
            <a:ext cx="223203" cy="243841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ame Card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4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560" name="Picture 7" descr="Picture 7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0"/>
              <a:ext cx="9144001" cy="685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61" name="Rectangle 8"/>
            <p:cNvSpPr/>
            <p:nvPr/>
          </p:nvSpPr>
          <p:spPr>
            <a:xfrm>
              <a:off x="553888" y="542806"/>
              <a:ext cx="8039776" cy="5756393"/>
            </a:xfrm>
            <a:prstGeom prst="rect">
              <a:avLst/>
            </a:prstGeom>
            <a:noFill/>
            <a:ln w="15875" cap="flat">
              <a:solidFill>
                <a:srgbClr val="83992A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Garamond"/>
                  <a:ea typeface="Garamond"/>
                  <a:cs typeface="Garamond"/>
                  <a:sym typeface="Garamond"/>
                </a:defRPr>
              </a:pPr>
            </a:p>
          </p:txBody>
        </p:sp>
        <p:pic>
          <p:nvPicPr>
            <p:cNvPr id="562" name="Picture 9" descr="Picture 9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1" t="0" r="14240" b="0"/>
            <a:stretch>
              <a:fillRect/>
            </a:stretch>
          </p:blipFill>
          <p:spPr>
            <a:xfrm>
              <a:off x="-1" y="3128434"/>
              <a:ext cx="685801" cy="606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3" name="Picture 10" descr="Picture 10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1" t="0" r="14240" b="0"/>
            <a:stretch>
              <a:fillRect/>
            </a:stretch>
          </p:blipFill>
          <p:spPr>
            <a:xfrm>
              <a:off x="8466667" y="3128434"/>
              <a:ext cx="685801" cy="606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65" name="Title Text"/>
          <p:cNvSpPr txBox="1"/>
          <p:nvPr>
            <p:ph type="title"/>
          </p:nvPr>
        </p:nvSpPr>
        <p:spPr>
          <a:xfrm>
            <a:off x="1176868" y="3308580"/>
            <a:ext cx="6798729" cy="1468801"/>
          </a:xfrm>
          <a:prstGeom prst="rect">
            <a:avLst/>
          </a:prstGeom>
        </p:spPr>
        <p:txBody>
          <a:bodyPr anchor="b"/>
          <a:lstStyle>
            <a:lvl1pPr defTabSz="457200">
              <a:lnSpc>
                <a:spcPct val="100000"/>
              </a:lnSpc>
              <a:defRPr sz="32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66" name="Body Level One…"/>
          <p:cNvSpPr txBox="1"/>
          <p:nvPr>
            <p:ph type="body" sz="quarter" idx="1"/>
          </p:nvPr>
        </p:nvSpPr>
        <p:spPr>
          <a:xfrm>
            <a:off x="1176867" y="4777380"/>
            <a:ext cx="6798731" cy="860401"/>
          </a:xfrm>
          <a:prstGeom prst="rect">
            <a:avLst/>
          </a:prstGeom>
        </p:spPr>
        <p:txBody>
          <a:bodyPr/>
          <a:lstStyle>
            <a:lvl1pPr marL="0" indent="0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1800">
                <a:latin typeface="Garamond"/>
                <a:ea typeface="Garamond"/>
                <a:cs typeface="Garamond"/>
                <a:sym typeface="Garamond"/>
              </a:defRPr>
            </a:lvl1pPr>
            <a:lvl2pPr marL="0" indent="457200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1800">
                <a:latin typeface="Garamond"/>
                <a:ea typeface="Garamond"/>
                <a:cs typeface="Garamond"/>
                <a:sym typeface="Garamond"/>
              </a:defRPr>
            </a:lvl2pPr>
            <a:lvl3pPr marL="0" indent="914400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1800">
                <a:latin typeface="Garamond"/>
                <a:ea typeface="Garamond"/>
                <a:cs typeface="Garamond"/>
                <a:sym typeface="Garamond"/>
              </a:defRPr>
            </a:lvl3pPr>
            <a:lvl4pPr marL="0" indent="1371600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1800">
                <a:latin typeface="Garamond"/>
                <a:ea typeface="Garamond"/>
                <a:cs typeface="Garamond"/>
                <a:sym typeface="Garamond"/>
              </a:defRPr>
            </a:lvl4pPr>
            <a:lvl5pPr marL="0" indent="1828800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1800">
                <a:latin typeface="Garamond"/>
                <a:ea typeface="Garamond"/>
                <a:cs typeface="Garamond"/>
                <a:sym typeface="Garamon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67" name="Slide Number"/>
          <p:cNvSpPr txBox="1"/>
          <p:nvPr>
            <p:ph type="sldNum" sz="quarter" idx="2"/>
          </p:nvPr>
        </p:nvSpPr>
        <p:spPr>
          <a:xfrm>
            <a:off x="7752398" y="5978313"/>
            <a:ext cx="223203" cy="243841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 Name Card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8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574" name="Picture 7" descr="Picture 7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0"/>
              <a:ext cx="9144001" cy="685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75" name="Rectangle 8"/>
            <p:cNvSpPr/>
            <p:nvPr/>
          </p:nvSpPr>
          <p:spPr>
            <a:xfrm>
              <a:off x="553888" y="542806"/>
              <a:ext cx="8039776" cy="5756393"/>
            </a:xfrm>
            <a:prstGeom prst="rect">
              <a:avLst/>
            </a:prstGeom>
            <a:noFill/>
            <a:ln w="15875" cap="flat">
              <a:solidFill>
                <a:srgbClr val="83992A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Garamond"/>
                  <a:ea typeface="Garamond"/>
                  <a:cs typeface="Garamond"/>
                  <a:sym typeface="Garamond"/>
                </a:defRPr>
              </a:pPr>
            </a:p>
          </p:txBody>
        </p:sp>
        <p:pic>
          <p:nvPicPr>
            <p:cNvPr id="576" name="Picture 9" descr="Picture 9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1" t="0" r="14240" b="0"/>
            <a:stretch>
              <a:fillRect/>
            </a:stretch>
          </p:blipFill>
          <p:spPr>
            <a:xfrm>
              <a:off x="-1" y="3128434"/>
              <a:ext cx="685801" cy="606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77" name="Picture 10" descr="Picture 10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1" t="0" r="14240" b="0"/>
            <a:stretch>
              <a:fillRect/>
            </a:stretch>
          </p:blipFill>
          <p:spPr>
            <a:xfrm>
              <a:off x="8466667" y="3128434"/>
              <a:ext cx="685801" cy="606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79" name="Title Text"/>
          <p:cNvSpPr txBox="1"/>
          <p:nvPr>
            <p:ph type="title"/>
          </p:nvPr>
        </p:nvSpPr>
        <p:spPr>
          <a:xfrm>
            <a:off x="1409416" y="982132"/>
            <a:ext cx="6325169" cy="2243669"/>
          </a:xfrm>
          <a:prstGeom prst="rect">
            <a:avLst/>
          </a:prstGeom>
        </p:spPr>
        <p:txBody>
          <a:bodyPr/>
          <a:lstStyle>
            <a:lvl1pPr algn="ctr" defTabSz="457200">
              <a:lnSpc>
                <a:spcPct val="100000"/>
              </a:lnSpc>
              <a:defRPr sz="3200"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80" name="Body Level One…"/>
          <p:cNvSpPr txBox="1"/>
          <p:nvPr>
            <p:ph type="body" sz="quarter" idx="1"/>
          </p:nvPr>
        </p:nvSpPr>
        <p:spPr>
          <a:xfrm>
            <a:off x="1176867" y="3639311"/>
            <a:ext cx="6798731" cy="886969"/>
          </a:xfrm>
          <a:prstGeom prst="rect">
            <a:avLst/>
          </a:prstGeom>
        </p:spPr>
        <p:txBody>
          <a:bodyPr anchor="b"/>
          <a:lstStyle>
            <a:lvl1pPr marL="0" indent="0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2000">
                <a:latin typeface="Garamond"/>
                <a:ea typeface="Garamond"/>
                <a:cs typeface="Garamond"/>
                <a:sym typeface="Garamond"/>
              </a:defRPr>
            </a:lvl1pPr>
            <a:lvl2pPr marL="0" indent="457200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2000">
                <a:latin typeface="Garamond"/>
                <a:ea typeface="Garamond"/>
                <a:cs typeface="Garamond"/>
                <a:sym typeface="Garamond"/>
              </a:defRPr>
            </a:lvl2pPr>
            <a:lvl3pPr marL="0" indent="914400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2000">
                <a:latin typeface="Garamond"/>
                <a:ea typeface="Garamond"/>
                <a:cs typeface="Garamond"/>
                <a:sym typeface="Garamond"/>
              </a:defRPr>
            </a:lvl3pPr>
            <a:lvl4pPr marL="0" indent="1371600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2000">
                <a:latin typeface="Garamond"/>
                <a:ea typeface="Garamond"/>
                <a:cs typeface="Garamond"/>
                <a:sym typeface="Garamond"/>
              </a:defRPr>
            </a:lvl4pPr>
            <a:lvl5pPr marL="0" indent="1828800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2000">
                <a:latin typeface="Garamond"/>
                <a:ea typeface="Garamond"/>
                <a:cs typeface="Garamond"/>
                <a:sym typeface="Garamon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1" name="Text Placeholder 2"/>
          <p:cNvSpPr/>
          <p:nvPr>
            <p:ph type="body" sz="quarter" idx="21"/>
          </p:nvPr>
        </p:nvSpPr>
        <p:spPr>
          <a:xfrm>
            <a:off x="1176864" y="4529666"/>
            <a:ext cx="6798738" cy="1346201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1600">
                <a:latin typeface="Garamond"/>
                <a:ea typeface="Garamond"/>
                <a:cs typeface="Garamond"/>
                <a:sym typeface="Garamond"/>
              </a:defRPr>
            </a:pPr>
          </a:p>
        </p:txBody>
      </p:sp>
      <p:sp>
        <p:nvSpPr>
          <p:cNvPr id="582" name="TextBox 11"/>
          <p:cNvSpPr txBox="1"/>
          <p:nvPr/>
        </p:nvSpPr>
        <p:spPr>
          <a:xfrm>
            <a:off x="923779" y="572062"/>
            <a:ext cx="365880" cy="1234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0"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“</a:t>
            </a:r>
          </a:p>
        </p:txBody>
      </p:sp>
      <p:sp>
        <p:nvSpPr>
          <p:cNvPr id="583" name="TextBox 12"/>
          <p:cNvSpPr txBox="1"/>
          <p:nvPr/>
        </p:nvSpPr>
        <p:spPr>
          <a:xfrm>
            <a:off x="7695515" y="2282896"/>
            <a:ext cx="365880" cy="1234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0"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”</a:t>
            </a:r>
          </a:p>
        </p:txBody>
      </p:sp>
      <p:sp>
        <p:nvSpPr>
          <p:cNvPr id="584" name="Straight Connector 25"/>
          <p:cNvSpPr/>
          <p:nvPr/>
        </p:nvSpPr>
        <p:spPr>
          <a:xfrm>
            <a:off x="1278466" y="3429000"/>
            <a:ext cx="6595535" cy="0"/>
          </a:xfrm>
          <a:prstGeom prst="line">
            <a:avLst/>
          </a:prstGeom>
          <a:ln w="15875" cap="rnd">
            <a:solidFill>
              <a:srgbClr val="83992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5" name="Slide Number"/>
          <p:cNvSpPr txBox="1"/>
          <p:nvPr>
            <p:ph type="sldNum" sz="quarter" idx="2"/>
          </p:nvPr>
        </p:nvSpPr>
        <p:spPr>
          <a:xfrm>
            <a:off x="7752398" y="5978313"/>
            <a:ext cx="223203" cy="243841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rue or Fals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6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592" name="Picture 7" descr="Picture 7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0"/>
              <a:ext cx="9144001" cy="685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93" name="Rectangle 8"/>
            <p:cNvSpPr/>
            <p:nvPr/>
          </p:nvSpPr>
          <p:spPr>
            <a:xfrm>
              <a:off x="553888" y="542806"/>
              <a:ext cx="8039776" cy="5756393"/>
            </a:xfrm>
            <a:prstGeom prst="rect">
              <a:avLst/>
            </a:prstGeom>
            <a:noFill/>
            <a:ln w="15875" cap="flat">
              <a:solidFill>
                <a:srgbClr val="83992A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Garamond"/>
                  <a:ea typeface="Garamond"/>
                  <a:cs typeface="Garamond"/>
                  <a:sym typeface="Garamond"/>
                </a:defRPr>
              </a:pPr>
            </a:p>
          </p:txBody>
        </p:sp>
        <p:pic>
          <p:nvPicPr>
            <p:cNvPr id="594" name="Picture 9" descr="Picture 9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1" t="0" r="14240" b="0"/>
            <a:stretch>
              <a:fillRect/>
            </a:stretch>
          </p:blipFill>
          <p:spPr>
            <a:xfrm>
              <a:off x="-1" y="3128434"/>
              <a:ext cx="685801" cy="606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95" name="Picture 10" descr="Picture 10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1" t="0" r="14240" b="0"/>
            <a:stretch>
              <a:fillRect/>
            </a:stretch>
          </p:blipFill>
          <p:spPr>
            <a:xfrm>
              <a:off x="8466667" y="3128434"/>
              <a:ext cx="685801" cy="606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97" name="Title Text"/>
          <p:cNvSpPr txBox="1"/>
          <p:nvPr>
            <p:ph type="title"/>
          </p:nvPr>
        </p:nvSpPr>
        <p:spPr>
          <a:xfrm>
            <a:off x="1176864" y="982131"/>
            <a:ext cx="6798735" cy="2294467"/>
          </a:xfrm>
          <a:prstGeom prst="rect">
            <a:avLst/>
          </a:prstGeom>
        </p:spPr>
        <p:txBody>
          <a:bodyPr/>
          <a:lstStyle>
            <a:lvl1pPr algn="ctr" defTabSz="457200">
              <a:lnSpc>
                <a:spcPct val="100000"/>
              </a:lnSpc>
              <a:defRPr sz="32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98" name="Body Level One…"/>
          <p:cNvSpPr txBox="1"/>
          <p:nvPr>
            <p:ph type="body" sz="quarter" idx="1"/>
          </p:nvPr>
        </p:nvSpPr>
        <p:spPr>
          <a:xfrm>
            <a:off x="1176867" y="3566159"/>
            <a:ext cx="6798731" cy="905257"/>
          </a:xfrm>
          <a:prstGeom prst="rect">
            <a:avLst/>
          </a:prstGeom>
        </p:spPr>
        <p:txBody>
          <a:bodyPr anchor="b"/>
          <a:lstStyle>
            <a:lvl1pPr marL="0" indent="0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2000">
                <a:latin typeface="Garamond"/>
                <a:ea typeface="Garamond"/>
                <a:cs typeface="Garamond"/>
                <a:sym typeface="Garamond"/>
              </a:defRPr>
            </a:lvl1pPr>
            <a:lvl2pPr marL="0" indent="457200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2000">
                <a:latin typeface="Garamond"/>
                <a:ea typeface="Garamond"/>
                <a:cs typeface="Garamond"/>
                <a:sym typeface="Garamond"/>
              </a:defRPr>
            </a:lvl2pPr>
            <a:lvl3pPr marL="0" indent="914400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2000">
                <a:latin typeface="Garamond"/>
                <a:ea typeface="Garamond"/>
                <a:cs typeface="Garamond"/>
                <a:sym typeface="Garamond"/>
              </a:defRPr>
            </a:lvl3pPr>
            <a:lvl4pPr marL="0" indent="1371600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2000">
                <a:latin typeface="Garamond"/>
                <a:ea typeface="Garamond"/>
                <a:cs typeface="Garamond"/>
                <a:sym typeface="Garamond"/>
              </a:defRPr>
            </a:lvl4pPr>
            <a:lvl5pPr marL="0" indent="1828800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2000">
                <a:latin typeface="Garamond"/>
                <a:ea typeface="Garamond"/>
                <a:cs typeface="Garamond"/>
                <a:sym typeface="Garamon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9" name="Text Placeholder 2"/>
          <p:cNvSpPr/>
          <p:nvPr>
            <p:ph type="body" sz="quarter" idx="21"/>
          </p:nvPr>
        </p:nvSpPr>
        <p:spPr>
          <a:xfrm>
            <a:off x="1176866" y="4470399"/>
            <a:ext cx="6798734" cy="1405469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600"/>
              </a:spcBef>
              <a:buSzTx/>
              <a:buFontTx/>
              <a:buNone/>
              <a:defRPr sz="1600">
                <a:latin typeface="Garamond"/>
                <a:ea typeface="Garamond"/>
                <a:cs typeface="Garamond"/>
                <a:sym typeface="Garamond"/>
              </a:defRPr>
            </a:pPr>
          </a:p>
        </p:txBody>
      </p:sp>
      <p:sp>
        <p:nvSpPr>
          <p:cNvPr id="600" name="Straight Connector 14"/>
          <p:cNvSpPr/>
          <p:nvPr/>
        </p:nvSpPr>
        <p:spPr>
          <a:xfrm>
            <a:off x="1278469" y="3429000"/>
            <a:ext cx="6606421" cy="0"/>
          </a:xfrm>
          <a:prstGeom prst="line">
            <a:avLst/>
          </a:prstGeom>
          <a:ln w="15875" cap="rnd">
            <a:solidFill>
              <a:srgbClr val="83992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1" name="Slide Number"/>
          <p:cNvSpPr txBox="1"/>
          <p:nvPr>
            <p:ph type="sldNum" sz="quarter" idx="2"/>
          </p:nvPr>
        </p:nvSpPr>
        <p:spPr>
          <a:xfrm>
            <a:off x="7752398" y="5978313"/>
            <a:ext cx="223203" cy="243841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256726" y="6414763"/>
            <a:ext cx="258624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2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2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2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2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2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2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2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2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2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2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2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3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3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4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4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4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4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4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4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4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4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4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4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4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4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4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4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4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4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4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4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4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4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4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4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4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4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4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4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4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4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4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4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5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5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5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5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5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5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5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5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5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5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5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5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5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5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5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5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5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6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6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7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7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7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7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7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7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7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7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7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7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7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7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7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7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7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7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7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7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7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7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7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7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7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7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7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7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7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7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7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7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7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7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7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7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7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7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7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7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7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7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8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8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8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8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/Relationships>

</file>

<file path=ppt/slides/_rels/slide9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/Relationships>

</file>

<file path=ppt/slides/_rels/slide9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/Relationships>

</file>

<file path=ppt/slides/_rels/slide9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9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9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9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9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9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9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9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9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9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9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9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9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9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9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9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9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9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9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9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9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9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9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0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0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0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0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10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0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10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10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0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0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10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0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0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0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0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0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0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0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0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0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0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11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11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11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/Relationships>

</file>

<file path=ppt/slides/_rels/slide11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11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11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11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11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11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1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1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1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1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1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1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1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1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1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1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1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1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1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1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1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1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2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2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2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2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2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2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2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2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2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2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2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2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2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2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2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2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2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2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omments" Target="../comments/comment1.xml"/></Relationships>

</file>

<file path=ppt/slides/_rels/slide12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2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2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2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2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2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2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2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2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2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2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3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3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3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3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3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3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3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3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3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4.xml"/></Relationships>

</file>

<file path=ppt/slides/_rels/slide14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4.xml"/></Relationships>

</file>

<file path=ppt/slides/_rels/slide14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4.xml"/></Relationships>

</file>

<file path=ppt/slides/_rels/slide14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4.xml"/></Relationships>

</file>

<file path=ppt/slides/_rels/slide14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/Relationships>

</file>

<file path=ppt/slides/_rels/slide14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/Relationships>

</file>

<file path=ppt/slides/_rels/slide14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/Relationships>

</file>

<file path=ppt/slides/_rels/slide14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/Relationships>

</file>

<file path=ppt/slides/_rels/slide14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/Relationships>

</file>

<file path=ppt/slides/_rels/slide14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/Relationships>

</file>

<file path=ppt/slides/_rels/slide14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4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14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4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4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4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4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5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5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5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6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6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6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6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6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4.xml"/></Relationships>

</file>

<file path=ppt/slides/_rels/slide16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4.xml"/></Relationships>

</file>

<file path=ppt/slides/_rels/slide16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/Relationships>

</file>

<file path=ppt/slides/_rels/slide16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/Relationships>

</file>

<file path=ppt/slides/_rels/slide16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/Relationships>

</file>

<file path=ppt/slides/_rels/slide16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/Relationships>

</file>

<file path=ppt/slides/_rels/slide16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6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6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7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7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7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7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7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7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7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7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7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7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7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7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7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7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7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7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7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7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7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7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7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7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7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7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7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7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7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7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7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7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7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7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7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7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7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8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8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8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8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8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8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TextBox 3"/>
          <p:cNvSpPr txBox="1"/>
          <p:nvPr/>
        </p:nvSpPr>
        <p:spPr>
          <a:xfrm>
            <a:off x="350519" y="3810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611" name="TextBox 4"/>
          <p:cNvSpPr txBox="1"/>
          <p:nvPr/>
        </p:nvSpPr>
        <p:spPr>
          <a:xfrm>
            <a:off x="1722119" y="1371601"/>
            <a:ext cx="6309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නමෝ නමෝ    මැවුම්කරුන්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නමෝ නමෝ    මිදුම්කරුන්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නමෝ නමෝ    සුදත් මුරුන්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නමෝ නමෝ  </a:t>
            </a:r>
            <a:r>
              <a:t>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තියෙක් මුරුන්</a:t>
            </a:r>
          </a:p>
        </p:txBody>
      </p:sp>
      <p:pic>
        <p:nvPicPr>
          <p:cNvPr id="61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TextBox 3"/>
          <p:cNvSpPr txBox="1"/>
          <p:nvPr/>
        </p:nvSpPr>
        <p:spPr>
          <a:xfrm>
            <a:off x="1645919" y="1295401"/>
            <a:ext cx="63855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වැඳගෙන බැති පෙම්    පෑමෙන්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දෙවිදුට පැසසුම් 	   	දීමෙන්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සරණය දැන්    පැත්මෙන්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කරමුව ඇරයුම්           සාමෙන් </a:t>
            </a:r>
          </a:p>
        </p:txBody>
      </p:sp>
      <p:pic>
        <p:nvPicPr>
          <p:cNvPr id="61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79861"/>
            <a:ext cx="612650" cy="94488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TextBox 3"/>
          <p:cNvSpPr txBox="1"/>
          <p:nvPr/>
        </p:nvSpPr>
        <p:spPr>
          <a:xfrm>
            <a:off x="1417319" y="1143001"/>
            <a:ext cx="7026538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ලොව මැව් තුම් ආදී  දෙවින්දේ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මොක් සුව දුන් පුත් ජේසු  සමින්දේ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සාසන රකිනා සුද්ද 	   සුරින්දේ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යහපත් වේ වා අප       මැද්දේ</a:t>
            </a:r>
          </a:p>
        </p:txBody>
      </p:sp>
      <p:pic>
        <p:nvPicPr>
          <p:cNvPr id="61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TextBox 1"/>
          <p:cNvSpPr txBox="1"/>
          <p:nvPr/>
        </p:nvSpPr>
        <p:spPr>
          <a:xfrm>
            <a:off x="945311" y="404663"/>
            <a:ext cx="7026538" cy="5951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පිය දෙව් කර සරණයි       ගනිමි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කිතු හිමි කර සරණය       ගනිමි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සුදතිදු කර සරණය          ගනිමි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එක දෙවි කර සරණය      ගනිමි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ඔබෙ සුර සසුනෙහි සරණය    පතමි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ඔබෙ අණ විනයෙහි සරණය   පතමි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ඔබෙ සුබ දහමෙහි සරණය     පතමි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ඔබෙ මෙම සසුනෙහි සරණය පතමි</a:t>
            </a:r>
          </a:p>
        </p:txBody>
      </p:sp>
      <p:pic>
        <p:nvPicPr>
          <p:cNvPr id="62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TextBox 1"/>
          <p:cNvSpPr txBox="1"/>
          <p:nvPr/>
        </p:nvSpPr>
        <p:spPr>
          <a:xfrm>
            <a:off x="350519" y="3048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624" name="TextBox 2"/>
          <p:cNvSpPr txBox="1"/>
          <p:nvPr/>
        </p:nvSpPr>
        <p:spPr>
          <a:xfrm>
            <a:off x="1134932" y="1752599"/>
            <a:ext cx="73761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ලෝ මැව් දෙවි පිය නම සිහි </a:t>
            </a:r>
            <a:r>
              <a:t>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	කර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දිවි පිදු පුත් දෙවි සිහි 		කර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 බල මහිමෙන් වැඩි හිමි සිහි 	කර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තියෙක් දෙවිදු නම නමස්කාර 		කර </a:t>
            </a:r>
          </a:p>
        </p:txBody>
      </p:sp>
      <p:pic>
        <p:nvPicPr>
          <p:cNvPr id="62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TextBox 1"/>
          <p:cNvSpPr txBox="1"/>
          <p:nvPr/>
        </p:nvSpPr>
        <p:spPr>
          <a:xfrm>
            <a:off x="1134932" y="1752599"/>
            <a:ext cx="73761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සාමයේ කුමරා ලෝකෙට 	 වැඩියේ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සාමයෙ පණිවුඩ දුතුන්        ගැයුවේ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සාමය ඒ මුත් නැත ලොව 	  හරියේ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සාමයේ සාධක අප විය 	 යුත්තේ</a:t>
            </a:r>
          </a:p>
        </p:txBody>
      </p:sp>
      <p:pic>
        <p:nvPicPr>
          <p:cNvPr id="62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TextBox 1"/>
          <p:cNvSpPr txBox="1"/>
          <p:nvPr/>
        </p:nvSpPr>
        <p:spPr>
          <a:xfrm>
            <a:off x="1134932" y="1752599"/>
            <a:ext cx="73761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පිය ප්‍රේමය ලොව පැතිරේ 		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 හිමි නම අගය කෙරේ		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කිතු සසුනේ හද ලොව පැතිරේ		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මිනිසා මිනිසාගෙ සොහොයුරු වේ 	වා  </a:t>
            </a:r>
          </a:p>
        </p:txBody>
      </p:sp>
      <p:pic>
        <p:nvPicPr>
          <p:cNvPr id="63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TextBox 1"/>
          <p:cNvSpPr txBox="1"/>
          <p:nvPr/>
        </p:nvSpPr>
        <p:spPr>
          <a:xfrm>
            <a:off x="274319" y="3048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634" name="TextBox 2"/>
          <p:cNvSpPr txBox="1"/>
          <p:nvPr/>
        </p:nvSpPr>
        <p:spPr>
          <a:xfrm>
            <a:off x="1112519" y="1142999"/>
            <a:ext cx="7223762" cy="2052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අති ශුද්ධ අති ශුද්ධ අති ශුද්ධ දෙව් පියේ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වඩිනුව අප වෙත ඔබ මෙත පාමින්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වඩිනුව අප වෙත </a:t>
            </a:r>
            <a:r>
              <a:t>///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 මෙත පාමින්</a:t>
            </a:r>
          </a:p>
        </p:txBody>
      </p:sp>
      <p:sp>
        <p:nvSpPr>
          <p:cNvPr id="635" name="TextBox 3"/>
          <p:cNvSpPr txBox="1"/>
          <p:nvPr/>
        </p:nvSpPr>
        <p:spPr>
          <a:xfrm>
            <a:off x="1112519" y="3733799"/>
            <a:ext cx="7223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සවි බල සවි බල සවි බල ජේසුනේ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කුමට ද ඔබ හැර වෙන කිසිවෙක් අනේ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කුමට ද ඔබ හැර </a:t>
            </a:r>
            <a:r>
              <a:t>///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වෙන කිසිවෙක් අනේ</a:t>
            </a:r>
          </a:p>
        </p:txBody>
      </p:sp>
      <p:pic>
        <p:nvPicPr>
          <p:cNvPr id="63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TextBox 1"/>
          <p:cNvSpPr txBox="1"/>
          <p:nvPr/>
        </p:nvSpPr>
        <p:spPr>
          <a:xfrm>
            <a:off x="1112519" y="1142999"/>
            <a:ext cx="7223762" cy="2052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සුද්දාත්ම සුද්දාත්ම සුද්දාත්ම දෙවිදේ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සවි බල දෙනු මැන යෙදෙනට සේවයේ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සවි බල දෙනු මැන </a:t>
            </a:r>
            <a:r>
              <a:t>///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යෙදෙනට සේවයේ</a:t>
            </a:r>
          </a:p>
        </p:txBody>
      </p:sp>
      <p:sp>
        <p:nvSpPr>
          <p:cNvPr id="639" name="TextBox 2"/>
          <p:cNvSpPr txBox="1"/>
          <p:nvPr/>
        </p:nvSpPr>
        <p:spPr>
          <a:xfrm>
            <a:off x="1112519" y="3733799"/>
            <a:ext cx="7223762" cy="2052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ත්‍රි එක ත්‍රි එක ත්‍රි එක දෙවිදේ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අපි ඔබ අබියස සිටිනෙමු බැතිනේ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අපි ඔබ අබියස </a:t>
            </a:r>
            <a:r>
              <a:t>///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සිටිනෙමු බැතිනේ</a:t>
            </a:r>
          </a:p>
        </p:txBody>
      </p:sp>
      <p:pic>
        <p:nvPicPr>
          <p:cNvPr id="64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TextBox 1"/>
          <p:cNvSpPr txBox="1"/>
          <p:nvPr/>
        </p:nvSpPr>
        <p:spPr>
          <a:xfrm>
            <a:off x="274319" y="3048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43" name="TextBox 2"/>
          <p:cNvSpPr txBox="1"/>
          <p:nvPr/>
        </p:nvSpPr>
        <p:spPr>
          <a:xfrm>
            <a:off x="1036319" y="1219202"/>
            <a:ext cx="76809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කල් සැම තැන වැඩ වසනා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තුම් නැණ බල මහිමයෙනා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දිවා රැය වා හිරු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සදු තරු මිගු මසු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සියොතුන මැවී තෙදිනා</a:t>
            </a:r>
          </a:p>
        </p:txBody>
      </p:sp>
      <p:sp>
        <p:nvSpPr>
          <p:cNvPr id="644" name="TextBox 3"/>
          <p:cNvSpPr txBox="1"/>
          <p:nvPr/>
        </p:nvSpPr>
        <p:spPr>
          <a:xfrm>
            <a:off x="1036319" y="3581401"/>
            <a:ext cx="76809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බෝ මල් ගුමු සුවිසල් නිමලී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හා තල් මොර තුරු දම් සුනිලී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</a:t>
            </a:r>
            <a:r>
              <a:rPr>
                <a:latin typeface="FS-Anurada"/>
                <a:ea typeface="FS-Anurada"/>
                <a:cs typeface="FS-Anurada"/>
                <a:sym typeface="FS-Anurada"/>
              </a:rPr>
              <a:t>U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ද</a:t>
            </a:r>
            <a:r>
              <a:rPr>
                <a:latin typeface="FS-Anurada"/>
                <a:ea typeface="FS-Anurada"/>
                <a:cs typeface="FS-Anurada"/>
                <a:sym typeface="FS-Anurada"/>
              </a:rPr>
              <a:t>U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සොද සොද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පලතුරු හැම ලොව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බලැති මෙ තුම මැවිලි</a:t>
            </a:r>
          </a:p>
        </p:txBody>
      </p:sp>
      <p:pic>
        <p:nvPicPr>
          <p:cNvPr id="64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TextBox 1"/>
          <p:cNvSpPr txBox="1"/>
          <p:nvPr/>
        </p:nvSpPr>
        <p:spPr>
          <a:xfrm>
            <a:off x="1036319" y="1219202"/>
            <a:ext cx="76809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මැවී තුම් මනු සත තම රුව සේ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ඔහු කළො හැර එතුම බසේ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නිර දුක හිමි විණි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පව් කළ අප හට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මීදුමක් නැත කිසි සේ</a:t>
            </a:r>
          </a:p>
        </p:txBody>
      </p:sp>
      <p:sp>
        <p:nvSpPr>
          <p:cNvPr id="648" name="TextBox 2"/>
          <p:cNvSpPr txBox="1"/>
          <p:nvPr/>
        </p:nvSpPr>
        <p:spPr>
          <a:xfrm>
            <a:off x="1036319" y="3581401"/>
            <a:ext cx="76809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කීවෙය එවනෙම් ම පුත පවා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සවි පව්කරු ගන්නට ගලවා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 එතුමගෙ තම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එක දා පුතු දුනි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හට පෙම දක්වා</a:t>
            </a:r>
          </a:p>
        </p:txBody>
      </p:sp>
      <p:pic>
        <p:nvPicPr>
          <p:cNvPr id="64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TextBox 1"/>
          <p:cNvSpPr txBox="1"/>
          <p:nvPr/>
        </p:nvSpPr>
        <p:spPr>
          <a:xfrm>
            <a:off x="1036319" y="1219202"/>
            <a:ext cx="76809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 අප හිස් මුදුනත නගමු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තුම පා මුල වැද වැටෙමු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තැවෙමින පව් ගැන කිතු හිමි නාමෙන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තුම නම කරමු</a:t>
            </a:r>
          </a:p>
        </p:txBody>
      </p:sp>
      <p:pic>
        <p:nvPicPr>
          <p:cNvPr id="65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extBox 1"/>
          <p:cNvSpPr txBox="1"/>
          <p:nvPr/>
        </p:nvSpPr>
        <p:spPr>
          <a:xfrm>
            <a:off x="426719" y="228602"/>
            <a:ext cx="975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655" name="TextBox 2"/>
          <p:cNvSpPr txBox="1"/>
          <p:nvPr/>
        </p:nvSpPr>
        <p:spPr>
          <a:xfrm>
            <a:off x="960119" y="990602"/>
            <a:ext cx="76809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තුමන්ට ගී පසස් නගයි සියල්ල විශ්වයේ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උතුම් තෙදැත් මැවුම්කරුන් පුදයි ඉමිහිරියේ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අපිත් පසස් දෙමු </a:t>
            </a:r>
            <a:r>
              <a:t>//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පිත් දෙවි සමිදු නමදිමු</a:t>
            </a:r>
          </a:p>
        </p:txBody>
      </p:sp>
      <p:sp>
        <p:nvSpPr>
          <p:cNvPr id="656" name="TextBox 3"/>
          <p:cNvSpPr txBox="1"/>
          <p:nvPr/>
        </p:nvSpPr>
        <p:spPr>
          <a:xfrm>
            <a:off x="960119" y="3581401"/>
            <a:ext cx="76809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 දවල් වනයි සමින්ද චන්ද්‍ර සුර්ය සමගින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පාමින් අදුර හා ආලෝක එක් ලෙසින් ම දින දින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අපිත් පසස් දෙමු </a:t>
            </a:r>
            <a:r>
              <a:t>//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පිත් දෙවි සමිදු නමදිමු</a:t>
            </a:r>
          </a:p>
        </p:txBody>
      </p:sp>
      <p:pic>
        <p:nvPicPr>
          <p:cNvPr id="65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TextBox 1"/>
          <p:cNvSpPr txBox="1"/>
          <p:nvPr/>
        </p:nvSpPr>
        <p:spPr>
          <a:xfrm>
            <a:off x="960119" y="990602"/>
            <a:ext cx="79095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මල් සුපුල් සුගන්දයෙන් ද පත් නිලෙන් ද සමි වනයි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ගීතිකා නදින් සියොත් සුළං බලැති දෙව් ගුණ ගයයි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අපිත් පසස් දෙමු </a:t>
            </a:r>
            <a:r>
              <a:t>//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පිත් දෙවි සමිදු නමදිමු</a:t>
            </a:r>
          </a:p>
        </p:txBody>
      </p:sp>
      <p:sp>
        <p:nvSpPr>
          <p:cNvPr id="660" name="TextBox 2"/>
          <p:cNvSpPr txBox="1"/>
          <p:nvPr/>
        </p:nvSpPr>
        <p:spPr>
          <a:xfrm>
            <a:off x="960119" y="3581401"/>
            <a:ext cx="79095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ගං පහත් දෙසින් නැමී දේදුන්න නන් රුවින් දිලි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පින්න මුතු ලෙසින් රිදී කදන් මෙන් හිමි වනයි ඇලී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අපිත් පසස් දෙමු </a:t>
            </a:r>
            <a:r>
              <a:t>//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පිත් දෙවි සමිදු නමදිමු</a:t>
            </a:r>
          </a:p>
        </p:txBody>
      </p:sp>
      <p:pic>
        <p:nvPicPr>
          <p:cNvPr id="66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TextBox 1"/>
          <p:cNvSpPr txBox="1"/>
          <p:nvPr/>
        </p:nvSpPr>
        <p:spPr>
          <a:xfrm>
            <a:off x="960119" y="990602"/>
            <a:ext cx="79095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වැල්ල සි</a:t>
            </a:r>
            <a:r>
              <a:rPr>
                <a:latin typeface="FS-Anurada"/>
                <a:ea typeface="FS-Anurada"/>
                <a:cs typeface="FS-Anurada"/>
                <a:sym typeface="FS-Anurada"/>
              </a:rPr>
              <a:t>ö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මෙන් ද රැල්ල සාගර මහ හඩ තලා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පිත් දෙවි තුම් නිත් පසසසි මිණි මුතු රැස් පතුරලා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අපිත් පසස් දෙමු </a:t>
            </a:r>
            <a:r>
              <a:t>//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පිත් දෙවි සමිදු නමදිමු</a:t>
            </a:r>
          </a:p>
        </p:txBody>
      </p:sp>
      <p:sp>
        <p:nvSpPr>
          <p:cNvPr id="664" name="TextBox 2"/>
          <p:cNvSpPr txBox="1"/>
          <p:nvPr/>
        </p:nvSpPr>
        <p:spPr>
          <a:xfrm>
            <a:off x="960119" y="3581401"/>
            <a:ext cx="79095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සවි බලැත් තෙදැත් මවුම්කරුන් පුදයි මුළු මැවිලි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තැන් සදා වසත් පිත් දෙවි තුමෝ තෙදින් දිලි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සිතින් පසස් දෙමු </a:t>
            </a:r>
            <a:r>
              <a:t>//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පිත් දෙවි සමිදු නමදිමු</a:t>
            </a:r>
          </a:p>
        </p:txBody>
      </p:sp>
      <p:pic>
        <p:nvPicPr>
          <p:cNvPr id="66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TextBox 1"/>
          <p:cNvSpPr txBox="1"/>
          <p:nvPr/>
        </p:nvSpPr>
        <p:spPr>
          <a:xfrm>
            <a:off x="350519" y="228602"/>
            <a:ext cx="1356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668" name="TextBox 2"/>
          <p:cNvSpPr txBox="1"/>
          <p:nvPr/>
        </p:nvSpPr>
        <p:spPr>
          <a:xfrm>
            <a:off x="883919" y="990602"/>
            <a:ext cx="7909562" cy="1646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පැසසුම් වේ වා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තුති නද පැතිරේ වා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ලොවට සුරිදා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මෙ ලොවට රජිදා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පිළිගමු දෙවි සමිදා </a:t>
            </a:r>
            <a:r>
              <a:t>//</a:t>
            </a:r>
          </a:p>
        </p:txBody>
      </p:sp>
      <p:sp>
        <p:nvSpPr>
          <p:cNvPr id="669" name="TextBox 4"/>
          <p:cNvSpPr txBox="1"/>
          <p:nvPr/>
        </p:nvSpPr>
        <p:spPr>
          <a:xfrm>
            <a:off x="883919" y="2819399"/>
            <a:ext cx="7909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හිරු සද වා තරු මල් බර ලිය තුරු </a:t>
            </a:r>
            <a:r>
              <a:t>-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මිග මින් කුරුලු කැලා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කදු හෙල් පියකරු සස් වග පලතුරු </a:t>
            </a:r>
            <a:r>
              <a:t>-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මැව් දෙවි සිහි කරලා</a:t>
            </a:r>
          </a:p>
        </p:txBody>
      </p:sp>
      <p:pic>
        <p:nvPicPr>
          <p:cNvPr id="670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TextBox 1"/>
          <p:cNvSpPr txBox="1"/>
          <p:nvPr/>
        </p:nvSpPr>
        <p:spPr>
          <a:xfrm>
            <a:off x="883919" y="990602"/>
            <a:ext cx="7909562" cy="1646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පැසසුම් වේ වා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තුති නද පැතිරේ වා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ලොවට සුරිදා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මෙ ලොවට රජිදා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පිළිගමු දෙවි සමිදා </a:t>
            </a:r>
            <a:r>
              <a:t>//</a:t>
            </a:r>
          </a:p>
        </p:txBody>
      </p:sp>
      <p:sp>
        <p:nvSpPr>
          <p:cNvPr id="673" name="TextBox 2"/>
          <p:cNvSpPr txBox="1"/>
          <p:nvPr/>
        </p:nvSpPr>
        <p:spPr>
          <a:xfrm>
            <a:off x="883919" y="2819399"/>
            <a:ext cx="7909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මවු පිය සොයුරු ගම වැසි සුමිතුරු </a:t>
            </a:r>
            <a:r>
              <a:t>-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රට වැසි ලෝ වැසියා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වෙති කැල දෙව් දරු පෙමැති මැවුම්කරු </a:t>
            </a:r>
            <a:r>
              <a:t>-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ලොව එක ම පියා</a:t>
            </a:r>
          </a:p>
        </p:txBody>
      </p:sp>
      <p:pic>
        <p:nvPicPr>
          <p:cNvPr id="67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TextBox 1"/>
          <p:cNvSpPr txBox="1"/>
          <p:nvPr/>
        </p:nvSpPr>
        <p:spPr>
          <a:xfrm>
            <a:off x="883919" y="990602"/>
            <a:ext cx="7909562" cy="1646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පැසසුම් වේ වා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තුති නද පැතිරේ වා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ලොවට සුරිදා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මෙ ලොවට රජිදා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පිළිගමු දෙවි සමිදා </a:t>
            </a:r>
            <a:r>
              <a:t>//</a:t>
            </a:r>
          </a:p>
        </p:txBody>
      </p:sp>
      <p:sp>
        <p:nvSpPr>
          <p:cNvPr id="677" name="TextBox 2"/>
          <p:cNvSpPr txBox="1"/>
          <p:nvPr/>
        </p:nvSpPr>
        <p:spPr>
          <a:xfrm>
            <a:off x="883919" y="2819399"/>
            <a:ext cx="7909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දිවි දින සරු කරමින හිමි ගරු </a:t>
            </a:r>
            <a:r>
              <a:t>-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යයි පෙම් සෙවණේ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 බිය උවදුරු පහ විය නිරතුරු </a:t>
            </a:r>
            <a:r>
              <a:t>-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පෑ අත සරණේ</a:t>
            </a:r>
          </a:p>
        </p:txBody>
      </p:sp>
      <p:pic>
        <p:nvPicPr>
          <p:cNvPr id="67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TextBox 1"/>
          <p:cNvSpPr txBox="1"/>
          <p:nvPr/>
        </p:nvSpPr>
        <p:spPr>
          <a:xfrm>
            <a:off x="883919" y="990602"/>
            <a:ext cx="7909562" cy="1646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පැසසුම් වේ වා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තුති නද පැතිරේ වා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ලොවට සුරිදා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මෙ ලොවට රජිදා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පිළිගමු දෙවි සමිදා </a:t>
            </a:r>
            <a:r>
              <a:t>//</a:t>
            </a:r>
          </a:p>
        </p:txBody>
      </p:sp>
      <p:sp>
        <p:nvSpPr>
          <p:cNvPr id="681" name="TextBox 2"/>
          <p:cNvSpPr txBox="1"/>
          <p:nvPr/>
        </p:nvSpPr>
        <p:spPr>
          <a:xfrm>
            <a:off x="883919" y="2819399"/>
            <a:ext cx="7909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මල කර දුරු මා සිත පිවිතුරු </a:t>
            </a:r>
            <a:r>
              <a:t>-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වන මග පෙමින සදා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රුදු මරණය දැරු හිමිය මිදුම්කරු </a:t>
            </a:r>
            <a:r>
              <a:t>-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 සග සැපත සදා</a:t>
            </a:r>
          </a:p>
        </p:txBody>
      </p:sp>
      <p:pic>
        <p:nvPicPr>
          <p:cNvPr id="68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TextBox 1"/>
          <p:cNvSpPr txBox="1"/>
          <p:nvPr/>
        </p:nvSpPr>
        <p:spPr>
          <a:xfrm>
            <a:off x="350519" y="381002"/>
            <a:ext cx="1432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685" name="TextBox 2"/>
          <p:cNvSpPr txBox="1"/>
          <p:nvPr/>
        </p:nvSpPr>
        <p:spPr>
          <a:xfrm>
            <a:off x="502919" y="1219202"/>
            <a:ext cx="8366762" cy="1113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ගරු තේජ තුංග වූ ජේසු සුරින්ද නන්දනා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කරවූ තුති සැවොමා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 නන්දනා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කරව් තුති සැවොමා</a:t>
            </a:r>
          </a:p>
        </p:txBody>
      </p:sp>
      <p:sp>
        <p:nvSpPr>
          <p:cNvPr id="686" name="TextBox 3"/>
          <p:cNvSpPr txBox="1"/>
          <p:nvPr/>
        </p:nvSpPr>
        <p:spPr>
          <a:xfrm>
            <a:off x="2179319" y="2971799"/>
            <a:ext cx="6461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තුංග වූ සගෙහි සැප මනරම්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අත්හැර ම නර ලොව වඩිමින්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</a:t>
            </a:r>
            <a:r>
              <a:t>......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පී</a:t>
            </a:r>
            <a:r>
              <a:t>......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වූ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 මිදු සමිදුන්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වැද </a:t>
            </a:r>
            <a:r>
              <a:t>:</a:t>
            </a:r>
          </a:p>
        </p:txBody>
      </p:sp>
      <p:pic>
        <p:nvPicPr>
          <p:cNvPr id="68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TextBox 1"/>
          <p:cNvSpPr txBox="1"/>
          <p:nvPr/>
        </p:nvSpPr>
        <p:spPr>
          <a:xfrm>
            <a:off x="502919" y="1219202"/>
            <a:ext cx="8366762" cy="1113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ගරු තේජ තුංග වූ ජේසු සුරින්ද නන්දනා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කරවූ තුති සැවොමා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 නන්දනා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කරව් තුති සැවොමා</a:t>
            </a:r>
          </a:p>
        </p:txBody>
      </p:sp>
      <p:sp>
        <p:nvSpPr>
          <p:cNvPr id="690" name="TextBox 2"/>
          <p:cNvSpPr txBox="1"/>
          <p:nvPr/>
        </p:nvSpPr>
        <p:spPr>
          <a:xfrm>
            <a:off x="2179319" y="2971799"/>
            <a:ext cx="6461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පෙම්බර සුරෙන්දා එක දා 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ගම්බිර තෙදැත් ජේසු සමිදුන්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රා</a:t>
            </a:r>
            <a:r>
              <a:t>......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ජා</a:t>
            </a:r>
            <a:r>
              <a:t>......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තී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 වූ මෙ දෙවිදුන්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වැද </a:t>
            </a:r>
            <a:r>
              <a:t>:</a:t>
            </a:r>
          </a:p>
        </p:txBody>
      </p:sp>
      <p:pic>
        <p:nvPicPr>
          <p:cNvPr id="69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TextBox 1"/>
          <p:cNvSpPr txBox="1"/>
          <p:nvPr/>
        </p:nvSpPr>
        <p:spPr>
          <a:xfrm>
            <a:off x="502919" y="1219202"/>
            <a:ext cx="8366762" cy="1113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ගරු තේජ තුංග වූ ජේසු සුරින්ද නන්දනා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කරවූ තුති සැවොමා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 නන්දනා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කරව් තුති සැවොමා</a:t>
            </a:r>
          </a:p>
        </p:txBody>
      </p:sp>
      <p:sp>
        <p:nvSpPr>
          <p:cNvPr id="694" name="TextBox 2"/>
          <p:cNvSpPr txBox="1"/>
          <p:nvPr/>
        </p:nvSpPr>
        <p:spPr>
          <a:xfrm>
            <a:off x="2179319" y="2971799"/>
            <a:ext cx="6461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ලෙව් සත දුකින් මුදනා මෙන්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දුක තම කරපිට ගනිමින්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</a:t>
            </a:r>
            <a:r>
              <a:t>......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රු</a:t>
            </a:r>
            <a:r>
              <a:t>......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පිදු දෙවිදුන්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වැද </a:t>
            </a:r>
            <a:r>
              <a:t>:</a:t>
            </a:r>
          </a:p>
        </p:txBody>
      </p:sp>
      <p:pic>
        <p:nvPicPr>
          <p:cNvPr id="69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TextBox 1"/>
          <p:cNvSpPr txBox="1"/>
          <p:nvPr/>
        </p:nvSpPr>
        <p:spPr>
          <a:xfrm>
            <a:off x="502919" y="1219202"/>
            <a:ext cx="8366762" cy="1113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ගරු තේජ තුංග වූ ජේසු සුරින්ද නන්දනා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කරවූ තුති සැවොමා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 නන්දනා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කරව් තුති සැවොමා</a:t>
            </a:r>
          </a:p>
        </p:txBody>
      </p:sp>
      <p:sp>
        <p:nvSpPr>
          <p:cNvPr id="698" name="TextBox 2"/>
          <p:cNvSpPr txBox="1"/>
          <p:nvPr/>
        </p:nvSpPr>
        <p:spPr>
          <a:xfrm>
            <a:off x="2179319" y="2971799"/>
            <a:ext cx="6461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බෝ බල වික්‍රම මේ සමිදුන්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ම ය අසමසම මහිමෙන්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රා</a:t>
            </a:r>
            <a:r>
              <a:t>......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ජා</a:t>
            </a:r>
            <a:r>
              <a:t>......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තී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 වූ මෙ දෙවිදුන්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වැද </a:t>
            </a:r>
            <a:r>
              <a:t>:</a:t>
            </a:r>
          </a:p>
        </p:txBody>
      </p:sp>
      <p:pic>
        <p:nvPicPr>
          <p:cNvPr id="69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TextBox 1"/>
          <p:cNvSpPr txBox="1"/>
          <p:nvPr/>
        </p:nvSpPr>
        <p:spPr>
          <a:xfrm>
            <a:off x="350519" y="304802"/>
            <a:ext cx="1432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702" name="TextBox 2"/>
          <p:cNvSpPr txBox="1"/>
          <p:nvPr/>
        </p:nvSpPr>
        <p:spPr>
          <a:xfrm>
            <a:off x="350519" y="1219200"/>
            <a:ext cx="8595362" cy="2180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ගගනත උදුළා හිරු සදු දෝරිළු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බෙලෙනා පැණ සර දිව්‍යා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මිහිතල රම්‍යා කදු හෙල් වෘක්ෂා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තෘණ ලතා ඈ වනන්ත්‍රා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වා ගිනි ජල හා විසල සමුද්‍ර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මිගු දද දලසර සුන්ද්‍රා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මිණි මුතු රන් රිදී අගනා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මැවූ තුම් කෙද කිත් දිසි නිත්‍යා</a:t>
            </a:r>
          </a:p>
        </p:txBody>
      </p:sp>
      <p:sp>
        <p:nvSpPr>
          <p:cNvPr id="703" name="TextBox 3"/>
          <p:cNvSpPr txBox="1"/>
          <p:nvPr/>
        </p:nvSpPr>
        <p:spPr>
          <a:xfrm>
            <a:off x="350519" y="3886201"/>
            <a:ext cx="8442962" cy="2180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පිරිවරමින් ඒ දුතසෙන්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වට සිහසුන ශ්‍රී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නමකර දෙති ගී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තිලො අගපත් දෙවිදුන්ටා </a:t>
            </a:r>
            <a:r>
              <a:t>//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තුති ගී</a:t>
            </a:r>
            <a:r>
              <a:t>......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පැසසුම්</a:t>
            </a:r>
            <a:r>
              <a:t>......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දෙමු සැමා</a:t>
            </a:r>
            <a:r>
              <a:t>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නමකර  දෙමු තුති ගී </a:t>
            </a:r>
            <a:r>
              <a:t>//</a:t>
            </a:r>
          </a:p>
        </p:txBody>
      </p:sp>
      <p:pic>
        <p:nvPicPr>
          <p:cNvPr id="70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TextBox 1"/>
          <p:cNvSpPr txBox="1"/>
          <p:nvPr/>
        </p:nvSpPr>
        <p:spPr>
          <a:xfrm>
            <a:off x="350519" y="1219202"/>
            <a:ext cx="8595362" cy="1646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ත්‍රි ලොව දැහැමින පා තෙද පාලන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කරනා දෙවි රජිදා </a:t>
            </a:r>
            <a:r>
              <a:t>//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ශ්‍රී පා වැළදා නමදිමු සැමා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බැතියෙන තුති ගී පතුරා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සුපවර දිව්‍යංග කැලුමෙන්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භ්‍රාජිත පින්සාර දෙවිදුන්</a:t>
            </a:r>
          </a:p>
        </p:txBody>
      </p:sp>
      <p:sp>
        <p:nvSpPr>
          <p:cNvPr id="707" name="TextBox 2"/>
          <p:cNvSpPr txBox="1"/>
          <p:nvPr/>
        </p:nvSpPr>
        <p:spPr>
          <a:xfrm>
            <a:off x="350519" y="3886201"/>
            <a:ext cx="8442962" cy="2180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නමදිමු අධ්‍යාත්මෙනි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හැම දුරලා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පිරිශුද්ධ සිතිනා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භක්ත්‍යාලෙනි නමදිමු </a:t>
            </a:r>
            <a:r>
              <a:t>//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තුති ගී</a:t>
            </a:r>
            <a:r>
              <a:t>......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පැසසුම්</a:t>
            </a:r>
            <a:r>
              <a:t>......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දෙමු සැමා</a:t>
            </a:r>
            <a:r>
              <a:t>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නමකර  දෙමු තුති ගී </a:t>
            </a:r>
            <a:r>
              <a:t>//</a:t>
            </a:r>
          </a:p>
        </p:txBody>
      </p:sp>
      <p:pic>
        <p:nvPicPr>
          <p:cNvPr id="70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TextBox 1"/>
          <p:cNvSpPr txBox="1"/>
          <p:nvPr/>
        </p:nvSpPr>
        <p:spPr>
          <a:xfrm>
            <a:off x="274319" y="304802"/>
            <a:ext cx="1432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711" name="TextBox 2"/>
          <p:cNvSpPr txBox="1"/>
          <p:nvPr/>
        </p:nvSpPr>
        <p:spPr>
          <a:xfrm>
            <a:off x="883919" y="1189464"/>
            <a:ext cx="7757162" cy="636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</a:t>
            </a:r>
            <a:r>
              <a:t>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වා</a:t>
            </a:r>
            <a:r>
              <a:t>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ති</a:t>
            </a:r>
            <a:r>
              <a:t>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දේව නන්දන මා ගලවන්</a:t>
            </a:r>
          </a:p>
        </p:txBody>
      </p:sp>
      <p:sp>
        <p:nvSpPr>
          <p:cNvPr id="712" name="TextBox 3"/>
          <p:cNvSpPr txBox="1"/>
          <p:nvPr/>
        </p:nvSpPr>
        <p:spPr>
          <a:xfrm>
            <a:off x="274319" y="2438399"/>
            <a:ext cx="8671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පින් සිරි වන් ගැලවුම්කරු තුම් වෙත මම් නමදිම් වැතිරා 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දිව්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හිමි  සන්තෝසයෙන් අයැදින්නෙම් මම් මෙලෙසින් නිතිනා</a:t>
            </a:r>
          </a:p>
        </p:txBody>
      </p:sp>
      <p:pic>
        <p:nvPicPr>
          <p:cNvPr id="71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TextBox 1"/>
          <p:cNvSpPr txBox="1"/>
          <p:nvPr/>
        </p:nvSpPr>
        <p:spPr>
          <a:xfrm>
            <a:off x="883919" y="1189464"/>
            <a:ext cx="7757162" cy="636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</a:t>
            </a:r>
            <a:r>
              <a:t>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වා</a:t>
            </a:r>
            <a:r>
              <a:t>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ති</a:t>
            </a:r>
            <a:r>
              <a:t>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දේව නන්දන මා ගලවන්</a:t>
            </a:r>
          </a:p>
        </p:txBody>
      </p:sp>
      <p:sp>
        <p:nvSpPr>
          <p:cNvPr id="716" name="TextBox 2"/>
          <p:cNvSpPr txBox="1"/>
          <p:nvPr/>
        </p:nvSpPr>
        <p:spPr>
          <a:xfrm>
            <a:off x="274319" y="2438399"/>
            <a:ext cx="8671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නන් ගරු තුම් දෙවිදුන් කුමරුන් හැර මම් නමදිම් කවුරුන්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දිව්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මම සන්තොසයෙන් නමදින්නෙම් පෙම්බර වන් සමිදුන්</a:t>
            </a:r>
          </a:p>
        </p:txBody>
      </p:sp>
      <p:pic>
        <p:nvPicPr>
          <p:cNvPr id="71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TextBox 1"/>
          <p:cNvSpPr txBox="1"/>
          <p:nvPr/>
        </p:nvSpPr>
        <p:spPr>
          <a:xfrm>
            <a:off x="883919" y="1189464"/>
            <a:ext cx="7757162" cy="636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</a:t>
            </a:r>
            <a:r>
              <a:t>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වා</a:t>
            </a:r>
            <a:r>
              <a:t>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ති</a:t>
            </a:r>
            <a:r>
              <a:t>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දේව නන්දන මා ගලවන්</a:t>
            </a:r>
          </a:p>
        </p:txBody>
      </p:sp>
      <p:sp>
        <p:nvSpPr>
          <p:cNvPr id="720" name="TextBox 2"/>
          <p:cNvSpPr txBox="1"/>
          <p:nvPr/>
        </p:nvSpPr>
        <p:spPr>
          <a:xfrm>
            <a:off x="274319" y="2438399"/>
            <a:ext cx="8671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සිත් ලෙස සත් හට සෙත් දෙන මෙත් සිත ගත් දෙව් පුත් හැර ලා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පත් මිනිසුන් හට සිත් නොයෙදිම් මගෙ අත් මුදුනත් කර ලා</a:t>
            </a:r>
          </a:p>
        </p:txBody>
      </p:sp>
      <p:pic>
        <p:nvPicPr>
          <p:cNvPr id="72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TextBox 1"/>
          <p:cNvSpPr txBox="1"/>
          <p:nvPr/>
        </p:nvSpPr>
        <p:spPr>
          <a:xfrm>
            <a:off x="883919" y="1189464"/>
            <a:ext cx="7757162" cy="636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</a:t>
            </a:r>
            <a:r>
              <a:t>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වා</a:t>
            </a:r>
            <a:r>
              <a:t>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ති</a:t>
            </a:r>
            <a:r>
              <a:t>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දේව නන්දන මා ගලවන්</a:t>
            </a:r>
          </a:p>
        </p:txBody>
      </p:sp>
      <p:sp>
        <p:nvSpPr>
          <p:cNvPr id="724" name="TextBox 2"/>
          <p:cNvSpPr txBox="1"/>
          <p:nvPr/>
        </p:nvSpPr>
        <p:spPr>
          <a:xfrm>
            <a:off x="274319" y="2438399"/>
            <a:ext cx="8671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 හැර සෙත් සග ලොව පත් ලොව පුත් දෙවි මෙත් කුළුනැත් සමිදුන්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විදි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සිහිපත් කර සිත් ලෙස සත් හට සෙත් සිරි අත් කර දෙන්</a:t>
            </a:r>
          </a:p>
        </p:txBody>
      </p:sp>
      <p:pic>
        <p:nvPicPr>
          <p:cNvPr id="72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TextBox 1"/>
          <p:cNvSpPr txBox="1"/>
          <p:nvPr/>
        </p:nvSpPr>
        <p:spPr>
          <a:xfrm>
            <a:off x="883919" y="1189464"/>
            <a:ext cx="7757162" cy="636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</a:t>
            </a:r>
            <a:r>
              <a:t>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වා</a:t>
            </a:r>
            <a:r>
              <a:t>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ති</a:t>
            </a:r>
            <a:r>
              <a:t>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දේව නන්දන මා ගලවන්</a:t>
            </a:r>
          </a:p>
        </p:txBody>
      </p:sp>
      <p:sp>
        <p:nvSpPr>
          <p:cNvPr id="728" name="TextBox 2"/>
          <p:cNvSpPr txBox="1"/>
          <p:nvPr/>
        </p:nvSpPr>
        <p:spPr>
          <a:xfrm>
            <a:off x="274319" y="2438399"/>
            <a:ext cx="8671562" cy="2052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ලත් පවිනා ලොව සත් මුදනා පිය සිත් රැගෙනා සමිදුන්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සැම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දුක්වලිනා අප අත් මුදනා ලෙස සිත් තොසිනා අයදීම්</a:t>
            </a:r>
          </a:p>
        </p:txBody>
      </p:sp>
      <p:pic>
        <p:nvPicPr>
          <p:cNvPr id="72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TextBox 1"/>
          <p:cNvSpPr txBox="1"/>
          <p:nvPr/>
        </p:nvSpPr>
        <p:spPr>
          <a:xfrm>
            <a:off x="883919" y="1189464"/>
            <a:ext cx="7757162" cy="636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</a:t>
            </a:r>
            <a:r>
              <a:t>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වා</a:t>
            </a:r>
            <a:r>
              <a:t>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ති</a:t>
            </a:r>
            <a:r>
              <a:t>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දේව නන්දන මා ගලවන්</a:t>
            </a:r>
          </a:p>
        </p:txBody>
      </p:sp>
      <p:sp>
        <p:nvSpPr>
          <p:cNvPr id="732" name="TextBox 2"/>
          <p:cNvSpPr txBox="1"/>
          <p:nvPr/>
        </p:nvSpPr>
        <p:spPr>
          <a:xfrm>
            <a:off x="274319" y="2438399"/>
            <a:ext cx="8671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ගලවන්නට ආ ගැලවුම්කරු ජේසු උතුම් සුරණේ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සැම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දා ම රකින් අප සේ මා නුවන් ඔබ ලෝක සතුන් පවිනේ</a:t>
            </a:r>
          </a:p>
        </p:txBody>
      </p:sp>
      <p:pic>
        <p:nvPicPr>
          <p:cNvPr id="73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TextBox 1"/>
          <p:cNvSpPr txBox="1"/>
          <p:nvPr/>
        </p:nvSpPr>
        <p:spPr>
          <a:xfrm>
            <a:off x="274319" y="2286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736" name="TextBox 2"/>
          <p:cNvSpPr txBox="1"/>
          <p:nvPr/>
        </p:nvSpPr>
        <p:spPr>
          <a:xfrm>
            <a:off x="655319" y="1142999"/>
            <a:ext cx="7909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අමර අදිසි පැණසර හිමි එක ම දෙවි ඔබ 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ආලෝකේ රස් දල්ලෙන් ඔබ වැසී සිටියි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අනාදිමත් බෝ සෙත් ලත් දෙවිදු බෝ තෙදැත්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විජය සිරින් පසිදු බලැත් ඔබට මහිම වෙයි</a:t>
            </a:r>
          </a:p>
        </p:txBody>
      </p:sp>
      <p:sp>
        <p:nvSpPr>
          <p:cNvPr id="737" name="TextBox 3"/>
          <p:cNvSpPr txBox="1"/>
          <p:nvPr/>
        </p:nvSpPr>
        <p:spPr>
          <a:xfrm>
            <a:off x="655319" y="3886199"/>
            <a:ext cx="7909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ඉවරක් නැත් ඉක්මන් නැත් ඉවසුම් ඇති වෙයි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හිගයක් නැත් නාස්ති නැත් රජයෙ රජ ඔබ 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ඔබේ දැහැම් බව ගිරි මෙන් ඇති උසස් ම වෙයි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වලා පෙළෙන් පෙම් උල්පත් සෙත් සදා උනයි</a:t>
            </a:r>
          </a:p>
        </p:txBody>
      </p:sp>
      <p:pic>
        <p:nvPicPr>
          <p:cNvPr id="73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TextBox 1"/>
          <p:cNvSpPr txBox="1"/>
          <p:nvPr/>
        </p:nvSpPr>
        <p:spPr>
          <a:xfrm>
            <a:off x="179069" y="1080314"/>
            <a:ext cx="8862062" cy="2576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ජිවයින්ට ඔබ දෙන දිවි ඉස්තරම් ම වෙයි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වෙනස්කමක් ලොකු කුඩා ය කියනු ඇති නො වෙයි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ගස්වල කොළ වැඩෙන ලෙසින අපේ දිවි වැඩෙයි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කොළ මෙන් අප දිවි මැලවෙයි ඔබ වෙනස් නො වෙයි</a:t>
            </a:r>
          </a:p>
        </p:txBody>
      </p:sp>
      <p:sp>
        <p:nvSpPr>
          <p:cNvPr id="741" name="TextBox 2"/>
          <p:cNvSpPr txBox="1"/>
          <p:nvPr/>
        </p:nvSpPr>
        <p:spPr>
          <a:xfrm>
            <a:off x="655319" y="3886199"/>
            <a:ext cx="7909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ආලෝකේ සුද්ද පිතුනි තෙදැත් පිය ඔබ යි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සේනා මුහුණු වසා ඔබ නම පසසත්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අපිදු පුදමු ගරු බුහුමන් යදිමු යටහතින්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වරම් දෙන්න දකින්ට ඔබ තේජසින් බිදක්</a:t>
            </a:r>
          </a:p>
        </p:txBody>
      </p:sp>
      <p:pic>
        <p:nvPicPr>
          <p:cNvPr id="74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TextBox 2"/>
          <p:cNvSpPr txBox="1"/>
          <p:nvPr/>
        </p:nvSpPr>
        <p:spPr>
          <a:xfrm>
            <a:off x="274319" y="228602"/>
            <a:ext cx="1356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745" name="TextBox 3"/>
          <p:cNvSpPr txBox="1"/>
          <p:nvPr/>
        </p:nvSpPr>
        <p:spPr>
          <a:xfrm>
            <a:off x="731519" y="1066799"/>
            <a:ext cx="5547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පොළෝ වැසි සියල්ලෙනි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හිමිවදිව් මනසිනි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පේමෙන් මෙහෙ කරමිනි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නගව් තුති බැතියෙනි</a:t>
            </a:r>
          </a:p>
        </p:txBody>
      </p:sp>
      <p:sp>
        <p:nvSpPr>
          <p:cNvPr id="746" name="TextBox 4"/>
          <p:cNvSpPr txBox="1"/>
          <p:nvPr/>
        </p:nvSpPr>
        <p:spPr>
          <a:xfrm>
            <a:off x="2941319" y="3809999"/>
            <a:ext cx="5775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දෙවිදු බැව් දනිව්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මවුම්කරුත් එතුම වෙයි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රැළ ලෙස තමන්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සුරකින්නෙත් එ හිමි ම යි</a:t>
            </a:r>
          </a:p>
        </p:txBody>
      </p:sp>
      <p:pic>
        <p:nvPicPr>
          <p:cNvPr id="747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TextBox 1"/>
          <p:cNvSpPr txBox="1"/>
          <p:nvPr/>
        </p:nvSpPr>
        <p:spPr>
          <a:xfrm>
            <a:off x="731519" y="1066799"/>
            <a:ext cx="5547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සොම්නස් සිතින් තුති දෙමින්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මැදුරට අවුදින්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නමදිව් හිමි දෙවිදුන්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ගරු බුහුමන් පුදමින්</a:t>
            </a:r>
          </a:p>
        </p:txBody>
      </p:sp>
      <p:sp>
        <p:nvSpPr>
          <p:cNvPr id="750" name="TextBox 2"/>
          <p:cNvSpPr txBox="1"/>
          <p:nvPr/>
        </p:nvSpPr>
        <p:spPr>
          <a:xfrm>
            <a:off x="2941319" y="3809999"/>
            <a:ext cx="5775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තුමන් දයා පෙම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සත්‍යතවන් හැම කළ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පහ නොවී ඒ ලෙස ම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පැවති ය ලොව තුළ</a:t>
            </a:r>
          </a:p>
        </p:txBody>
      </p:sp>
      <p:pic>
        <p:nvPicPr>
          <p:cNvPr id="75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TextBox 1"/>
          <p:cNvSpPr txBox="1"/>
          <p:nvPr/>
        </p:nvSpPr>
        <p:spPr>
          <a:xfrm>
            <a:off x="502919" y="515213"/>
            <a:ext cx="975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754" name="TextBox 2"/>
          <p:cNvSpPr txBox="1"/>
          <p:nvPr/>
        </p:nvSpPr>
        <p:spPr>
          <a:xfrm>
            <a:off x="1569719" y="1447799"/>
            <a:ext cx="6614162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යහපත් ය දෙව් තුම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එමු අබිමුවට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 සුමග පුදුම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පසසා පිදෙන්නට</a:t>
            </a:r>
          </a:p>
        </p:txBody>
      </p:sp>
      <p:pic>
        <p:nvPicPr>
          <p:cNvPr id="75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TextBox 1"/>
          <p:cNvSpPr txBox="1"/>
          <p:nvPr/>
        </p:nvSpPr>
        <p:spPr>
          <a:xfrm>
            <a:off x="1569719" y="1447799"/>
            <a:ext cx="6614162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බලවත් ය දෙව් තුම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එමු අබිමුවට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විශ්වය පිරි එ තුම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දිරියෙන් පිරෙන්නට  </a:t>
            </a:r>
          </a:p>
        </p:txBody>
      </p:sp>
      <p:pic>
        <p:nvPicPr>
          <p:cNvPr id="75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TextBox 2"/>
          <p:cNvSpPr txBox="1"/>
          <p:nvPr/>
        </p:nvSpPr>
        <p:spPr>
          <a:xfrm>
            <a:off x="1569719" y="1447799"/>
            <a:ext cx="6614162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පැණවත් ය දෙවි තුම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එමු අබිමුවට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පිරිපුන් සේවා දහම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වඩා ඉගැනුමට</a:t>
            </a:r>
          </a:p>
        </p:txBody>
      </p:sp>
      <p:pic>
        <p:nvPicPr>
          <p:cNvPr id="76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TextBox 1"/>
          <p:cNvSpPr txBox="1"/>
          <p:nvPr/>
        </p:nvSpPr>
        <p:spPr>
          <a:xfrm>
            <a:off x="502919" y="457201"/>
            <a:ext cx="8991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764" name="TextBox 2"/>
          <p:cNvSpPr txBox="1"/>
          <p:nvPr/>
        </p:nvSpPr>
        <p:spPr>
          <a:xfrm>
            <a:off x="2179319" y="1524002"/>
            <a:ext cx="5394962" cy="4815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රදුන් වදිව්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 යුත් උතුම්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තුති ගී නගව්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වණව් බල පෙම්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අපගේ පළිහත්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ආරක්සාකරුත්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ඉසුරු පසස් ලත්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තුම යි මහත්</a:t>
            </a:r>
          </a:p>
        </p:txBody>
      </p:sp>
      <p:pic>
        <p:nvPicPr>
          <p:cNvPr id="76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TextBox 1"/>
          <p:cNvSpPr txBox="1"/>
          <p:nvPr/>
        </p:nvSpPr>
        <p:spPr>
          <a:xfrm>
            <a:off x="2179319" y="1524002"/>
            <a:ext cx="5394962" cy="4815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පව්සව් විකුම්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මෙත එතුමන්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ආලෝකේ දිලුම්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විමන යි තමන්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විදුලි ගිගුරුම්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බලය දක්වයි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දමිටු බැව් කියයි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එය තිර මැ යි</a:t>
            </a:r>
          </a:p>
        </p:txBody>
      </p:sp>
      <p:pic>
        <p:nvPicPr>
          <p:cNvPr id="76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TextBox 1"/>
          <p:cNvSpPr txBox="1"/>
          <p:nvPr/>
        </p:nvSpPr>
        <p:spPr>
          <a:xfrm>
            <a:off x="2179319" y="1524002"/>
            <a:ext cx="5394962" cy="4815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විශ්වයත් එහි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ඇති ව්ස්ම දේත්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බෙලෙහි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ලකුණු යි මහත්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 ඒ සකසේ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යුත් ව සිමාවන්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තැබී සළුවක් සේ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මුහුදු වටින්</a:t>
            </a:r>
          </a:p>
        </p:txBody>
      </p:sp>
      <p:pic>
        <p:nvPicPr>
          <p:cNvPr id="77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TextBox 1"/>
          <p:cNvSpPr txBox="1"/>
          <p:nvPr/>
        </p:nvSpPr>
        <p:spPr>
          <a:xfrm>
            <a:off x="2179319" y="1524002"/>
            <a:ext cx="5394962" cy="4815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බැල්ම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වෙත් නිතින්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පාන අන්දම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හැකි වැණුම්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සුළගත් එළියක්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සානුත් උස් කදුත්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වැසිත් මුදු පිනිත්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දක්වයි ඔබ පෙම්</a:t>
            </a:r>
          </a:p>
        </p:txBody>
      </p:sp>
      <p:pic>
        <p:nvPicPr>
          <p:cNvPr id="77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TextBox 1"/>
          <p:cNvSpPr txBox="1"/>
          <p:nvPr/>
        </p:nvSpPr>
        <p:spPr>
          <a:xfrm>
            <a:off x="2179319" y="1524002"/>
            <a:ext cx="5394962" cy="4815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දුබල අප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දෙස බලනු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දෙව් පෙම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දක්වා රකිනු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මැවුම්කරු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සුරැකුම්කරු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මිදිමුකරු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හා සුමිතුරැ</a:t>
            </a:r>
          </a:p>
        </p:txBody>
      </p:sp>
      <p:pic>
        <p:nvPicPr>
          <p:cNvPr id="77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TextBox 1"/>
          <p:cNvSpPr txBox="1"/>
          <p:nvPr/>
        </p:nvSpPr>
        <p:spPr>
          <a:xfrm>
            <a:off x="2179319" y="1524002"/>
            <a:ext cx="5394962" cy="4815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නොහිමි බලය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 සයුර ය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සෙන් නගත් ය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මිහිරි ගිය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ව්ශ්වයේ මැවිලිත්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නිසල හඩින්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පළ කරයි නිතින්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ගුණයන්</a:t>
            </a:r>
          </a:p>
        </p:txBody>
      </p:sp>
      <p:pic>
        <p:nvPicPr>
          <p:cNvPr id="78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TextBox 1"/>
          <p:cNvSpPr txBox="1"/>
          <p:nvPr/>
        </p:nvSpPr>
        <p:spPr>
          <a:xfrm>
            <a:off x="502919" y="381000"/>
            <a:ext cx="975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783" name="TextBox 2"/>
          <p:cNvSpPr txBox="1"/>
          <p:nvPr/>
        </p:nvSpPr>
        <p:spPr>
          <a:xfrm>
            <a:off x="1341119" y="965777"/>
            <a:ext cx="47091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තුති ගී දෙමු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හඩ දි මුළු සිතින්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දෙවිදුට බැතින්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මහත් දේ කළ බැවින්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මව්  තුරුල්ලේ පටන්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ගෙනාවේ සිරි දි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පෙන්වයි පෙමින්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මතු ද රැක දි</a:t>
            </a:r>
          </a:p>
        </p:txBody>
      </p:sp>
      <p:pic>
        <p:nvPicPr>
          <p:cNvPr id="78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TextBox 1"/>
          <p:cNvSpPr txBox="1"/>
          <p:nvPr/>
        </p:nvSpPr>
        <p:spPr>
          <a:xfrm>
            <a:off x="1188719" y="914402"/>
            <a:ext cx="46329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ගුණ යුත් දෙවි තුම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දක්වමින් මහත් පෙම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සෙත් යුත් සාමදානෙන්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පුරවයි අප නිතින්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බෝ කරුණා ගුණෙන්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පෙන්වී සොදින්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සුරකියි අප නිත්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මෙහිදීත් සගේදීත්</a:t>
            </a:r>
          </a:p>
        </p:txBody>
      </p:sp>
      <p:pic>
        <p:nvPicPr>
          <p:cNvPr id="78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TextBox 1"/>
          <p:cNvSpPr txBox="1"/>
          <p:nvPr/>
        </p:nvSpPr>
        <p:spPr>
          <a:xfrm>
            <a:off x="1188719" y="762002"/>
            <a:ext cx="58521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පුත් දෙවි සමගින්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වැඩ වෙසෙන එක් තැන්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සදාතන දෙවි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නමට නගව් තුති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ආදියේ වූ ලෙසින්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හා සැම කල් 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සෙත් යුත් දෙවි තුමන්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පත් වේ වා මහිම</a:t>
            </a:r>
          </a:p>
        </p:txBody>
      </p:sp>
      <p:pic>
        <p:nvPicPr>
          <p:cNvPr id="79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TextBox 1"/>
          <p:cNvSpPr txBox="1"/>
          <p:nvPr/>
        </p:nvSpPr>
        <p:spPr>
          <a:xfrm>
            <a:off x="350519" y="3048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793" name="TextBox 2"/>
          <p:cNvSpPr txBox="1"/>
          <p:nvPr/>
        </p:nvSpPr>
        <p:spPr>
          <a:xfrm>
            <a:off x="1341119" y="889574"/>
            <a:ext cx="7071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දෙමු සොම්නස් සිතින්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කුළුනැත් බැවින්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කරුණාව එතුම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පවතියි හැම කල් ම</a:t>
            </a:r>
          </a:p>
        </p:txBody>
      </p:sp>
      <p:sp>
        <p:nvSpPr>
          <p:cNvPr id="794" name="TextBox 3"/>
          <p:cNvSpPr txBox="1"/>
          <p:nvPr/>
        </p:nvSpPr>
        <p:spPr>
          <a:xfrm>
            <a:off x="1341119" y="3505199"/>
            <a:ext cx="7071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සත් හිමි දෙවිදු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මැවුම්කරු සමිඳු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කරුණාව එතුම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පවතියි හැම කල් ම</a:t>
            </a:r>
          </a:p>
        </p:txBody>
      </p:sp>
      <p:pic>
        <p:nvPicPr>
          <p:cNvPr id="79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TextBox 1"/>
          <p:cNvSpPr txBox="1"/>
          <p:nvPr/>
        </p:nvSpPr>
        <p:spPr>
          <a:xfrm>
            <a:off x="1341119" y="889574"/>
            <a:ext cx="7071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මහත් බලයෙන් තමන්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පිරැවී ලෙව් එළියෙන්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කරුණාව එතුමන්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පවතියි හැම කල් ම </a:t>
            </a:r>
          </a:p>
        </p:txBody>
      </p:sp>
      <p:sp>
        <p:nvSpPr>
          <p:cNvPr id="798" name="TextBox 2"/>
          <p:cNvSpPr txBox="1"/>
          <p:nvPr/>
        </p:nvSpPr>
        <p:spPr>
          <a:xfrm>
            <a:off x="1341119" y="3505199"/>
            <a:ext cx="7071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ලත් සැම හට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ආසිරි දෙයි එමට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කරුණාව එතුම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පවතියි හැම කල් ම</a:t>
            </a:r>
          </a:p>
        </p:txBody>
      </p:sp>
      <p:pic>
        <p:nvPicPr>
          <p:cNvPr id="79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TextBox 1"/>
          <p:cNvSpPr txBox="1"/>
          <p:nvPr/>
        </p:nvSpPr>
        <p:spPr>
          <a:xfrm>
            <a:off x="1341119" y="889574"/>
            <a:ext cx="7071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තෝරා ගත් එතුමා සෙන්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රැකි වනයේ යෙහෙන්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කරුණාව එතුම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පවතියි හැම කල් ම</a:t>
            </a:r>
          </a:p>
        </p:txBody>
      </p:sp>
      <p:sp>
        <p:nvSpPr>
          <p:cNvPr id="802" name="TextBox 2"/>
          <p:cNvSpPr txBox="1"/>
          <p:nvPr/>
        </p:nvSpPr>
        <p:spPr>
          <a:xfrm>
            <a:off x="1341119" y="3505199"/>
            <a:ext cx="7071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දුක් දයා නෙති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 බල නිතින්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කරුණාව එතුම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පවතියි හැම කල් ම</a:t>
            </a:r>
          </a:p>
        </p:txBody>
      </p:sp>
      <p:pic>
        <p:nvPicPr>
          <p:cNvPr id="80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TextBox 1"/>
          <p:cNvSpPr txBox="1"/>
          <p:nvPr/>
        </p:nvSpPr>
        <p:spPr>
          <a:xfrm>
            <a:off x="350519" y="304802"/>
            <a:ext cx="12039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806" name="TextBox 2"/>
          <p:cNvSpPr txBox="1"/>
          <p:nvPr/>
        </p:nvSpPr>
        <p:spPr>
          <a:xfrm>
            <a:off x="998219" y="1143002"/>
            <a:ext cx="7071362" cy="6024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සුද්දවන්ත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දුත සේනා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වණත් සමිඳු නම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 පිට දිව් ලත්තන්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රුව ගත් මිනිසාත්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පසසව් දෙවි සමිදුන්</a:t>
            </a:r>
          </a:p>
        </p:txBody>
      </p:sp>
      <p:pic>
        <p:nvPicPr>
          <p:cNvPr id="80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TextBox 1"/>
          <p:cNvSpPr txBox="1"/>
          <p:nvPr/>
        </p:nvSpPr>
        <p:spPr>
          <a:xfrm>
            <a:off x="998219" y="1143002"/>
            <a:ext cx="7071362" cy="6024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ඉර සද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දිවා රැය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තරු පිරි අහස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වැසී සුළං වලා පෙළ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උතුම් සුර දුත කැල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පසසව් දෙවි සමිදුන්</a:t>
            </a:r>
          </a:p>
        </p:txBody>
      </p:sp>
      <p:pic>
        <p:nvPicPr>
          <p:cNvPr id="81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TextBox 1"/>
          <p:cNvSpPr txBox="1"/>
          <p:nvPr/>
        </p:nvSpPr>
        <p:spPr>
          <a:xfrm>
            <a:off x="998219" y="1143002"/>
            <a:ext cx="7071362" cy="6024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සමුදුර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පසසව්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ගල් පර මුදු තෙර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 දිය බහදිය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හඩ දෙන රළ පෙළ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පසසව් දෙවි සමිදුන්</a:t>
            </a:r>
          </a:p>
        </p:txBody>
      </p:sp>
      <p:pic>
        <p:nvPicPr>
          <p:cNvPr id="81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TextBox 1"/>
          <p:cNvSpPr txBox="1"/>
          <p:nvPr/>
        </p:nvSpPr>
        <p:spPr>
          <a:xfrm>
            <a:off x="998219" y="1143002"/>
            <a:ext cx="7071362" cy="5348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කදු තලා</a:t>
            </a:r>
          </a:p>
          <a:p>
            <a:pPr algn="ctr"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 වන</a:t>
            </a:r>
          </a:p>
          <a:p>
            <a:pPr algn="ctr"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කොදෙව් රැස දිවයින්</a:t>
            </a:r>
          </a:p>
          <a:p>
            <a:pPr algn="ctr"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වලා පෙළින් ම්හි දුමින්</a:t>
            </a:r>
          </a:p>
          <a:p>
            <a:pPr algn="ctr"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සැරැසුණු ගිරි මුදුන්</a:t>
            </a:r>
          </a:p>
          <a:p>
            <a:pPr algn="ctr"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පසසව් දෙවි සමිදුන්</a:t>
            </a:r>
          </a:p>
        </p:txBody>
      </p:sp>
      <p:pic>
        <p:nvPicPr>
          <p:cNvPr id="81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TextBox 1"/>
          <p:cNvSpPr txBox="1"/>
          <p:nvPr/>
        </p:nvSpPr>
        <p:spPr>
          <a:xfrm>
            <a:off x="998219" y="1143002"/>
            <a:ext cx="7071362" cy="5348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ගලා යන</a:t>
            </a:r>
          </a:p>
          <a:p>
            <a:pPr algn="ctr"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ගගුලැලි </a:t>
            </a:r>
          </a:p>
          <a:p>
            <a:pPr algn="ctr"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කදු මුදුන සිට</a:t>
            </a:r>
          </a:p>
          <a:p>
            <a:pPr algn="ctr"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සැඩ දිය දහරින</a:t>
            </a:r>
          </a:p>
          <a:p>
            <a:pPr algn="ctr"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කැළ</a:t>
            </a:r>
            <a:r>
              <a:rPr>
                <a:latin typeface="FS-Anurada"/>
                <a:ea typeface="FS-Anurada"/>
                <a:cs typeface="FS-Anurada"/>
                <a:sym typeface="FS-Anurada"/>
              </a:rPr>
              <a:t>ö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දිව යන</a:t>
            </a:r>
          </a:p>
          <a:p>
            <a:pPr algn="ctr"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පසසව් දෙවි සමිදුන්</a:t>
            </a:r>
          </a:p>
        </p:txBody>
      </p:sp>
      <p:pic>
        <p:nvPicPr>
          <p:cNvPr id="81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TextBox 1"/>
          <p:cNvSpPr txBox="1"/>
          <p:nvPr/>
        </p:nvSpPr>
        <p:spPr>
          <a:xfrm>
            <a:off x="998219" y="1143002"/>
            <a:ext cx="7071362" cy="5348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තෑගිවන්ත</a:t>
            </a:r>
          </a:p>
          <a:p>
            <a:pPr algn="ctr"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පියාණන්ට</a:t>
            </a:r>
          </a:p>
          <a:p>
            <a:pPr algn="ctr"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ආදරැත් හිමි හට</a:t>
            </a:r>
          </a:p>
          <a:p>
            <a:pPr algn="ctr"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ප්‍රීතියෙන් පිරි ආත්මය</a:t>
            </a:r>
          </a:p>
          <a:p>
            <a:pPr algn="ctr"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සුමිහිරි හඩින් ගීත</a:t>
            </a:r>
          </a:p>
          <a:p>
            <a:pPr algn="ctr"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පසසව් දෙවි සමිදුන්</a:t>
            </a:r>
          </a:p>
        </p:txBody>
      </p:sp>
      <p:pic>
        <p:nvPicPr>
          <p:cNvPr id="82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TextBox 1"/>
          <p:cNvSpPr txBox="1"/>
          <p:nvPr/>
        </p:nvSpPr>
        <p:spPr>
          <a:xfrm>
            <a:off x="350519" y="304802"/>
            <a:ext cx="1356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825" name="TextBox 3"/>
          <p:cNvSpPr txBox="1"/>
          <p:nvPr/>
        </p:nvSpPr>
        <p:spPr>
          <a:xfrm>
            <a:off x="998219" y="1143001"/>
            <a:ext cx="7071362" cy="3773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රාජ සුරන්ගේ සව් සතුන්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සාදු නගා ගී හඩ දෙන්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හලෙලුයා හලෙලුයා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රන් ගින්නෙන් දිලි සුර්යයා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කාන්ති සිසිල් වන් චන්ද්‍රයා</a:t>
            </a:r>
          </a:p>
        </p:txBody>
      </p:sp>
      <p:sp>
        <p:nvSpPr>
          <p:cNvPr id="826" name="TextBox 4"/>
          <p:cNvSpPr txBox="1"/>
          <p:nvPr/>
        </p:nvSpPr>
        <p:spPr>
          <a:xfrm>
            <a:off x="2865119" y="4800600"/>
            <a:ext cx="58521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පැසසුම් දෙව් පැසසුම් දෙව්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හලෙලුයා  හලෙලුයා  හලෙලුයා </a:t>
            </a:r>
          </a:p>
        </p:txBody>
      </p:sp>
      <p:pic>
        <p:nvPicPr>
          <p:cNvPr id="827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TextBox 1"/>
          <p:cNvSpPr txBox="1"/>
          <p:nvPr/>
        </p:nvSpPr>
        <p:spPr>
          <a:xfrm>
            <a:off x="998219" y="1143001"/>
            <a:ext cx="7071362" cy="3773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ගෝර වෙරැත් සැඩ සුළං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ආකාසේ වලා සමගින්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පැසසුම් දෙවි හලෙලුයා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ආලෝ උදා වී පසස් දෙන්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සැන්දෑ තරුත් මොර ගසන්</a:t>
            </a:r>
          </a:p>
        </p:txBody>
      </p:sp>
      <p:sp>
        <p:nvSpPr>
          <p:cNvPr id="830" name="TextBox 2"/>
          <p:cNvSpPr txBox="1"/>
          <p:nvPr/>
        </p:nvSpPr>
        <p:spPr>
          <a:xfrm>
            <a:off x="2865119" y="4800600"/>
            <a:ext cx="58521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පැසසුම් දෙව් පැසසුම් දෙව්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හලෙලුයා  හලෙලුයා  හලෙලුයා </a:t>
            </a:r>
          </a:p>
        </p:txBody>
      </p:sp>
      <p:pic>
        <p:nvPicPr>
          <p:cNvPr id="83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TextBox 1"/>
          <p:cNvSpPr txBox="1"/>
          <p:nvPr/>
        </p:nvSpPr>
        <p:spPr>
          <a:xfrm>
            <a:off x="2865119" y="4800600"/>
            <a:ext cx="58521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පැසසුම් දෙව් පැසසුම් දෙව්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හලෙලුයා  හලෙලුයා  හලෙලුයා </a:t>
            </a:r>
          </a:p>
        </p:txBody>
      </p:sp>
      <p:sp>
        <p:nvSpPr>
          <p:cNvPr id="834" name="TextBox 2"/>
          <p:cNvSpPr txBox="1"/>
          <p:nvPr/>
        </p:nvSpPr>
        <p:spPr>
          <a:xfrm>
            <a:off x="998219" y="1143001"/>
            <a:ext cx="7071362" cy="3773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බස්නා දියලැල් සුසුදු 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ගයන් ස්වාමි සවන් දෙයි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හලෙලුයා හලෙලුයා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ගින්නත් බබළා දීප්තියෙන්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ආලෝකත් උණුසුම් දෙමින්</a:t>
            </a:r>
          </a:p>
        </p:txBody>
      </p:sp>
      <p:pic>
        <p:nvPicPr>
          <p:cNvPr id="83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TextBox 1"/>
          <p:cNvSpPr txBox="1"/>
          <p:nvPr/>
        </p:nvSpPr>
        <p:spPr>
          <a:xfrm>
            <a:off x="2865119" y="4800600"/>
            <a:ext cx="58521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පැසසුම් දෙව් පැසසුම් දෙව්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හලෙලුයා  හලෙලුයා  හලෙලුයා </a:t>
            </a:r>
          </a:p>
        </p:txBody>
      </p:sp>
      <p:sp>
        <p:nvSpPr>
          <p:cNvPr id="838" name="TextBox 2"/>
          <p:cNvSpPr txBox="1"/>
          <p:nvPr/>
        </p:nvSpPr>
        <p:spPr>
          <a:xfrm>
            <a:off x="998219" y="1143001"/>
            <a:ext cx="7071362" cy="3773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කාන්තාව මහි බෝ පෙමින්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ආසිරි බෝ අපට දුන්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පැසසුම් දෙන් හලෙලුයා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මල් පල ඔබ දරනා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තේජස් රජුන්ගේ දන්වන්නා</a:t>
            </a:r>
          </a:p>
        </p:txBody>
      </p:sp>
      <p:pic>
        <p:nvPicPr>
          <p:cNvPr id="83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TextBox 1"/>
          <p:cNvSpPr txBox="1"/>
          <p:nvPr/>
        </p:nvSpPr>
        <p:spPr>
          <a:xfrm>
            <a:off x="2865119" y="4800600"/>
            <a:ext cx="58521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පැසසුම් දෙව් පැසසුම් දෙව්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හලෙලුයා  හලෙලුයා  හලෙලුයා </a:t>
            </a:r>
          </a:p>
        </p:txBody>
      </p:sp>
      <p:sp>
        <p:nvSpPr>
          <p:cNvPr id="842" name="TextBox 2"/>
          <p:cNvSpPr txBox="1"/>
          <p:nvPr/>
        </p:nvSpPr>
        <p:spPr>
          <a:xfrm>
            <a:off x="998219" y="1143001"/>
            <a:ext cx="7071362" cy="3773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සාන්ත සිත් ඇති මිනිසුන්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 දනන්ට කමා වෙම්න්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ගයාලව් හලෙලුයා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දොම්නස් දුක් බෝ කල් දරුවන්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පිට ඒ තබා ගයන්</a:t>
            </a:r>
          </a:p>
        </p:txBody>
      </p:sp>
      <p:pic>
        <p:nvPicPr>
          <p:cNvPr id="84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TextBox 1"/>
          <p:cNvSpPr txBox="1"/>
          <p:nvPr/>
        </p:nvSpPr>
        <p:spPr>
          <a:xfrm>
            <a:off x="2865119" y="4800600"/>
            <a:ext cx="58521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පැසසුම් දෙව් පැසසුම් දෙව්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හලෙලුයා  හලෙලුයා  හලෙලුයා </a:t>
            </a:r>
          </a:p>
        </p:txBody>
      </p:sp>
      <p:sp>
        <p:nvSpPr>
          <p:cNvPr id="846" name="TextBox 2"/>
          <p:cNvSpPr txBox="1"/>
          <p:nvPr/>
        </p:nvSpPr>
        <p:spPr>
          <a:xfrm>
            <a:off x="998219" y="1143001"/>
            <a:ext cx="7071362" cy="3773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FS-Anurada"/>
                <a:ea typeface="FS-Anurada"/>
                <a:cs typeface="FS-Anurada"/>
                <a:sym typeface="FS-Anurada"/>
              </a:defRPr>
            </a:pPr>
            <a:r>
              <a:t>fi!</a:t>
            </a:r>
            <a:r>
              <a:t>ම</a:t>
            </a:r>
            <a:r>
              <a:t>H</a:t>
            </a:r>
            <a:r>
              <a:t> දයාවත් මරණේ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අන්ත හුස්ම රැක ඉන්නේ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පැසසුම් දෙන් හලෙලුයා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දරුන් ගෙද‍ර යවයි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තුම් යේසුස් ගිය මාවතයි</a:t>
            </a:r>
          </a:p>
        </p:txBody>
      </p:sp>
      <p:pic>
        <p:nvPicPr>
          <p:cNvPr id="84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TextBox 1"/>
          <p:cNvSpPr txBox="1"/>
          <p:nvPr/>
        </p:nvSpPr>
        <p:spPr>
          <a:xfrm>
            <a:off x="2865119" y="4800600"/>
            <a:ext cx="58521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පැසසුම් දෙව් පැසසුම් දෙව්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හලෙලුයා  හලෙලුයා  හලෙලුයා </a:t>
            </a:r>
          </a:p>
        </p:txBody>
      </p:sp>
      <p:sp>
        <p:nvSpPr>
          <p:cNvPr id="850" name="TextBox 2"/>
          <p:cNvSpPr txBox="1"/>
          <p:nvPr/>
        </p:nvSpPr>
        <p:spPr>
          <a:xfrm>
            <a:off x="998219" y="1143001"/>
            <a:ext cx="7071362" cy="3773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සෑදු තුම් මෙලෝ පසසව්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මාන හෙලා සිරස් නමව්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පැසසුම් දෙවි හලෙලුයා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සාදු සාදු පිත් පුත් සුරන්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සාදු සුදත් තියෙක් මුරුන්</a:t>
            </a:r>
          </a:p>
        </p:txBody>
      </p:sp>
      <p:pic>
        <p:nvPicPr>
          <p:cNvPr id="85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TextBox 1"/>
          <p:cNvSpPr txBox="1"/>
          <p:nvPr/>
        </p:nvSpPr>
        <p:spPr>
          <a:xfrm>
            <a:off x="350519" y="228602"/>
            <a:ext cx="12039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854" name="TextBox 2"/>
          <p:cNvSpPr txBox="1"/>
          <p:nvPr/>
        </p:nvSpPr>
        <p:spPr>
          <a:xfrm>
            <a:off x="998219" y="1219199"/>
            <a:ext cx="71856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නමදිමු පසසමු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 කිත් පතුරමු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හැම මිනිස් ඔබ වදිත්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පියාණන් බැව් පිලිගනින්</a:t>
            </a:r>
          </a:p>
        </p:txBody>
      </p:sp>
      <p:sp>
        <p:nvSpPr>
          <p:cNvPr id="855" name="TextBox 3"/>
          <p:cNvSpPr txBox="1"/>
          <p:nvPr/>
        </p:nvSpPr>
        <p:spPr>
          <a:xfrm>
            <a:off x="3703319" y="3886199"/>
            <a:ext cx="5394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හට හලෙලුයා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අග දුතු පසසත්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විශ්වය ඉමහත් හඩින්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ගයයි දුතුන් සමගින්</a:t>
            </a:r>
          </a:p>
        </p:txBody>
      </p:sp>
      <p:pic>
        <p:nvPicPr>
          <p:cNvPr id="85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TextBox 1"/>
          <p:cNvSpPr txBox="1"/>
          <p:nvPr/>
        </p:nvSpPr>
        <p:spPr>
          <a:xfrm>
            <a:off x="998219" y="1219199"/>
            <a:ext cx="71856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 සුද්ද සමිදුන්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සේනාවන්ගේ දෙවි රදුනි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පොළෝ ඔබ තෙදින්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පිරි ඇත් බල මහියෙන් </a:t>
            </a:r>
          </a:p>
        </p:txBody>
      </p:sp>
      <p:sp>
        <p:nvSpPr>
          <p:cNvPr id="859" name="TextBox 2"/>
          <p:cNvSpPr txBox="1"/>
          <p:nvPr/>
        </p:nvSpPr>
        <p:spPr>
          <a:xfrm>
            <a:off x="3703319" y="3886199"/>
            <a:ext cx="5394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අපෝස්තුලු සෙන් එක්වෙති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නැවතී ගී ගයති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දිවසිවරු මවිත වෙත්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හලෙලුයා ගීය නහත්</a:t>
            </a:r>
          </a:p>
        </p:txBody>
      </p:sp>
      <p:pic>
        <p:nvPicPr>
          <p:cNvPr id="86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TextBox 2"/>
          <p:cNvSpPr txBox="1"/>
          <p:nvPr/>
        </p:nvSpPr>
        <p:spPr>
          <a:xfrm>
            <a:off x="998219" y="1219199"/>
            <a:ext cx="71856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සුසන් වීරයෝ ගයති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කරුණා බලැති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පතල කිතු සබ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වණත් ගුණ කද ඔබ</a:t>
            </a:r>
          </a:p>
        </p:txBody>
      </p:sp>
      <p:sp>
        <p:nvSpPr>
          <p:cNvPr id="863" name="TextBox 3"/>
          <p:cNvSpPr txBox="1"/>
          <p:nvPr/>
        </p:nvSpPr>
        <p:spPr>
          <a:xfrm>
            <a:off x="3703319" y="3886199"/>
            <a:ext cx="5394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ගරු පසස් මහිම වේ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 දෙවි නම උසස් වේ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පුත් සුදත් දෙවි බුහුමන් වේ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තියෙක් දෙවි හිමිට සෙත් වේ</a:t>
            </a:r>
          </a:p>
        </p:txBody>
      </p:sp>
      <p:pic>
        <p:nvPicPr>
          <p:cNvPr id="86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TextBox 1"/>
          <p:cNvSpPr txBox="1"/>
          <p:nvPr/>
        </p:nvSpPr>
        <p:spPr>
          <a:xfrm>
            <a:off x="274319" y="3048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19</a:t>
            </a:r>
          </a:p>
        </p:txBody>
      </p:sp>
      <p:sp>
        <p:nvSpPr>
          <p:cNvPr id="867" name="TextBox 2"/>
          <p:cNvSpPr txBox="1"/>
          <p:nvPr/>
        </p:nvSpPr>
        <p:spPr>
          <a:xfrm>
            <a:off x="1493519" y="889574"/>
            <a:ext cx="60045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ආත්මය දෙන් සවන්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තුලැත්  සියල්ල අසන්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නිත් පසසන්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තුමගේ උපකාර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සිහියෙන් තොර නො කර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සතතින් පසසන්</a:t>
            </a:r>
          </a:p>
        </p:txBody>
      </p:sp>
      <p:pic>
        <p:nvPicPr>
          <p:cNvPr id="86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TextBox 1"/>
          <p:cNvSpPr txBox="1"/>
          <p:nvPr/>
        </p:nvSpPr>
        <p:spPr>
          <a:xfrm>
            <a:off x="1493519" y="889574"/>
            <a:ext cx="60045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ආත්මය දෙන් සවන්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හිමි කමා කරමින්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රෝ දුක් සුව කර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උදෙසා පීඩා විදින්නත්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යුත්කිය දමිටුකමින්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දෙන්නේ ඉටු කර</a:t>
            </a:r>
          </a:p>
        </p:txBody>
      </p:sp>
      <p:pic>
        <p:nvPicPr>
          <p:cNvPr id="87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07854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TextBox 1"/>
          <p:cNvSpPr txBox="1"/>
          <p:nvPr/>
        </p:nvSpPr>
        <p:spPr>
          <a:xfrm>
            <a:off x="1493519" y="889574"/>
            <a:ext cx="60045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ආත්මය දෙන් සවන්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පිරි ඇත් දයාවෙන්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කුළුණු ගුණයෙන්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නිත් තරවටු නො කරයි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හැම දා උරණ නො වෙයි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කමා වෙයි නියතින්</a:t>
            </a:r>
          </a:p>
        </p:txBody>
      </p:sp>
      <p:pic>
        <p:nvPicPr>
          <p:cNvPr id="87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TextBox 1"/>
          <p:cNvSpPr txBox="1"/>
          <p:nvPr/>
        </p:nvSpPr>
        <p:spPr>
          <a:xfrm>
            <a:off x="1493519" y="889574"/>
            <a:ext cx="60045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ආත්මය දෙන් සවන්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මහත් ය හිමි කුළුණින්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උසට අහස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 අපර දුර මෙන්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වරද දුර ලයි අපෙන්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 සෙනෙහස</a:t>
            </a:r>
          </a:p>
        </p:txBody>
      </p:sp>
      <p:pic>
        <p:nvPicPr>
          <p:cNvPr id="87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TextBox 1"/>
          <p:cNvSpPr txBox="1"/>
          <p:nvPr/>
        </p:nvSpPr>
        <p:spPr>
          <a:xfrm>
            <a:off x="1493519" y="889574"/>
            <a:ext cx="60045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ආත්මය දෙන් සවන්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ගිවිසුම රකින්නත්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කෙරේ බිය ඇත්තන්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දමිටුකම එතුම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දරුන්ගේ දරුන් දක්වා 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 පවත්නේ ය</a:t>
            </a:r>
          </a:p>
        </p:txBody>
      </p:sp>
      <p:pic>
        <p:nvPicPr>
          <p:cNvPr id="88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TextBox 3"/>
          <p:cNvSpPr txBox="1"/>
          <p:nvPr/>
        </p:nvSpPr>
        <p:spPr>
          <a:xfrm>
            <a:off x="350519" y="381002"/>
            <a:ext cx="1356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883" name="TextBox 4"/>
          <p:cNvSpPr txBox="1"/>
          <p:nvPr/>
        </p:nvSpPr>
        <p:spPr>
          <a:xfrm>
            <a:off x="664285" y="1219199"/>
            <a:ext cx="7985761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සගේ රජ හට ගී දෙව්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පඩුරු දෙමින් පුද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සෙත් ලත් සැම දන එක් වව්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දෙනු අන් කාට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දෙව් ගී දෙව්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සදාකාල  රජුට </a:t>
            </a:r>
          </a:p>
        </p:txBody>
      </p:sp>
      <p:pic>
        <p:nvPicPr>
          <p:cNvPr id="884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Rectangle 3"/>
          <p:cNvSpPr txBox="1"/>
          <p:nvPr/>
        </p:nvSpPr>
        <p:spPr>
          <a:xfrm>
            <a:off x="807719" y="1066799"/>
            <a:ext cx="4480562" cy="466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දෙව් හිමි පෙම් නිසා ම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අපේ පියවරුන්ට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දෙව් සැම දා එසේ ම 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 පමා සිරි දෙන්ට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දෙව්  ගී දෙව්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තේජසේ රජු හට</a:t>
            </a:r>
            <a:r>
              <a:t>.</a:t>
            </a:r>
          </a:p>
        </p:txBody>
      </p:sp>
      <p:pic>
        <p:nvPicPr>
          <p:cNvPr id="88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TextBox 3"/>
          <p:cNvSpPr txBox="1"/>
          <p:nvPr/>
        </p:nvSpPr>
        <p:spPr>
          <a:xfrm>
            <a:off x="655319" y="1066799"/>
            <a:ext cx="74523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දයා වෙයි පියෙකු සේ 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දුබලැයි දනියි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යයි තමන් අතින් 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රුපුන්ගෙන් අප මුදයි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දෙව්  ගී දෙව්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දයා නිමක් නැ</a:t>
            </a:r>
          </a:p>
        </p:txBody>
      </p:sp>
      <p:pic>
        <p:nvPicPr>
          <p:cNvPr id="89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Rectangle 3"/>
          <p:cNvSpPr txBox="1"/>
          <p:nvPr/>
        </p:nvSpPr>
        <p:spPr>
          <a:xfrm>
            <a:off x="807719" y="1142999"/>
            <a:ext cx="44805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 දුතයෝ වදිත් මැ 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වත දැක නිත්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ඉර හද වැද වැටෙයි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සත සදා වදිත්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දෙව්  ගී දෙව්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කරුණාවේ හිමිට</a:t>
            </a:r>
          </a:p>
        </p:txBody>
      </p:sp>
      <p:pic>
        <p:nvPicPr>
          <p:cNvPr id="89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TextBox 3"/>
          <p:cNvSpPr txBox="1"/>
          <p:nvPr/>
        </p:nvSpPr>
        <p:spPr>
          <a:xfrm>
            <a:off x="350519" y="304799"/>
            <a:ext cx="120396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21</a:t>
            </a:r>
          </a:p>
        </p:txBody>
      </p:sp>
      <p:sp>
        <p:nvSpPr>
          <p:cNvPr id="896" name="TextBox 4"/>
          <p:cNvSpPr txBox="1"/>
          <p:nvPr/>
        </p:nvSpPr>
        <p:spPr>
          <a:xfrm>
            <a:off x="960119" y="1066799"/>
            <a:ext cx="7147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අහස් පොළෝ මුහුදු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මැව්වේ ඔබ යි  හිමි සද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හැම යාපත් ආසිරි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දෙන්නේ ඔබ යි </a:t>
            </a:r>
          </a:p>
        </p:txBody>
      </p:sp>
      <p:sp>
        <p:nvSpPr>
          <p:cNvPr id="897" name="TextBox 5"/>
          <p:cNvSpPr txBox="1"/>
          <p:nvPr/>
        </p:nvSpPr>
        <p:spPr>
          <a:xfrm>
            <a:off x="960119" y="3733799"/>
            <a:ext cx="5166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හිරු රැසත් මද නලත්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සුවද මල් පලතුරුත්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නිසි කලට අස්වැන්නත්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දෙන්නේ ඔබ යි</a:t>
            </a:r>
          </a:p>
        </p:txBody>
      </p:sp>
      <p:pic>
        <p:nvPicPr>
          <p:cNvPr id="898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Box 3"/>
          <p:cNvSpPr txBox="1"/>
          <p:nvPr/>
        </p:nvSpPr>
        <p:spPr>
          <a:xfrm>
            <a:off x="1036319" y="838199"/>
            <a:ext cx="6614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සාමයෙන් පිරි නිවෙස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සිරියෙන් පිරි දවස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හද පතුල සොම්නස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දෙන්නේ ඔබ යි</a:t>
            </a:r>
          </a:p>
        </p:txBody>
      </p:sp>
      <p:sp>
        <p:nvSpPr>
          <p:cNvPr id="901" name="TextBox 4"/>
          <p:cNvSpPr txBox="1"/>
          <p:nvPr/>
        </p:nvSpPr>
        <p:spPr>
          <a:xfrm>
            <a:off x="960119" y="3428999"/>
            <a:ext cx="5623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එවී සේක එක ම පුතුන්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සතට ආදරයෙන්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ගැලවීම අනගි 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දෙන්නේ ඔබ යි</a:t>
            </a:r>
          </a:p>
        </p:txBody>
      </p:sp>
      <p:pic>
        <p:nvPicPr>
          <p:cNvPr id="902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TextBox 1"/>
          <p:cNvSpPr txBox="1"/>
          <p:nvPr/>
        </p:nvSpPr>
        <p:spPr>
          <a:xfrm>
            <a:off x="1036319" y="685799"/>
            <a:ext cx="6614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එව් සුදත් දෙවි උතුම්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දෙවා වදාළේ සෙත් නොහිම්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සියලු නැණ බෙල පෙම්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දෙන්නේ ඔබ යි</a:t>
            </a:r>
          </a:p>
        </p:txBody>
      </p:sp>
      <p:sp>
        <p:nvSpPr>
          <p:cNvPr id="905" name="TextBox 2"/>
          <p:cNvSpPr txBox="1"/>
          <p:nvPr/>
        </p:nvSpPr>
        <p:spPr>
          <a:xfrm>
            <a:off x="960119" y="3428999"/>
            <a:ext cx="6690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කමාව හා මිදීම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ලොව පැතිම ද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ආත්මික සෙත් සිරි සොද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දෙන්නේ ඔබ යි </a:t>
            </a:r>
          </a:p>
        </p:txBody>
      </p:sp>
      <p:pic>
        <p:nvPicPr>
          <p:cNvPr id="90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TextBox 1"/>
          <p:cNvSpPr txBox="1"/>
          <p:nvPr/>
        </p:nvSpPr>
        <p:spPr>
          <a:xfrm>
            <a:off x="426719" y="279976"/>
            <a:ext cx="12039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22</a:t>
            </a:r>
          </a:p>
        </p:txBody>
      </p:sp>
      <p:sp>
        <p:nvSpPr>
          <p:cNvPr id="909" name="TextBox 2"/>
          <p:cNvSpPr txBox="1"/>
          <p:nvPr/>
        </p:nvSpPr>
        <p:spPr>
          <a:xfrm>
            <a:off x="873303" y="1085950"/>
            <a:ext cx="68427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ජිවිතේ සැම කාලේ දි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 සැප දෙක්හි දීත්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දෙවිදුට පැසසුම් ගී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දෙන්නෙම් හිතෙන් මුවෙන්</a:t>
            </a:r>
          </a:p>
        </p:txBody>
      </p:sp>
      <p:sp>
        <p:nvSpPr>
          <p:cNvPr id="910" name="TextBox 3"/>
          <p:cNvSpPr txBox="1"/>
          <p:nvPr/>
        </p:nvSpPr>
        <p:spPr>
          <a:xfrm>
            <a:off x="3627119" y="3733799"/>
            <a:ext cx="5090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උතුම් හිමිගේ නමට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එක් ව පසස් දෙව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විපතේ දී කන් දි මට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මිදු නිසා පෙමින් </a:t>
            </a:r>
          </a:p>
        </p:txBody>
      </p:sp>
      <p:pic>
        <p:nvPicPr>
          <p:cNvPr id="91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TextBox 1"/>
          <p:cNvSpPr txBox="1"/>
          <p:nvPr/>
        </p:nvSpPr>
        <p:spPr>
          <a:xfrm>
            <a:off x="883919" y="1066799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දමිටුන්ගේ නිවෙස් වටින්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සෙන් මුර කරත්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 පිළිගත් දනන්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හිමි රකියි නිත්</a:t>
            </a:r>
          </a:p>
        </p:txBody>
      </p:sp>
      <p:sp>
        <p:nvSpPr>
          <p:cNvPr id="914" name="TextBox 2"/>
          <p:cNvSpPr txBox="1"/>
          <p:nvPr/>
        </p:nvSpPr>
        <p:spPr>
          <a:xfrm>
            <a:off x="3627119" y="3733799"/>
            <a:ext cx="5090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පීඩා පෙම් ලකුණු බැව්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 දැකීමෙන් දනිව්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කොපමණ සැපවත්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අදහන්නෝ ස්වාමින්</a:t>
            </a:r>
          </a:p>
        </p:txBody>
      </p:sp>
      <p:pic>
        <p:nvPicPr>
          <p:cNvPr id="91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TextBox 1"/>
          <p:cNvSpPr txBox="1"/>
          <p:nvPr/>
        </p:nvSpPr>
        <p:spPr>
          <a:xfrm>
            <a:off x="883919" y="1066799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අහෝ එතුම උතුම් පෙම කද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 දැකීමෙන් දනිව්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කොපමණ සැපවත්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අදහන්නෝ ස්වාමින්</a:t>
            </a:r>
          </a:p>
        </p:txBody>
      </p:sp>
      <p:sp>
        <p:nvSpPr>
          <p:cNvPr id="918" name="TextBox 2"/>
          <p:cNvSpPr txBox="1"/>
          <p:nvPr/>
        </p:nvSpPr>
        <p:spPr>
          <a:xfrm>
            <a:off x="3627119" y="3733799"/>
            <a:ext cx="5090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හිමිට ම බිය වව්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 බිය දුරු වෙයි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එතුමට මෙහෙ කරව්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සැප ලැබෙයි</a:t>
            </a:r>
          </a:p>
        </p:txBody>
      </p:sp>
      <p:pic>
        <p:nvPicPr>
          <p:cNvPr id="91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TextBox 3"/>
          <p:cNvSpPr txBox="1"/>
          <p:nvPr/>
        </p:nvSpPr>
        <p:spPr>
          <a:xfrm>
            <a:off x="579119" y="381002"/>
            <a:ext cx="12801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23</a:t>
            </a:r>
          </a:p>
        </p:txBody>
      </p:sp>
      <p:sp>
        <p:nvSpPr>
          <p:cNvPr id="922" name="TextBox 4"/>
          <p:cNvSpPr txBox="1"/>
          <p:nvPr/>
        </p:nvSpPr>
        <p:spPr>
          <a:xfrm>
            <a:off x="1417319" y="1371599"/>
            <a:ext cx="63855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දෙවිදුට ගී පුදත්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දෙලොව සැම දේ නිත්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මහිමෙට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මැවූ දේ තුට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හඩ දි පසසත්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නමදිමු දැන් අපිත්</a:t>
            </a:r>
          </a:p>
        </p:txBody>
      </p:sp>
      <p:pic>
        <p:nvPicPr>
          <p:cNvPr id="923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TextBox 1"/>
          <p:cNvSpPr txBox="1"/>
          <p:nvPr/>
        </p:nvSpPr>
        <p:spPr>
          <a:xfrm>
            <a:off x="1264919" y="1371599"/>
            <a:ext cx="56235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දෙවිදුට ගී පුදත්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දේ රැ දවල් නිත්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දිනෙන් දින මේ ලෙදින්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බලේ ගී නදින්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කල්හි පසසත්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නමදිමු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දැන් අපිත්</a:t>
            </a:r>
          </a:p>
        </p:txBody>
      </p:sp>
      <p:pic>
        <p:nvPicPr>
          <p:cNvPr id="92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TextBox 2"/>
          <p:cNvSpPr txBox="1"/>
          <p:nvPr/>
        </p:nvSpPr>
        <p:spPr>
          <a:xfrm>
            <a:off x="1264919" y="1371599"/>
            <a:ext cx="64617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දෙවිදුට ගී පුදත්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දේ මිහිතලැත්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සුළගින් සිදු ගොසත්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සියොත් මල් හා තුරු පත්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බල පසසත්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නමදිමු දැන් අපිත්</a:t>
            </a:r>
          </a:p>
        </p:txBody>
      </p:sp>
      <p:pic>
        <p:nvPicPr>
          <p:cNvPr id="92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TextBox 1"/>
          <p:cNvSpPr txBox="1"/>
          <p:nvPr/>
        </p:nvSpPr>
        <p:spPr>
          <a:xfrm>
            <a:off x="1188719" y="1295399"/>
            <a:ext cx="65379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දෙවිදුට ගී පුදත්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වැසී පිනි දේදුන්නත්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හිරු රැස් වලාකුළුත්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ගං හෝ ඔයවල් දිමුත්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හේමන්ත කල් හා සරත්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නමදිමු දැන් අපිත්</a:t>
            </a:r>
          </a:p>
        </p:txBody>
      </p:sp>
      <p:pic>
        <p:nvPicPr>
          <p:cNvPr id="93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TextBox 1"/>
          <p:cNvSpPr txBox="1"/>
          <p:nvPr/>
        </p:nvSpPr>
        <p:spPr>
          <a:xfrm>
            <a:off x="1112519" y="1219199"/>
            <a:ext cx="60807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බලැත් දෙවිදුනි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තෙදැත් මැවුම්කරුනි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සැම තැන්හි ම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වැඩ වසත් මහිම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ඔසවමින් අප සිත්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නමදිමු දැන් අපිත්</a:t>
            </a:r>
          </a:p>
        </p:txBody>
      </p:sp>
      <p:pic>
        <p:nvPicPr>
          <p:cNvPr id="93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Rectangle 1"/>
          <p:cNvSpPr txBox="1"/>
          <p:nvPr/>
        </p:nvSpPr>
        <p:spPr>
          <a:xfrm>
            <a:off x="655319" y="457201"/>
            <a:ext cx="10515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</a:t>
            </a:r>
            <a:r>
              <a:rPr b="1" sz="3600"/>
              <a:t>24</a:t>
            </a:r>
          </a:p>
        </p:txBody>
      </p:sp>
      <p:sp>
        <p:nvSpPr>
          <p:cNvPr id="938" name="Rectangle 1"/>
          <p:cNvSpPr txBox="1"/>
          <p:nvPr/>
        </p:nvSpPr>
        <p:spPr>
          <a:xfrm>
            <a:off x="731522" y="1188531"/>
            <a:ext cx="6368093" cy="227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fojs idusks Tn w;alu jk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jsYajh ud jsiau lrjk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;re osia fjhs fus. .s.=us wefi;a u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jKus uus fojs Tn uysu </a:t>
            </a:r>
          </a:p>
        </p:txBody>
      </p:sp>
      <p:sp>
        <p:nvSpPr>
          <p:cNvPr id="939" name="Rectangle 2"/>
          <p:cNvSpPr txBox="1"/>
          <p:nvPr/>
        </p:nvSpPr>
        <p:spPr>
          <a:xfrm>
            <a:off x="4084321" y="4571535"/>
            <a:ext cx="4155863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685800" algn="l"/>
              </a:tabLst>
              <a:defRPr sz="28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ud wd;auh fojs ysus miihs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685800" algn="l"/>
              </a:tabLst>
              <a:defRPr sz="28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uy;a n,e;a fojs Tn uehs</a:t>
            </a:r>
          </a:p>
        </p:txBody>
      </p:sp>
      <p:pic>
        <p:nvPicPr>
          <p:cNvPr id="94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Rectangle 1"/>
          <p:cNvSpPr txBox="1"/>
          <p:nvPr/>
        </p:nvSpPr>
        <p:spPr>
          <a:xfrm>
            <a:off x="4312921" y="4723935"/>
            <a:ext cx="4155863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685800" algn="l"/>
              </a:tabLst>
              <a:defRPr sz="28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ud wd;auh fojs ysus miihs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685800" algn="l"/>
              </a:tabLst>
              <a:defRPr sz="28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uy;a n,e;a fojs Tn uehs</a:t>
            </a:r>
          </a:p>
        </p:txBody>
      </p:sp>
      <p:sp>
        <p:nvSpPr>
          <p:cNvPr id="943" name="Rectangle 2"/>
          <p:cNvSpPr txBox="1"/>
          <p:nvPr/>
        </p:nvSpPr>
        <p:spPr>
          <a:xfrm>
            <a:off x="579122" y="1264733"/>
            <a:ext cx="5749935" cy="227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685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jk ueoska hk rela je, fijfKa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685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busysrs .S isfhd;a m;=r;a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685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..=,e,s rErd jefghs fy,a u;ska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685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.x fyda .,hs fojs .=K .huska</a:t>
            </a:r>
          </a:p>
        </p:txBody>
      </p:sp>
      <p:pic>
        <p:nvPicPr>
          <p:cNvPr id="94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Rectangle 2"/>
          <p:cNvSpPr txBox="1"/>
          <p:nvPr/>
        </p:nvSpPr>
        <p:spPr>
          <a:xfrm>
            <a:off x="4084319" y="4800601"/>
            <a:ext cx="4480562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tabLst>
                <a:tab pos="685800" algn="l"/>
              </a:tabLst>
              <a:defRPr sz="28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ud wd;auh fojs ysus miihs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685800" algn="l"/>
              </a:tabLst>
              <a:defRPr sz="28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uy;a n,e;a fojs Tn uehs</a:t>
            </a:r>
          </a:p>
        </p:txBody>
      </p:sp>
      <p:sp>
        <p:nvSpPr>
          <p:cNvPr id="947" name="Rectangle 2"/>
          <p:cNvSpPr txBox="1"/>
          <p:nvPr/>
        </p:nvSpPr>
        <p:spPr>
          <a:xfrm>
            <a:off x="655321" y="1264731"/>
            <a:ext cx="6557627" cy="227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  <a:tab pos="685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fojs msh ish mq;a msoS fmuska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ud ksid h ta mqoquhla ue 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ud mjs nr l=refia u; ord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fojs mq;= msoS f,a oyrd </a:t>
            </a:r>
          </a:p>
        </p:txBody>
      </p:sp>
      <p:pic>
        <p:nvPicPr>
          <p:cNvPr id="94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Rectangle 1"/>
          <p:cNvSpPr txBox="1"/>
          <p:nvPr/>
        </p:nvSpPr>
        <p:spPr>
          <a:xfrm>
            <a:off x="4084319" y="4724401"/>
            <a:ext cx="4480562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tabLst>
                <a:tab pos="685800" algn="l"/>
              </a:tabLst>
              <a:defRPr sz="28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ud wd;auh fojs ysus miihs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685800" algn="l"/>
              </a:tabLst>
              <a:defRPr sz="28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uy;a n,e;a fojs Tn uehs</a:t>
            </a:r>
          </a:p>
        </p:txBody>
      </p:sp>
      <p:sp>
        <p:nvSpPr>
          <p:cNvPr id="951" name="Rectangle 1"/>
          <p:cNvSpPr txBox="1"/>
          <p:nvPr/>
        </p:nvSpPr>
        <p:spPr>
          <a:xfrm>
            <a:off x="731521" y="1315533"/>
            <a:ext cx="5389326" cy="2021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  <a:tab pos="685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osfkka osk worska ud iqrlshs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Tn keKska ud osjs ilia fjhs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Tn ohd ud mjs fidaod ikihs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ud meiiqus Tn fj; msfohs</a:t>
            </a:r>
          </a:p>
        </p:txBody>
      </p:sp>
      <p:pic>
        <p:nvPicPr>
          <p:cNvPr id="95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Rectangle 1"/>
          <p:cNvSpPr txBox="1"/>
          <p:nvPr/>
        </p:nvSpPr>
        <p:spPr>
          <a:xfrm>
            <a:off x="4084319" y="4724401"/>
            <a:ext cx="4480562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tabLst>
                <a:tab pos="685800" algn="l"/>
              </a:tabLst>
              <a:defRPr sz="28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ud wd;auh fojs ysus miihs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685800" algn="l"/>
              </a:tabLst>
              <a:defRPr sz="28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uy;a n,e;a fojs Tn uehs</a:t>
            </a:r>
          </a:p>
        </p:txBody>
      </p:sp>
      <p:sp>
        <p:nvSpPr>
          <p:cNvPr id="955" name="Rectangle 1"/>
          <p:cNvSpPr txBox="1"/>
          <p:nvPr/>
        </p:nvSpPr>
        <p:spPr>
          <a:xfrm>
            <a:off x="502921" y="1159065"/>
            <a:ext cx="5637571" cy="2029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  <a:tab pos="685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ls;= ysus  jvsk osk f;oska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ud ysus yd msjsfiuss fojs jsuka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kuosus mqousk nqyquka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.hus .Sh 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“</a:t>
            </a:r>
            <a:r>
              <a:t>n,e;a fojs Tn ue hs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”</a:t>
            </a:r>
          </a:p>
        </p:txBody>
      </p:sp>
      <p:pic>
        <p:nvPicPr>
          <p:cNvPr id="95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TextBox 1"/>
          <p:cNvSpPr txBox="1"/>
          <p:nvPr/>
        </p:nvSpPr>
        <p:spPr>
          <a:xfrm>
            <a:off x="426719" y="381002"/>
            <a:ext cx="12039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25</a:t>
            </a:r>
          </a:p>
        </p:txBody>
      </p:sp>
      <p:sp>
        <p:nvSpPr>
          <p:cNvPr id="959" name="TextBox 3"/>
          <p:cNvSpPr txBox="1"/>
          <p:nvPr/>
        </p:nvSpPr>
        <p:spPr>
          <a:xfrm>
            <a:off x="883919" y="1066799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කදු වෙත නෙත් නගම්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සරණක් ඉන් මට වේ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විශ්වයේ කතු සමිද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සරණ ඔබ නොවෙද</a:t>
            </a:r>
          </a:p>
        </p:txBody>
      </p:sp>
      <p:sp>
        <p:nvSpPr>
          <p:cNvPr id="960" name="TextBox 4"/>
          <p:cNvSpPr txBox="1"/>
          <p:nvPr/>
        </p:nvSpPr>
        <p:spPr>
          <a:xfrm>
            <a:off x="3627119" y="3733799"/>
            <a:ext cx="5090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 මගේ පාදය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සලිත වන්ට නො දේ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නිදා මා රැක දේ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දෙනෙත් මා කෙරේ ය</a:t>
            </a:r>
          </a:p>
        </p:txBody>
      </p:sp>
      <p:pic>
        <p:nvPicPr>
          <p:cNvPr id="961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TextBox 1"/>
          <p:cNvSpPr txBox="1"/>
          <p:nvPr/>
        </p:nvSpPr>
        <p:spPr>
          <a:xfrm>
            <a:off x="883919" y="1066799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ලෝ සතන් සුරකින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ලෝ හිමි සතනින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නිදි බරක් නො ම වන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 යි මා ගලවන</a:t>
            </a:r>
          </a:p>
        </p:txBody>
      </p:sp>
      <p:sp>
        <p:nvSpPr>
          <p:cNvPr id="964" name="TextBox 2"/>
          <p:cNvSpPr txBox="1"/>
          <p:nvPr/>
        </p:nvSpPr>
        <p:spPr>
          <a:xfrm>
            <a:off x="3627119" y="3733799"/>
            <a:ext cx="5090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 වෙයි මා දකුණත්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මට සෙවණ වේ ය නිත්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 හිරුත් රැ තරිදුත්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දෙයි පහර කිකලත්</a:t>
            </a:r>
          </a:p>
        </p:txBody>
      </p:sp>
      <p:pic>
        <p:nvPicPr>
          <p:cNvPr id="96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TextBox 1"/>
          <p:cNvSpPr txBox="1"/>
          <p:nvPr/>
        </p:nvSpPr>
        <p:spPr>
          <a:xfrm>
            <a:off x="883919" y="1066799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උවදුරින් එතුම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රකියි දිව් නො හැර 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පටන් සදහට 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සුරකියි මා යාම ඊම</a:t>
            </a:r>
          </a:p>
        </p:txBody>
      </p:sp>
      <p:pic>
        <p:nvPicPr>
          <p:cNvPr id="96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TextBox 1"/>
          <p:cNvSpPr txBox="1"/>
          <p:nvPr/>
        </p:nvSpPr>
        <p:spPr>
          <a:xfrm>
            <a:off x="502919" y="381002"/>
            <a:ext cx="12801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26</a:t>
            </a:r>
          </a:p>
        </p:txBody>
      </p:sp>
      <p:sp>
        <p:nvSpPr>
          <p:cNvPr id="971" name="TextBox 2"/>
          <p:cNvSpPr txBox="1"/>
          <p:nvPr/>
        </p:nvSpPr>
        <p:spPr>
          <a:xfrm>
            <a:off x="502919" y="1524002"/>
            <a:ext cx="83667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අමර අදිසි දෙව් තුම් නැණවත්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ආලෝක රස් දල්ලෙන් වෙළි නො පෙනෙයි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අනාදිමත් දෙව් බෝ සෙත් ලත් තෙදැත්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බලැත් ජය ලත් තුම් නම වැනෙයි</a:t>
            </a:r>
          </a:p>
        </p:txBody>
      </p:sp>
      <p:pic>
        <p:nvPicPr>
          <p:cNvPr id="97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TextBox 1"/>
          <p:cNvSpPr txBox="1"/>
          <p:nvPr/>
        </p:nvSpPr>
        <p:spPr>
          <a:xfrm>
            <a:off x="502919" y="1524002"/>
            <a:ext cx="83667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ඉවරක් ඉක්මනක් නැත් ඉවසුම් ඇත්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හිගක් නාස්තියක් නැත් ඔබ රජයත්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දැහැම් බැව් ගිරි මෙන් උස් වෙයි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වලා පෙළ සෙත් පෙම් උල්පත් මැ යි</a:t>
            </a:r>
          </a:p>
        </p:txBody>
      </p:sp>
      <p:pic>
        <p:nvPicPr>
          <p:cNvPr id="97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TextBox 1"/>
          <p:cNvSpPr txBox="1"/>
          <p:nvPr/>
        </p:nvSpPr>
        <p:spPr>
          <a:xfrm>
            <a:off x="502919" y="1524002"/>
            <a:ext cx="83667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ලොකු කුඩා ජීවින් ඔබෙන් දිව් ලබයි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ඔවුන් නියම දිව් ඔබ තුලින් වෙයි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ගසේ දලු මල් සේ අප දිව් වැඩෙයි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මුත් වියලෙයි ඔබ වෙනස් නොවෙයි</a:t>
            </a:r>
          </a:p>
        </p:txBody>
      </p:sp>
      <p:pic>
        <p:nvPicPr>
          <p:cNvPr id="97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TextBox 1"/>
          <p:cNvSpPr txBox="1"/>
          <p:nvPr/>
        </p:nvSpPr>
        <p:spPr>
          <a:xfrm>
            <a:off x="502919" y="1524002"/>
            <a:ext cx="83667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ආලෝකේ සුද්ද පිත් ඔබ තෙදැත් පිත්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දුතු වත් වසමින් ඔබ පසසත්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පුදමු ඔබට සදා ගරුමන්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තෙදින් බිදක් දක්නට වරම්</a:t>
            </a:r>
          </a:p>
        </p:txBody>
      </p:sp>
      <p:pic>
        <p:nvPicPr>
          <p:cNvPr id="98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TextBox 1"/>
          <p:cNvSpPr txBox="1"/>
          <p:nvPr/>
        </p:nvSpPr>
        <p:spPr>
          <a:xfrm>
            <a:off x="502919" y="1524002"/>
            <a:ext cx="83667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කාලයට ඔබ සීමිත නො වෙයි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උවදුර දුක ඔබෙන් දුරු වෙයි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යුගයෙන් යුගය දිරා පත් නොවෙයි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ඊයෙත් අදත් සදාත් ඔබ එක මැ යි</a:t>
            </a:r>
          </a:p>
        </p:txBody>
      </p:sp>
      <p:pic>
        <p:nvPicPr>
          <p:cNvPr id="98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TextBox 1"/>
          <p:cNvSpPr txBox="1"/>
          <p:nvPr/>
        </p:nvSpPr>
        <p:spPr>
          <a:xfrm>
            <a:off x="502919" y="381002"/>
            <a:ext cx="12801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27</a:t>
            </a:r>
          </a:p>
        </p:txBody>
      </p:sp>
      <p:sp>
        <p:nvSpPr>
          <p:cNvPr id="987" name="TextBox 2"/>
          <p:cNvSpPr txBox="1"/>
          <p:nvPr/>
        </p:nvSpPr>
        <p:spPr>
          <a:xfrm>
            <a:off x="731519" y="1105705"/>
            <a:ext cx="8366762" cy="1113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ගරු තේජ තුංග වූ ජේසු සුරින්ද නන්දනා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කරව් තුති සැවොමා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 නන්දනා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කරව් තුති සැවොමා</a:t>
            </a:r>
          </a:p>
        </p:txBody>
      </p:sp>
      <p:sp>
        <p:nvSpPr>
          <p:cNvPr id="988" name="TextBox 3"/>
          <p:cNvSpPr txBox="1"/>
          <p:nvPr/>
        </p:nvSpPr>
        <p:spPr>
          <a:xfrm>
            <a:off x="731519" y="2543472"/>
            <a:ext cx="72999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ලොව ඇති සැම දේ මවමින්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ආදරයෙන් රකිනා විකුමෙන්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පේ</a:t>
            </a:r>
            <a:r>
              <a:t>......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</a:t>
            </a:r>
            <a:r>
              <a:t>......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තී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 වූ සුරිදුන්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වැද </a:t>
            </a:r>
            <a:r>
              <a:t>:</a:t>
            </a:r>
          </a:p>
        </p:txBody>
      </p:sp>
      <p:pic>
        <p:nvPicPr>
          <p:cNvPr id="98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TextBox 1"/>
          <p:cNvSpPr txBox="1"/>
          <p:nvPr/>
        </p:nvSpPr>
        <p:spPr>
          <a:xfrm>
            <a:off x="731519" y="1105705"/>
            <a:ext cx="8366762" cy="1113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ගරු තේජ තුංග වූ ජේසු සුරින්ද නන්දනා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කරව් තුති සැවොමා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 නන්දනා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කරව් තුති සැවොමා</a:t>
            </a:r>
          </a:p>
        </p:txBody>
      </p:sp>
      <p:sp>
        <p:nvSpPr>
          <p:cNvPr id="992" name="TextBox 2"/>
          <p:cNvSpPr txBox="1"/>
          <p:nvPr/>
        </p:nvSpPr>
        <p:spPr>
          <a:xfrm>
            <a:off x="731519" y="2543472"/>
            <a:ext cx="72999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වෙත ඇති වූ සෙනෙහසයෙන්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ලොව වැඩ සුර ලොව හරිමින්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</a:t>
            </a:r>
            <a:r>
              <a:t>......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රු</a:t>
            </a:r>
            <a:r>
              <a:t>......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පිදු සුරිදුන්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වැද </a:t>
            </a:r>
            <a:r>
              <a:t>:</a:t>
            </a:r>
          </a:p>
        </p:txBody>
      </p:sp>
      <p:pic>
        <p:nvPicPr>
          <p:cNvPr id="99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TextBox 1"/>
          <p:cNvSpPr txBox="1"/>
          <p:nvPr/>
        </p:nvSpPr>
        <p:spPr>
          <a:xfrm>
            <a:off x="731519" y="1105705"/>
            <a:ext cx="8366762" cy="1113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ගරු තේජ තුංග වූ ජේසු සුරින්ද නන්දනා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කරව් තුති සැවොමා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 නන්දනා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කරව් තුති සැවොමා</a:t>
            </a:r>
          </a:p>
        </p:txBody>
      </p:sp>
      <p:sp>
        <p:nvSpPr>
          <p:cNvPr id="996" name="TextBox 2"/>
          <p:cNvSpPr txBox="1"/>
          <p:nvPr/>
        </p:nvSpPr>
        <p:spPr>
          <a:xfrm>
            <a:off x="731519" y="2543472"/>
            <a:ext cx="72999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ගම්බිර වූ තෙද බල විකුමෙන්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පුත් සමිදුන් වෙත් වැඩමවමින්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පෑ</a:t>
            </a:r>
            <a:r>
              <a:t>......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වා</a:t>
            </a:r>
            <a:r>
              <a:t>......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වූ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 අත් සුරිදුන්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වැද </a:t>
            </a:r>
            <a:r>
              <a:t>:</a:t>
            </a:r>
          </a:p>
        </p:txBody>
      </p:sp>
      <p:pic>
        <p:nvPicPr>
          <p:cNvPr id="99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TextBox 1"/>
          <p:cNvSpPr txBox="1"/>
          <p:nvPr/>
        </p:nvSpPr>
        <p:spPr>
          <a:xfrm>
            <a:off x="502919" y="381002"/>
            <a:ext cx="12801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28</a:t>
            </a:r>
          </a:p>
        </p:txBody>
      </p:sp>
      <p:sp>
        <p:nvSpPr>
          <p:cNvPr id="1000" name="TextBox 3"/>
          <p:cNvSpPr txBox="1"/>
          <p:nvPr/>
        </p:nvSpPr>
        <p:spPr>
          <a:xfrm>
            <a:off x="731519" y="1219202"/>
            <a:ext cx="72999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හද ගද කිළි කරමින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විශ්වය කතු පිය දෙවිදුට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පුදනෙම් බැති පෙම් වඩමින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පිවිතුරු සිත මල් අසුනෙක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රුහිරෙන් කිතු හිමි සුදු විණි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මල දුරු කළ විමනෙකි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හද පිත් දෙවි සමිදුනි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ගද කිළි කර මම පුදනෙම්</a:t>
            </a:r>
          </a:p>
        </p:txBody>
      </p:sp>
      <p:pic>
        <p:nvPicPr>
          <p:cNvPr id="100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TextBox 1"/>
          <p:cNvSpPr txBox="1"/>
          <p:nvPr/>
        </p:nvSpPr>
        <p:spPr>
          <a:xfrm>
            <a:off x="731519" y="1219202"/>
            <a:ext cx="72999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 දෙවි එක දා පුතු තුම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 කලෙ සත හට අදරින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අසහන පව් දුක මඩිනට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පුත් කිතු හිමි වැඩි දෙරණට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කල්වරි දිවි පිදු සමිදුනි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හද සුදු කළ දෙවිදුනි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පුත් දෙවි ඔබ හට පුදනෙම්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ගද කිළි කර හද අදරිනි</a:t>
            </a:r>
          </a:p>
        </p:txBody>
      </p:sp>
      <p:pic>
        <p:nvPicPr>
          <p:cNvPr id="100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TextBox 1"/>
          <p:cNvSpPr txBox="1"/>
          <p:nvPr/>
        </p:nvSpPr>
        <p:spPr>
          <a:xfrm>
            <a:off x="731519" y="1219202"/>
            <a:ext cx="72999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කුරුසිය ජය ටැ</a:t>
            </a:r>
            <a:r>
              <a:rPr>
                <a:latin typeface="FS-Anurada"/>
                <a:ea typeface="FS-Anurada"/>
                <a:cs typeface="FS-Anurada"/>
                <a:sym typeface="FS-Anurada"/>
              </a:rPr>
              <a:t>U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කරමින</a:t>
            </a:r>
            <a:endParaRPr>
              <a:latin typeface="FS-Anurada"/>
              <a:ea typeface="FS-Anurada"/>
              <a:cs typeface="FS-Anurada"/>
              <a:sym typeface="FS-Anurada"/>
            </a:endParaR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සොහොන ද හිස්කර නැගුටුණ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කිතු හිමි කී ලෙස තිර කර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 අත් වැඩි බල විකුමෙන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බියසුළු කිතු හිමි සගයන්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දිරිමත් කලෙ ඔබ බලයෙන්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 අත් දෙවි ඔබ පුදනෙම්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හද ගද කිළි කරමිනි</a:t>
            </a:r>
          </a:p>
        </p:txBody>
      </p:sp>
      <p:pic>
        <p:nvPicPr>
          <p:cNvPr id="100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TextBox 1"/>
          <p:cNvSpPr txBox="1"/>
          <p:nvPr/>
        </p:nvSpPr>
        <p:spPr>
          <a:xfrm>
            <a:off x="731519" y="1219202"/>
            <a:ext cx="72999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විශ්වය විය ඔබ සැලසුම්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විමුක්ති මග ඔබ සැකසුම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ගිනි දිව් මෙන් ඔබ වැඩියෙ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පිත් පුත් සුද අත් දෙවිදු ය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ත්‍රී විධ දෙවි බල මහිමය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ත්‍රි එක දෙවි ඔබ නම වෙය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පිත් පුත් සුද අත් පුදනෙම්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හද ගද කිළි කරමිනි</a:t>
            </a:r>
          </a:p>
        </p:txBody>
      </p:sp>
      <p:pic>
        <p:nvPicPr>
          <p:cNvPr id="101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TextBox 1"/>
          <p:cNvSpPr txBox="1"/>
          <p:nvPr/>
        </p:nvSpPr>
        <p:spPr>
          <a:xfrm>
            <a:off x="579119" y="533401"/>
            <a:ext cx="8991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29</a:t>
            </a:r>
          </a:p>
        </p:txBody>
      </p:sp>
      <p:sp>
        <p:nvSpPr>
          <p:cNvPr id="1013" name="TextBox 2"/>
          <p:cNvSpPr txBox="1"/>
          <p:nvPr/>
        </p:nvSpPr>
        <p:spPr>
          <a:xfrm>
            <a:off x="274319" y="1600199"/>
            <a:ext cx="86715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පසස් ලෝ වාසි සැමා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පිත් දෙවිදුන් හට දෙව් මහිමා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මවා රකිනා තෙදෑත්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 යුත් සපිරි ගුණ ගම්බිරා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සිත් බැතින් අදරින් වදිව්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වැළදා එ හිමි තුම පා සරා</a:t>
            </a:r>
          </a:p>
        </p:txBody>
      </p:sp>
      <p:pic>
        <p:nvPicPr>
          <p:cNvPr id="101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TextBox 2"/>
          <p:cNvSpPr txBox="1"/>
          <p:nvPr/>
        </p:nvSpPr>
        <p:spPr>
          <a:xfrm>
            <a:off x="731519" y="1142999"/>
            <a:ext cx="76047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පසස් ලෝ වාසි සැමා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පුත් දෙවිදුන් හට දෙව් මහිමා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පව්කරුන් මුදනා ලෙසා සිය දිව් කුරුසියෙහි දුන් ප්‍රේමා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 සාර වැළදා වදිව් ඒ තුමන් බැතින නීති සිත් සේමා</a:t>
            </a:r>
          </a:p>
        </p:txBody>
      </p:sp>
      <p:pic>
        <p:nvPicPr>
          <p:cNvPr id="101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TextBox 1"/>
          <p:cNvSpPr txBox="1"/>
          <p:nvPr/>
        </p:nvSpPr>
        <p:spPr>
          <a:xfrm>
            <a:off x="274319" y="1219200"/>
            <a:ext cx="8671562" cy="4973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පසස් ලෝ වාසි සැමා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සුද අත් හිමිටා මහිමා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ගනාදුර ලා දුරා නිති සිත් එළිය කරනා ප්‍රේමා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නික්මෙනා පිය පුත් තුලින් දෙවිදුන් වදිව් සුද අත් සෑමා</a:t>
            </a:r>
          </a:p>
        </p:txBody>
      </p:sp>
      <p:pic>
        <p:nvPicPr>
          <p:cNvPr id="102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TextBox 1"/>
          <p:cNvSpPr txBox="1"/>
          <p:nvPr/>
        </p:nvSpPr>
        <p:spPr>
          <a:xfrm>
            <a:off x="121919" y="1295400"/>
            <a:ext cx="8595362" cy="4973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පසස් දෙව් එක් වී සෑමා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ත්‍රි එක දෙව් සමිදුන්ට පෙමා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ආදී දැන් මතු සැම කල්හි ම ගව්රවය පැසසුම් වේ වා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පිත් එ පුත් සුද අත් තියෙක් දෙවිදුන් වදිව් ලොව සත් සෑමා</a:t>
            </a:r>
          </a:p>
        </p:txBody>
      </p:sp>
      <p:pic>
        <p:nvPicPr>
          <p:cNvPr id="102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TextBox 1"/>
          <p:cNvSpPr txBox="1"/>
          <p:nvPr/>
        </p:nvSpPr>
        <p:spPr>
          <a:xfrm>
            <a:off x="502919" y="381002"/>
            <a:ext cx="12801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30</a:t>
            </a:r>
          </a:p>
        </p:txBody>
      </p:sp>
      <p:sp>
        <p:nvSpPr>
          <p:cNvPr id="1026" name="TextBox 2"/>
          <p:cNvSpPr txBox="1"/>
          <p:nvPr/>
        </p:nvSpPr>
        <p:spPr>
          <a:xfrm>
            <a:off x="731519" y="1219199"/>
            <a:ext cx="7299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මුළු විශ්වයේ කතු හිමි එක දෙවිදු වන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හැම මවා දරු පෙම් පෙන්වා රකින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සදාතන දිවිය අප හට සදා දෙන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පිතා වන දෙවිදු ඔබ වනමු වැදගෙන</a:t>
            </a:r>
          </a:p>
        </p:txBody>
      </p:sp>
      <p:sp>
        <p:nvSpPr>
          <p:cNvPr id="1027" name="TextBox 3"/>
          <p:cNvSpPr txBox="1"/>
          <p:nvPr/>
        </p:nvSpPr>
        <p:spPr>
          <a:xfrm>
            <a:off x="731519" y="3809999"/>
            <a:ext cx="7299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විමුත් මග සදා ලනු වස් වැඩි දෙරණ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 දෙවි එක ම පුත් කුරුසිය මත පිදුණ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පාපය අසහනය මඩිනට වරම් දෙන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පුත් දෙවි කිතු සමිදු ඔබ වනමු වැදගෙන</a:t>
            </a:r>
          </a:p>
        </p:txBody>
      </p:sp>
      <p:pic>
        <p:nvPicPr>
          <p:cNvPr id="102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TextBox 1"/>
          <p:cNvSpPr txBox="1"/>
          <p:nvPr/>
        </p:nvSpPr>
        <p:spPr>
          <a:xfrm>
            <a:off x="731519" y="1219199"/>
            <a:ext cx="8138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මුළු ලොව සලිත කරමින් වැඩි තෙද බෙලෙන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මුළු ගැන් වී සිටිය කිතු හිමි ගෝල දන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දිරි ගන්වා යැවූ දෙසනට සුබ හසුන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 අත් සව් බලැත් දෙවි වනමු වැදගෙන</a:t>
            </a:r>
          </a:p>
        </p:txBody>
      </p:sp>
      <p:sp>
        <p:nvSpPr>
          <p:cNvPr id="1031" name="TextBox 2"/>
          <p:cNvSpPr txBox="1"/>
          <p:nvPr/>
        </p:nvSpPr>
        <p:spPr>
          <a:xfrm>
            <a:off x="731519" y="3809999"/>
            <a:ext cx="7299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බල යුත් මහිම තෙදසින් පුද ලබන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සෙන් මිනිස් මුළු විශ්වයෙ බහුමාන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අනාදිමත් අග තැන් පත් තියෙක වන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පිත් පුත් සුදත් දෙවි ඔබ වනමු වැදගෙන</a:t>
            </a:r>
          </a:p>
        </p:txBody>
      </p:sp>
      <p:pic>
        <p:nvPicPr>
          <p:cNvPr id="103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TextBox 1"/>
          <p:cNvSpPr txBox="1"/>
          <p:nvPr/>
        </p:nvSpPr>
        <p:spPr>
          <a:xfrm>
            <a:off x="2743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31</a:t>
            </a:r>
          </a:p>
        </p:txBody>
      </p:sp>
      <p:sp>
        <p:nvSpPr>
          <p:cNvPr id="1035" name="TextBox 3"/>
          <p:cNvSpPr txBox="1"/>
          <p:nvPr/>
        </p:nvSpPr>
        <p:spPr>
          <a:xfrm>
            <a:off x="312419" y="990602"/>
            <a:ext cx="83667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බැතින පේමයෙන් හදා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වදිමු දේව පිත් තුමන් තෙදා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මුළු ලෝ මවා ලු සොදා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විපුල පෙම් කදා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අහස තේජසා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විකුම ලෝ කුසා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වණති සොම්නසා බලේ ඒ තුමන්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පෙනෙය දස දෙසා</a:t>
            </a:r>
          </a:p>
        </p:txBody>
      </p:sp>
      <p:sp>
        <p:nvSpPr>
          <p:cNvPr id="1036" name="TextBox 4"/>
          <p:cNvSpPr txBox="1"/>
          <p:nvPr/>
        </p:nvSpPr>
        <p:spPr>
          <a:xfrm>
            <a:off x="26669" y="3657599"/>
            <a:ext cx="9204962" cy="2414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සතට ආලයෙන් තෙදා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සැපත අත් හැරා සගේ නොහිමි තෙදා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ලො වැඩි ජේසු දෙව් පුත් නදා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වදිමු අනුබදා		   කුරුසියේ විදා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රුදුරු දුක් කදා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අනගි දිවි පුදා පවින් සත් මුදා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දුනිය සෙත සදා</a:t>
            </a:r>
          </a:p>
        </p:txBody>
      </p:sp>
      <p:pic>
        <p:nvPicPr>
          <p:cNvPr id="1037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TextBox 1"/>
          <p:cNvSpPr txBox="1"/>
          <p:nvPr/>
        </p:nvSpPr>
        <p:spPr>
          <a:xfrm>
            <a:off x="579119" y="990602"/>
            <a:ext cx="83667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අදුර නිත් දුරු කරා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සිතට එළිය ගෙන දෙනා තිරා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සුනිමලා සුදත් දෙවි තුමන්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වදිමු සුපවරා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සිතට සැනසුමා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දෙමින සේ අමා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සුර මග පෙමා තුටින් පෙන්වනා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බලැති හිමි තුමා</a:t>
            </a:r>
          </a:p>
        </p:txBody>
      </p:sp>
      <p:sp>
        <p:nvSpPr>
          <p:cNvPr id="1040" name="TextBox 2"/>
          <p:cNvSpPr txBox="1"/>
          <p:nvPr/>
        </p:nvSpPr>
        <p:spPr>
          <a:xfrm>
            <a:off x="-30481" y="3657601"/>
            <a:ext cx="93573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ති ලොව දැහැමිනා සොදා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පාලන කරන බෙලෙන පැණසරා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තියෙක දෙවි තුමන් සත් සැමා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බැතින තිර සරා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සතට අපමණා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පෙමැති නිතියෙනා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තෙදැති නිමල වන් එ පිත් පුත් සුදත්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නමදිව් පා සරා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TextBox 1"/>
          <p:cNvSpPr txBox="1"/>
          <p:nvPr/>
        </p:nvSpPr>
        <p:spPr>
          <a:xfrm>
            <a:off x="2743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32</a:t>
            </a:r>
          </a:p>
        </p:txBody>
      </p:sp>
      <p:sp>
        <p:nvSpPr>
          <p:cNvPr id="1043" name="TextBox 3"/>
          <p:cNvSpPr txBox="1"/>
          <p:nvPr/>
        </p:nvSpPr>
        <p:spPr>
          <a:xfrm>
            <a:off x="1379219" y="3276601"/>
            <a:ext cx="76809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ආත්මය මගේ සිසිල වුවොත්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උණුසුම ගෙන දෙයි වහා ඇවිත්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නිසා මාගේ ආත්මය දැන්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 යයි හරි දෙය සොයන ලෙසින්</a:t>
            </a:r>
          </a:p>
        </p:txBody>
      </p:sp>
      <p:sp>
        <p:nvSpPr>
          <p:cNvPr id="1044" name="TextBox 4"/>
          <p:cNvSpPr txBox="1"/>
          <p:nvPr/>
        </p:nvSpPr>
        <p:spPr>
          <a:xfrm>
            <a:off x="1950719" y="813376"/>
            <a:ext cx="59283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 දෙවි මාගේ එඩේරා වේ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නිසා මා හට හිග නො ම වේ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ලැගුමට නිල් තණ බිම් සොයලා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ජලයත් ගෙන දෙයි මට එතුමා</a:t>
            </a:r>
          </a:p>
        </p:txBody>
      </p:sp>
      <p:pic>
        <p:nvPicPr>
          <p:cNvPr id="1045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TextBox 1"/>
          <p:cNvSpPr txBox="1"/>
          <p:nvPr/>
        </p:nvSpPr>
        <p:spPr>
          <a:xfrm>
            <a:off x="1950719" y="813376"/>
            <a:ext cx="59283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 දෙවි මාගේ එඩේරා වේ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නිසා මා හට හිග නො ම වේ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ලැගුමට නිල් තණ බිම් සොයලා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ජලයත් ගෙන දෙයි මට එතුමා</a:t>
            </a:r>
          </a:p>
        </p:txBody>
      </p:sp>
      <p:sp>
        <p:nvSpPr>
          <p:cNvPr id="1048" name="TextBox 2"/>
          <p:cNvSpPr txBox="1"/>
          <p:nvPr/>
        </p:nvSpPr>
        <p:spPr>
          <a:xfrm>
            <a:off x="1379219" y="3276601"/>
            <a:ext cx="76809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මරහුගෙ මිටියාවත මැද්දෙන්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යෑමට බිය නෑ කිසි ලෙසකින්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නිසා මගේ දෙවි තුමනේ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යන්නෙම් ඔබගේ පා සෙවණේ</a:t>
            </a:r>
          </a:p>
        </p:txBody>
      </p:sp>
      <p:pic>
        <p:nvPicPr>
          <p:cNvPr id="104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TextBox 1"/>
          <p:cNvSpPr txBox="1"/>
          <p:nvPr/>
        </p:nvSpPr>
        <p:spPr>
          <a:xfrm>
            <a:off x="1950719" y="813376"/>
            <a:ext cx="59283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 දෙවි මාගේ එඩේරා වේ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නිසා මා හට හිග නො ම වේ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ලැගුමට නිල් තණ බිම් සොයලා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ජලයත් ගෙන දෙයි මට එතුමා</a:t>
            </a:r>
          </a:p>
        </p:txBody>
      </p:sp>
      <p:sp>
        <p:nvSpPr>
          <p:cNvPr id="1052" name="TextBox 2"/>
          <p:cNvSpPr txBox="1"/>
          <p:nvPr/>
        </p:nvSpPr>
        <p:spPr>
          <a:xfrm>
            <a:off x="1379219" y="3276601"/>
            <a:ext cx="76809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සතුරන් ඉදිරියෙ මා සනසා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රැකවල් ගෙන එයි මා උදෙසා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නීතියෙන් මා හිස තෙල් නහවා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සෝදයි ආත්මය පිය දෙවිදා</a:t>
            </a:r>
          </a:p>
        </p:txBody>
      </p:sp>
      <p:pic>
        <p:nvPicPr>
          <p:cNvPr id="105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TextBox 1"/>
          <p:cNvSpPr txBox="1"/>
          <p:nvPr/>
        </p:nvSpPr>
        <p:spPr>
          <a:xfrm>
            <a:off x="2743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33</a:t>
            </a:r>
          </a:p>
        </p:txBody>
      </p:sp>
      <p:sp>
        <p:nvSpPr>
          <p:cNvPr id="1056" name="TextBox 2"/>
          <p:cNvSpPr txBox="1"/>
          <p:nvPr/>
        </p:nvSpPr>
        <p:spPr>
          <a:xfrm>
            <a:off x="845819" y="1066799"/>
            <a:ext cx="7680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 සුද්ද සුද්ද දෙවි සව් බලැති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හිමිදිරි ගී අපෙන් නැගෙව් වෙත් ඔබ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 සුද්ද සුද්ද පේම හා තෙදැති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සෙත් ලත් තියෙක් වන් දෙවි මහිමැති</a:t>
            </a:r>
          </a:p>
        </p:txBody>
      </p:sp>
      <p:sp>
        <p:nvSpPr>
          <p:cNvPr id="1057" name="TextBox 3"/>
          <p:cNvSpPr txBox="1"/>
          <p:nvPr/>
        </p:nvSpPr>
        <p:spPr>
          <a:xfrm>
            <a:off x="845819" y="3657599"/>
            <a:ext cx="7680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 සුද්ද සුද්ද ස්වාමින් වදිති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 සෙන් කිරුල් හෙළා ඔබ සරණ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ගායක සග සෙන් ඔබ නමදිති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ආදියේ දැන් හා මතු ද වන</a:t>
            </a:r>
          </a:p>
        </p:txBody>
      </p:sp>
      <p:pic>
        <p:nvPicPr>
          <p:cNvPr id="105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TextBox 1"/>
          <p:cNvSpPr txBox="1"/>
          <p:nvPr/>
        </p:nvSpPr>
        <p:spPr>
          <a:xfrm>
            <a:off x="845819" y="1066799"/>
            <a:ext cx="7680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 සුද්ද සුද්ද ස්වාමින් නො පෙනේ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පාපින්ගේ දෙනෙතට ඔබ නො දිසේ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 ය සුද්ද ඔබ මෙන් නොමැති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 කවරෙක් වත් පෙම් බල යුති</a:t>
            </a:r>
          </a:p>
        </p:txBody>
      </p:sp>
      <p:sp>
        <p:nvSpPr>
          <p:cNvPr id="1061" name="TextBox 2"/>
          <p:cNvSpPr txBox="1"/>
          <p:nvPr/>
        </p:nvSpPr>
        <p:spPr>
          <a:xfrm>
            <a:off x="845819" y="3657599"/>
            <a:ext cx="7680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 සුද්ද සුද්ද දෙව් සව් බලැති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ඔබ මැව් දේ දෙයි ඔබට තුති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 සුද්ද සුද්ද පේම හා තෙදැති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සෙත් ලත් තියෙක් වන් දෙවි මහිමැති</a:t>
            </a:r>
          </a:p>
        </p:txBody>
      </p:sp>
      <p:pic>
        <p:nvPicPr>
          <p:cNvPr id="106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TextBox 1"/>
          <p:cNvSpPr txBox="1"/>
          <p:nvPr/>
        </p:nvSpPr>
        <p:spPr>
          <a:xfrm>
            <a:off x="2743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34</a:t>
            </a:r>
          </a:p>
        </p:txBody>
      </p:sp>
      <p:sp>
        <p:nvSpPr>
          <p:cNvPr id="1065" name="TextBox 2"/>
          <p:cNvSpPr txBox="1"/>
          <p:nvPr/>
        </p:nvSpPr>
        <p:spPr>
          <a:xfrm>
            <a:off x="1112519" y="1142999"/>
            <a:ext cx="72999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උතුම් දේව දුත සේනා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සමගින් අග දුතුන්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පසන් නදින් සතතිනා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 කරත් දෙවිදුන්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පැසසුම් දෙත්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නැමද බැති සිතින්</a:t>
            </a:r>
          </a:p>
        </p:txBody>
      </p:sp>
      <p:pic>
        <p:nvPicPr>
          <p:cNvPr id="106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TextBox 1"/>
          <p:cNvSpPr txBox="1"/>
          <p:nvPr/>
        </p:nvSpPr>
        <p:spPr>
          <a:xfrm>
            <a:off x="1112519" y="1142999"/>
            <a:ext cx="72999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පියාණන්ගේ එක දා වන්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සදාතන පුත් වන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සකල ලෝ රජ වන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ජෙසුස්ට ගරු වන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පසස් වේ වා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තැන සැමගෙන්</a:t>
            </a:r>
          </a:p>
        </p:txBody>
      </p:sp>
      <p:pic>
        <p:nvPicPr>
          <p:cNvPr id="106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TextBox 1"/>
          <p:cNvSpPr txBox="1"/>
          <p:nvPr/>
        </p:nvSpPr>
        <p:spPr>
          <a:xfrm>
            <a:off x="1112519" y="1142999"/>
            <a:ext cx="72999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පිත් පුත් තුමන්ගෙන් නිකුත් වන්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පිත් පුත් සමගින් මහත්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වැදුම් ලබන තෙදවන්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සුද්දාත්ම දෙවියන්ටත්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පසස් වේ වා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පසස් වේ වා නිතින</a:t>
            </a:r>
          </a:p>
        </p:txBody>
      </p:sp>
      <p:pic>
        <p:nvPicPr>
          <p:cNvPr id="107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TextBox 1"/>
          <p:cNvSpPr txBox="1"/>
          <p:nvPr/>
        </p:nvSpPr>
        <p:spPr>
          <a:xfrm>
            <a:off x="1112519" y="1142999"/>
            <a:ext cx="72999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සෙත් ලත් තෙද යුත් නිමල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පිත් පුත් සුද්දාත්ම උතුම්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තියෙක් හිමිට විපුල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වා තුති පැසසුම්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දෙමු අපිත්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හැම කල් තුති පසස්</a:t>
            </a:r>
          </a:p>
        </p:txBody>
      </p:sp>
      <p:pic>
        <p:nvPicPr>
          <p:cNvPr id="107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TextBox 1"/>
          <p:cNvSpPr txBox="1"/>
          <p:nvPr/>
        </p:nvSpPr>
        <p:spPr>
          <a:xfrm>
            <a:off x="2743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35</a:t>
            </a:r>
          </a:p>
        </p:txBody>
      </p:sp>
      <p:sp>
        <p:nvSpPr>
          <p:cNvPr id="1078" name="TextBox 2"/>
          <p:cNvSpPr txBox="1"/>
          <p:nvPr/>
        </p:nvSpPr>
        <p:spPr>
          <a:xfrm>
            <a:off x="1264919" y="813374"/>
            <a:ext cx="7071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 පෙමින් මිදුම් මගක්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සැදු පිත් තුමෙනි උදක්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සිහසුන් වැතිරී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අපට දෙන් කමාසිරි</a:t>
            </a:r>
          </a:p>
        </p:txBody>
      </p:sp>
      <p:sp>
        <p:nvSpPr>
          <p:cNvPr id="1079" name="TextBox 3"/>
          <p:cNvSpPr txBox="1"/>
          <p:nvPr/>
        </p:nvSpPr>
        <p:spPr>
          <a:xfrm>
            <a:off x="1264919" y="3505199"/>
            <a:ext cx="7071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මිනිස් බැව් ගත් දෙවි පුතුනි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පුජක රජ තුමෙනි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සිහසුන් වැතිරී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අපට දෙන් මිදුම් සිරි</a:t>
            </a:r>
          </a:p>
        </p:txBody>
      </p:sp>
      <p:pic>
        <p:nvPicPr>
          <p:cNvPr id="108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TextBox 1"/>
          <p:cNvSpPr txBox="1"/>
          <p:nvPr/>
        </p:nvSpPr>
        <p:spPr>
          <a:xfrm>
            <a:off x="1264919" y="813374"/>
            <a:ext cx="7071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පව් හගවා දෙන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නිමල් සුදත් දෙවිදුනි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සිහසුන් වැතිරී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සිත් පුබුදා දෙන් සෙත් සිරි</a:t>
            </a:r>
          </a:p>
        </p:txBody>
      </p:sp>
      <p:sp>
        <p:nvSpPr>
          <p:cNvPr id="1083" name="TextBox 2"/>
          <p:cNvSpPr txBox="1"/>
          <p:nvPr/>
        </p:nvSpPr>
        <p:spPr>
          <a:xfrm>
            <a:off x="1264919" y="3505199"/>
            <a:ext cx="7071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පිත් පුත් සුද්ද දෙවිදුනි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නිමල් තියෙක් සමිදුනි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අපට දෙන් සිත් සපිරි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මිදුම් කමා දිවි සෙත් සිරි</a:t>
            </a:r>
          </a:p>
        </p:txBody>
      </p:sp>
      <p:pic>
        <p:nvPicPr>
          <p:cNvPr id="108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TextBox 1"/>
          <p:cNvSpPr txBox="1"/>
          <p:nvPr/>
        </p:nvSpPr>
        <p:spPr>
          <a:xfrm>
            <a:off x="2743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36</a:t>
            </a:r>
          </a:p>
        </p:txBody>
      </p:sp>
      <p:sp>
        <p:nvSpPr>
          <p:cNvPr id="1087" name="TextBox 2"/>
          <p:cNvSpPr txBox="1"/>
          <p:nvPr/>
        </p:nvSpPr>
        <p:spPr>
          <a:xfrm>
            <a:off x="1569719" y="813377"/>
            <a:ext cx="60807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පියාණෙනි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 ය හිමි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තුල ම නිතිනි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වසමු බැතිනි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පසස්නා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 තල ගී රැව්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අසා දෙවි දුතයෝ සගේ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පිළිරැව් ගී දෙත් වා</a:t>
            </a:r>
          </a:p>
        </p:txBody>
      </p:sp>
      <p:pic>
        <p:nvPicPr>
          <p:cNvPr id="108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TextBox 1"/>
          <p:cNvSpPr txBox="1"/>
          <p:nvPr/>
        </p:nvSpPr>
        <p:spPr>
          <a:xfrm>
            <a:off x="1569719" y="813377"/>
            <a:ext cx="60807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 මහිමය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බලය පෙමය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පියාණන් සතු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මෙන්න තුති ගීය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 දෙවි තුමෙනි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කරුණාවෙන්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මිදුම් ලත් සැම සුදනෝ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තුති ගී ගයත් වා</a:t>
            </a:r>
          </a:p>
        </p:txBody>
      </p:sp>
      <p:pic>
        <p:nvPicPr>
          <p:cNvPr id="109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TextBox 1"/>
          <p:cNvSpPr txBox="1"/>
          <p:nvPr/>
        </p:nvSpPr>
        <p:spPr>
          <a:xfrm>
            <a:off x="1569719" y="813377"/>
            <a:ext cx="60807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මහත් පෙමය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සිහි කරමින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තුති ගී නද පතුරව්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 පුද කරව්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අහස් තලේ හිද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දුත එමට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පුත් තුමන් දයා පෙම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නොහිමි පවසති</a:t>
            </a:r>
          </a:p>
        </p:txBody>
      </p:sp>
      <p:pic>
        <p:nvPicPr>
          <p:cNvPr id="109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TextBox 1"/>
          <p:cNvSpPr txBox="1"/>
          <p:nvPr/>
        </p:nvSpPr>
        <p:spPr>
          <a:xfrm>
            <a:off x="1569719" y="813377"/>
            <a:ext cx="60807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සුද්දත්මයාණෙනි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සුද්දවරු සැම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ජිවන බලැත් ඔබට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වදිත් වා පුදත් 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සුද්දකම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 හා මහිම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සෙන් හා දුතුන් වුවත්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කීමෙහි අසමත් </a:t>
            </a:r>
          </a:p>
        </p:txBody>
      </p:sp>
      <p:pic>
        <p:nvPicPr>
          <p:cNvPr id="109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TextBox 1"/>
          <p:cNvSpPr txBox="1"/>
          <p:nvPr/>
        </p:nvSpPr>
        <p:spPr>
          <a:xfrm>
            <a:off x="1569719" y="813377"/>
            <a:ext cx="60807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තියෙක සමිදු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දුත සේනා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 තල සැම දන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පෙම් වණත් 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සුද්දවරු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පෙම ගරු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තැන්හි පළ කර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නගත් වා ගී සර </a:t>
            </a:r>
          </a:p>
        </p:txBody>
      </p:sp>
      <p:pic>
        <p:nvPicPr>
          <p:cNvPr id="110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TextBox 1"/>
          <p:cNvSpPr txBox="1"/>
          <p:nvPr/>
        </p:nvSpPr>
        <p:spPr>
          <a:xfrm>
            <a:off x="2743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37</a:t>
            </a:r>
          </a:p>
        </p:txBody>
      </p:sp>
      <p:sp>
        <p:nvSpPr>
          <p:cNvPr id="1103" name="TextBox 2"/>
          <p:cNvSpPr txBox="1"/>
          <p:nvPr/>
        </p:nvSpPr>
        <p:spPr>
          <a:xfrm>
            <a:off x="1417319" y="1061501"/>
            <a:ext cx="59283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මෙලෝ  සෙත් සිරි 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ලෝ පැතුම 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 ගති පෙම් 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දුන් දෙවි තුමන්ට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පසසමු බැති පෙමින්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ගයමු ගී නද තුටින්</a:t>
            </a:r>
          </a:p>
        </p:txBody>
      </p:sp>
      <p:pic>
        <p:nvPicPr>
          <p:cNvPr id="110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TextBox 1"/>
          <p:cNvSpPr txBox="1"/>
          <p:nvPr/>
        </p:nvSpPr>
        <p:spPr>
          <a:xfrm>
            <a:off x="1417319" y="1061501"/>
            <a:ext cx="59283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තුම උතුම්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උදෙසා පව්කරුන්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 පුත් එවී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හිමි පුජාවෙන්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පාපයෙන් කිළුටු මෙමා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සදහට ම මිදී ය</a:t>
            </a:r>
          </a:p>
        </p:txBody>
      </p:sp>
      <p:pic>
        <p:nvPicPr>
          <p:cNvPr id="110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TextBox 1"/>
          <p:cNvSpPr txBox="1"/>
          <p:nvPr/>
        </p:nvSpPr>
        <p:spPr>
          <a:xfrm>
            <a:off x="1417319" y="1061501"/>
            <a:ext cx="59283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සමිදාණෝ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විදීමේ තමන්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පල දැක්මේ තුටින්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ජිවත් වෙත් සැම කල්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සිහසුන හිමි ලොවේ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රජු හට පැසසුම් වේ</a:t>
            </a:r>
          </a:p>
        </p:txBody>
      </p:sp>
      <p:pic>
        <p:nvPicPr>
          <p:cNvPr id="111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TextBox 1"/>
          <p:cNvSpPr txBox="1"/>
          <p:nvPr/>
        </p:nvSpPr>
        <p:spPr>
          <a:xfrm>
            <a:off x="1417319" y="1061501"/>
            <a:ext cx="59283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සුද්දාත්මයාණන්ට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අපි නමදිමු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 බලය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නීති පසසමු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පාපයෙහි මැරුණු සත්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එම බෙලෙන ජිවත් වෙත්</a:t>
            </a:r>
          </a:p>
        </p:txBody>
      </p:sp>
      <p:pic>
        <p:nvPicPr>
          <p:cNvPr id="111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TextBox 1"/>
          <p:cNvSpPr txBox="1"/>
          <p:nvPr/>
        </p:nvSpPr>
        <p:spPr>
          <a:xfrm>
            <a:off x="1417319" y="1061501"/>
            <a:ext cx="59283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උතුම් දෙවි තුම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තියෙක් දෙවිදු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රහස මහත්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නැණ ඉක්ම ගියත්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සැදැහැයෙන් නැගී සිට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පෙමින් ඔබ නමදිමු</a:t>
            </a:r>
          </a:p>
        </p:txBody>
      </p:sp>
      <p:pic>
        <p:nvPicPr>
          <p:cNvPr id="111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TextBox 1"/>
          <p:cNvSpPr txBox="1"/>
          <p:nvPr/>
        </p:nvSpPr>
        <p:spPr>
          <a:xfrm>
            <a:off x="426719" y="2286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38</a:t>
            </a:r>
          </a:p>
        </p:txBody>
      </p:sp>
      <p:sp>
        <p:nvSpPr>
          <p:cNvPr id="1119" name="TextBox 2"/>
          <p:cNvSpPr txBox="1"/>
          <p:nvPr/>
        </p:nvSpPr>
        <p:spPr>
          <a:xfrm>
            <a:off x="1036319" y="1142999"/>
            <a:ext cx="7147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තුම මැවූ මුළු ලෝ බදුරු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රුසිරු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බෝ අයුරු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දෙම් එතුමන් හට මේ මහරු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මියුරු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මල් පොකුරු</a:t>
            </a:r>
          </a:p>
        </p:txBody>
      </p:sp>
      <p:sp>
        <p:nvSpPr>
          <p:cNvPr id="1120" name="TextBox 3"/>
          <p:cNvSpPr txBox="1"/>
          <p:nvPr/>
        </p:nvSpPr>
        <p:spPr>
          <a:xfrm>
            <a:off x="2941319" y="3809999"/>
            <a:ext cx="5852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අහස බලා යන කදු සොයුරු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ගිරි කදුරු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වන දැදුරු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නිල් වන පෙත සැදී ලතා තුරු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බිම් නිසරු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කතර මරු</a:t>
            </a:r>
          </a:p>
        </p:txBody>
      </p:sp>
      <p:pic>
        <p:nvPicPr>
          <p:cNvPr id="112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TextBox 1"/>
          <p:cNvSpPr txBox="1"/>
          <p:nvPr/>
        </p:nvSpPr>
        <p:spPr>
          <a:xfrm>
            <a:off x="1036319" y="1142999"/>
            <a:ext cx="7147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 දිව් වග වලසුන් කුරිරු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 අබිරු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නද රුදුරු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සමග අහිංසක මුව කෙනෙරු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මැවුම්කරු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අන් කවුරු</a:t>
            </a:r>
          </a:p>
        </p:txBody>
      </p:sp>
      <p:sp>
        <p:nvSpPr>
          <p:cNvPr id="1124" name="TextBox 2"/>
          <p:cNvSpPr txBox="1"/>
          <p:nvPr/>
        </p:nvSpPr>
        <p:spPr>
          <a:xfrm>
            <a:off x="2941319" y="3809999"/>
            <a:ext cx="5852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අතු අග හිද රැව් දෙන මියුරු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රැස කුරුලු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නයන කලු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දෙත් පැසසුම් නැති ව ම අතුරු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උතුරු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නමට ගරු</a:t>
            </a:r>
          </a:p>
        </p:txBody>
      </p:sp>
      <p:pic>
        <p:nvPicPr>
          <p:cNvPr id="112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TextBox 1"/>
          <p:cNvSpPr txBox="1"/>
          <p:nvPr/>
        </p:nvSpPr>
        <p:spPr>
          <a:xfrm>
            <a:off x="1036319" y="1142999"/>
            <a:ext cx="7147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දිය ගොඩ වෙන් කැර මැවූ සොදුරු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පොළෝ සරු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මහ සයුරු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ආසිරි ද කෙතරම් ඔබ නිමැ වූ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සියලු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මැවුම තුගු</a:t>
            </a:r>
          </a:p>
        </p:txBody>
      </p:sp>
      <p:sp>
        <p:nvSpPr>
          <p:cNvPr id="1128" name="TextBox 2"/>
          <p:cNvSpPr txBox="1"/>
          <p:nvPr/>
        </p:nvSpPr>
        <p:spPr>
          <a:xfrm>
            <a:off x="2941319" y="3809999"/>
            <a:ext cx="5852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ගං හෝ විල් ඇළ දොළ පොකුණු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වැව අමුණු දිය පිරුණු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කෙත් වතු කොටු තණ බිම් නිසරු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කරන සරු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නිල් වතුරු</a:t>
            </a:r>
          </a:p>
        </p:txBody>
      </p:sp>
      <p:pic>
        <p:nvPicPr>
          <p:cNvPr id="112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TextBox 1"/>
          <p:cNvSpPr txBox="1"/>
          <p:nvPr/>
        </p:nvSpPr>
        <p:spPr>
          <a:xfrm>
            <a:off x="1036319" y="1142999"/>
            <a:ext cx="7147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අහසෙහි බබළන සදු ද හිරු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ගන අදුරු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කරන දුරු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රැය ද දවාල ද මැවූ අයුරු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වැණුමැ සුරු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වෙති කවුරු</a:t>
            </a:r>
          </a:p>
        </p:txBody>
      </p:sp>
      <p:sp>
        <p:nvSpPr>
          <p:cNvPr id="1132" name="TextBox 2"/>
          <p:cNvSpPr txBox="1"/>
          <p:nvPr/>
        </p:nvSpPr>
        <p:spPr>
          <a:xfrm>
            <a:off x="2941319" y="3809999"/>
            <a:ext cx="5852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වැණුමට මා බස වේ දිළිදු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උතුගු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ගුණ මහරු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සිරි නම මා සවන පිරු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මියුරු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දිව් මතුරු</a:t>
            </a:r>
          </a:p>
        </p:txBody>
      </p:sp>
      <p:pic>
        <p:nvPicPr>
          <p:cNvPr id="113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TextBox 1"/>
          <p:cNvSpPr txBox="1"/>
          <p:nvPr/>
        </p:nvSpPr>
        <p:spPr>
          <a:xfrm>
            <a:off x="426719" y="304802"/>
            <a:ext cx="12039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39</a:t>
            </a:r>
          </a:p>
        </p:txBody>
      </p:sp>
      <p:sp>
        <p:nvSpPr>
          <p:cNvPr id="1136" name="TextBox 2"/>
          <p:cNvSpPr txBox="1"/>
          <p:nvPr/>
        </p:nvSpPr>
        <p:spPr>
          <a:xfrm>
            <a:off x="1074419" y="889574"/>
            <a:ext cx="4518662" cy="1830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වෙති හිමියෙනි මා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යහපත් එඩේර සමිදු තුමා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වෙති හිමියෙනි මා</a:t>
            </a:r>
          </a:p>
        </p:txBody>
      </p:sp>
      <p:sp>
        <p:nvSpPr>
          <p:cNvPr id="1137" name="TextBox 3"/>
          <p:cNvSpPr txBox="1"/>
          <p:nvPr/>
        </p:nvSpPr>
        <p:spPr>
          <a:xfrm>
            <a:off x="1074419" y="3048001"/>
            <a:ext cx="77190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මට කිසි හිගයක් නො ම වන්නේ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සමිදුන් සතු වූ 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නිල් බිම් වේ මට නිසසල දිය අසලින් මා ගෙන යන්නෝ</a:t>
            </a:r>
          </a:p>
        </p:txBody>
      </p:sp>
      <p:pic>
        <p:nvPicPr>
          <p:cNvPr id="113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TextBox 1"/>
          <p:cNvSpPr txBox="1"/>
          <p:nvPr/>
        </p:nvSpPr>
        <p:spPr>
          <a:xfrm>
            <a:off x="1074419" y="889574"/>
            <a:ext cx="4518662" cy="1830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වෙති හිමියෙනි මා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යහපත් එඩේර සමිදු තුමා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වෙති හිමියෙනි මා</a:t>
            </a:r>
          </a:p>
        </p:txBody>
      </p:sp>
      <p:sp>
        <p:nvSpPr>
          <p:cNvPr id="1141" name="TextBox 2"/>
          <p:cNvSpPr txBox="1"/>
          <p:nvPr/>
        </p:nvSpPr>
        <p:spPr>
          <a:xfrm>
            <a:off x="1074419" y="3048001"/>
            <a:ext cx="77190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හිත පණවත් කරති සදා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 නම උදෙසා මා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දමිටු බවේ ඒ මාවත්වල නිති ගෙන යති සමිදාණෝ</a:t>
            </a:r>
          </a:p>
        </p:txBody>
      </p:sp>
      <p:pic>
        <p:nvPicPr>
          <p:cNvPr id="114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TextBox 1"/>
          <p:cNvSpPr txBox="1"/>
          <p:nvPr/>
        </p:nvSpPr>
        <p:spPr>
          <a:xfrm>
            <a:off x="1074419" y="889574"/>
            <a:ext cx="4518662" cy="1830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වෙති හිමියෙනි මා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යහපත් එඩේර සමිදු තුමා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වෙති හිමියෙනි මා</a:t>
            </a:r>
          </a:p>
        </p:txBody>
      </p:sp>
      <p:sp>
        <p:nvSpPr>
          <p:cNvPr id="1145" name="TextBox 2"/>
          <p:cNvSpPr txBox="1"/>
          <p:nvPr/>
        </p:nvSpPr>
        <p:spPr>
          <a:xfrm>
            <a:off x="1074419" y="3048001"/>
            <a:ext cx="77190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යන්නෙමි වුව ඒ මරු සෙවණේ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මිටියාවත ඔස්සේ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ම  වෙමි බිය සැනසිලි වේ ඔබගේ සැරයටියේ දඬුයේ</a:t>
            </a:r>
          </a:p>
        </p:txBody>
      </p:sp>
      <p:pic>
        <p:nvPicPr>
          <p:cNvPr id="114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TextBox 1"/>
          <p:cNvSpPr txBox="1"/>
          <p:nvPr/>
        </p:nvSpPr>
        <p:spPr>
          <a:xfrm>
            <a:off x="1074419" y="889574"/>
            <a:ext cx="4518662" cy="1830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වෙති හිමියෙනි මා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යහපත් එඩේර සමිදු තුමා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වෙති හිමියෙනි මා</a:t>
            </a:r>
          </a:p>
        </p:txBody>
      </p:sp>
      <p:sp>
        <p:nvSpPr>
          <p:cNvPr id="1149" name="TextBox 2"/>
          <p:cNvSpPr txBox="1"/>
          <p:nvPr/>
        </p:nvSpPr>
        <p:spPr>
          <a:xfrm>
            <a:off x="1074419" y="3048001"/>
            <a:ext cx="77190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ඒ සතුරන් හමුයේ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සරසති මේසේ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අලෙවූ කළෝ මා සිරස් තෙලින් උතුරයි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කුසලාන මගේ </a:t>
            </a:r>
          </a:p>
        </p:txBody>
      </p:sp>
      <p:pic>
        <p:nvPicPr>
          <p:cNvPr id="115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TextBox 1"/>
          <p:cNvSpPr txBox="1"/>
          <p:nvPr/>
        </p:nvSpPr>
        <p:spPr>
          <a:xfrm>
            <a:off x="1074419" y="889574"/>
            <a:ext cx="4518662" cy="1830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වෙති හිමියෙනි මා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යහපත් එඩේර සමිදු තුමා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වෙති හිමියෙනි මා</a:t>
            </a:r>
          </a:p>
        </p:txBody>
      </p:sp>
      <p:sp>
        <p:nvSpPr>
          <p:cNvPr id="1153" name="TextBox 2"/>
          <p:cNvSpPr txBox="1"/>
          <p:nvPr/>
        </p:nvSpPr>
        <p:spPr>
          <a:xfrm>
            <a:off x="1074419" y="3048001"/>
            <a:ext cx="77190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යහපත කරුණා දෙක මා හා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ව ම යේ නිබදේ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වසනෙම් සමිදුන් නිවෙසෙහි නිදුක් සැපතින් මම සැම දා</a:t>
            </a:r>
          </a:p>
        </p:txBody>
      </p:sp>
      <p:pic>
        <p:nvPicPr>
          <p:cNvPr id="115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TextBox 1"/>
          <p:cNvSpPr txBox="1"/>
          <p:nvPr/>
        </p:nvSpPr>
        <p:spPr>
          <a:xfrm>
            <a:off x="2743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40</a:t>
            </a:r>
          </a:p>
        </p:txBody>
      </p:sp>
      <p:sp>
        <p:nvSpPr>
          <p:cNvPr id="1157" name="TextBox 2"/>
          <p:cNvSpPr txBox="1"/>
          <p:nvPr/>
        </p:nvSpPr>
        <p:spPr>
          <a:xfrm>
            <a:off x="655319" y="813374"/>
            <a:ext cx="7909562" cy="1233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හිරුගෙ එළිය මැලවිලා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අහසෙ සිරි නැසේ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සොබා දහම සැම දා මා අපට පෙනෙයි මේ ලෙසේ</a:t>
            </a:r>
          </a:p>
        </p:txBody>
      </p:sp>
      <p:sp>
        <p:nvSpPr>
          <p:cNvPr id="1158" name="TextBox 3"/>
          <p:cNvSpPr txBox="1"/>
          <p:nvPr/>
        </p:nvSpPr>
        <p:spPr>
          <a:xfrm>
            <a:off x="655319" y="2438399"/>
            <a:ext cx="7909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වටින් පිටින් අදුරු ගතිය ලොව පැතිරෙන්නේ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 බෝ වන නිසා ඔරු ද වෙරළට එන්නේ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සැදෑ සුවය ලබා ළමුන් ගෙද‍ර දුවන්නේ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මලිති බටිති කුරුලු රංචු කැදැලි සොයන්නේ</a:t>
            </a:r>
          </a:p>
        </p:txBody>
      </p:sp>
      <p:pic>
        <p:nvPicPr>
          <p:cNvPr id="115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TextBox 1"/>
          <p:cNvSpPr txBox="1"/>
          <p:nvPr/>
        </p:nvSpPr>
        <p:spPr>
          <a:xfrm>
            <a:off x="655319" y="813374"/>
            <a:ext cx="7909562" cy="1233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හිරුගෙ එළිය මැලවිලා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අහසෙ සිරි නැසේ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සොබා දහම සැම දා මා අපට පෙනෙයි මේ ලෙසේ</a:t>
            </a:r>
          </a:p>
        </p:txBody>
      </p:sp>
      <p:sp>
        <p:nvSpPr>
          <p:cNvPr id="1162" name="TextBox 2"/>
          <p:cNvSpPr txBox="1"/>
          <p:nvPr/>
        </p:nvSpPr>
        <p:spPr>
          <a:xfrm>
            <a:off x="388619" y="2438399"/>
            <a:ext cx="87096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අහස පුරා දිසි වන රන් තරු මල් වාගෙයි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 එලියට පිපුණු කුමුදු කොද කුසුම් අගෙයි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ගොපලු ළමුන් නගන ගීය කනට පිරිය දෙයි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රැයෙක සිරිය තරු එළියෙන් දෙගුණ තෙගුණ වෙයි</a:t>
            </a:r>
          </a:p>
        </p:txBody>
      </p:sp>
      <p:pic>
        <p:nvPicPr>
          <p:cNvPr id="116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TextBox 1"/>
          <p:cNvSpPr txBox="1"/>
          <p:nvPr/>
        </p:nvSpPr>
        <p:spPr>
          <a:xfrm>
            <a:off x="655319" y="813374"/>
            <a:ext cx="7909562" cy="1233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හිරුගෙ එළිය මැලවිලා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අහසෙ සිරි නැසේ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සොබා දහම සැම දා මා අපට පෙනෙයි මේ ලෙසේ</a:t>
            </a:r>
          </a:p>
        </p:txBody>
      </p:sp>
      <p:sp>
        <p:nvSpPr>
          <p:cNvPr id="1166" name="TextBox 2"/>
          <p:cNvSpPr txBox="1"/>
          <p:nvPr/>
        </p:nvSpPr>
        <p:spPr>
          <a:xfrm>
            <a:off x="655319" y="2438399"/>
            <a:ext cx="8290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සිරියෙන් පිරි ලොවින් සැපත් දෙවි සෙන් අදරින්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නිදා සිටින ලෝ සත රැක දේ ය අනතුරින්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වන් සොබා දහම මවා දුන් අප සමිදුන්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 වදිමු තුති පුද දෙමු දයාබර සිතින්</a:t>
            </a:r>
          </a:p>
        </p:txBody>
      </p:sp>
      <p:pic>
        <p:nvPicPr>
          <p:cNvPr id="116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TextBox 1"/>
          <p:cNvSpPr txBox="1"/>
          <p:nvPr/>
        </p:nvSpPr>
        <p:spPr>
          <a:xfrm>
            <a:off x="2743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41</a:t>
            </a:r>
          </a:p>
        </p:txBody>
      </p:sp>
      <p:sp>
        <p:nvSpPr>
          <p:cNvPr id="1170" name="TextBox 2"/>
          <p:cNvSpPr txBox="1"/>
          <p:nvPr/>
        </p:nvSpPr>
        <p:spPr>
          <a:xfrm>
            <a:off x="655319" y="1351984"/>
            <a:ext cx="79095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මෙලොව මැවිලි දින දින මා සිත පුබුදන්නේ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දෙව් රද හට බැති පුද දි නමදින්නේ</a:t>
            </a:r>
          </a:p>
        </p:txBody>
      </p:sp>
      <p:sp>
        <p:nvSpPr>
          <p:cNvPr id="1171" name="TextBox 3"/>
          <p:cNvSpPr txBox="1"/>
          <p:nvPr/>
        </p:nvSpPr>
        <p:spPr>
          <a:xfrm>
            <a:off x="655319" y="3200402"/>
            <a:ext cx="82905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උදය හිරු ද සිය රැස් කද ලොව විහිදෙන්නේ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නිල</a:t>
            </a:r>
            <a:r>
              <a:rPr>
                <a:latin typeface="FS-Anurada"/>
                <a:ea typeface="FS-Anurada"/>
                <a:cs typeface="FS-Anurada"/>
                <a:sym typeface="FS-Anurada"/>
              </a:rPr>
              <a:t>U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 මැද වට කර සද තරු බබළන්නේ</a:t>
            </a:r>
          </a:p>
        </p:txBody>
      </p:sp>
      <p:pic>
        <p:nvPicPr>
          <p:cNvPr id="117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TextBox 1"/>
          <p:cNvSpPr txBox="1"/>
          <p:nvPr/>
        </p:nvSpPr>
        <p:spPr>
          <a:xfrm>
            <a:off x="655319" y="1351984"/>
            <a:ext cx="79095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මෙලොව මැවිලි දින දින මා සිත පුබුදන්නේ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දෙව් රද හට බැති පුද දි නමදින්නේ</a:t>
            </a:r>
          </a:p>
        </p:txBody>
      </p:sp>
      <p:sp>
        <p:nvSpPr>
          <p:cNvPr id="1175" name="TextBox 2"/>
          <p:cNvSpPr txBox="1"/>
          <p:nvPr/>
        </p:nvSpPr>
        <p:spPr>
          <a:xfrm>
            <a:off x="655319" y="3200402"/>
            <a:ext cx="82905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කුරුලු කැල ද මහ මුහුද ද හඩ පතුරන්නේ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වැසී පින්න ද දේ දුන්න ද මවිත කරන්නේ</a:t>
            </a:r>
          </a:p>
        </p:txBody>
      </p:sp>
      <p:pic>
        <p:nvPicPr>
          <p:cNvPr id="117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TextBox 1"/>
          <p:cNvSpPr txBox="1"/>
          <p:nvPr/>
        </p:nvSpPr>
        <p:spPr>
          <a:xfrm>
            <a:off x="655319" y="1351984"/>
            <a:ext cx="79095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මෙලොව මැවිලි දින දින මා සිත පුබුදන්නේ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දෙව් රද හට බැති පුද දි නමදින්නේ</a:t>
            </a:r>
          </a:p>
        </p:txBody>
      </p:sp>
      <p:sp>
        <p:nvSpPr>
          <p:cNvPr id="1179" name="TextBox 2"/>
          <p:cNvSpPr txBox="1"/>
          <p:nvPr/>
        </p:nvSpPr>
        <p:spPr>
          <a:xfrm>
            <a:off x="655319" y="3200402"/>
            <a:ext cx="82905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ගලන ගග ද පිපෙන මල ද ලොව නලවන්නේ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හමන සුවද සුළග නිබද ගත සනසන්නේ</a:t>
            </a:r>
          </a:p>
        </p:txBody>
      </p:sp>
      <p:pic>
        <p:nvPicPr>
          <p:cNvPr id="118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TextBox 1"/>
          <p:cNvSpPr txBox="1"/>
          <p:nvPr/>
        </p:nvSpPr>
        <p:spPr>
          <a:xfrm>
            <a:off x="655319" y="1351984"/>
            <a:ext cx="79095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මෙලොව මැවිලි දින දින මා සිත පුබුදන්නේ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දෙව් රද හට බැති පුද දි නමදින්නේ</a:t>
            </a:r>
          </a:p>
        </p:txBody>
      </p:sp>
      <p:sp>
        <p:nvSpPr>
          <p:cNvPr id="1183" name="TextBox 2"/>
          <p:cNvSpPr txBox="1"/>
          <p:nvPr/>
        </p:nvSpPr>
        <p:spPr>
          <a:xfrm>
            <a:off x="655319" y="3200402"/>
            <a:ext cx="82905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දලු ලන සද පවනට මද තුරු සිනැහෙන්නේ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මල් පෙති මැද වන බමරු ද ගී නද දෙන්නේ</a:t>
            </a:r>
          </a:p>
        </p:txBody>
      </p:sp>
      <p:pic>
        <p:nvPicPr>
          <p:cNvPr id="118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TextBox 1"/>
          <p:cNvSpPr txBox="1"/>
          <p:nvPr/>
        </p:nvSpPr>
        <p:spPr>
          <a:xfrm>
            <a:off x="655319" y="1351984"/>
            <a:ext cx="79095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මෙලොව මැවිලි දින දින මා සිත පුබුදන්නේ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දෙව් රද හට බැති පුද දි නමදින්නේ</a:t>
            </a:r>
          </a:p>
        </p:txBody>
      </p:sp>
      <p:sp>
        <p:nvSpPr>
          <p:cNvPr id="1187" name="TextBox 2"/>
          <p:cNvSpPr txBox="1"/>
          <p:nvPr/>
        </p:nvSpPr>
        <p:spPr>
          <a:xfrm>
            <a:off x="350519" y="3200402"/>
            <a:ext cx="87477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මගෙ හිමියෙනි ඔබ ලොව සැම තැන වැඩ ඉන්නේ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 මිහිර ද සග සැපත ද ඔබ ම ය දෙන්නේ</a:t>
            </a:r>
          </a:p>
        </p:txBody>
      </p:sp>
      <p:pic>
        <p:nvPicPr>
          <p:cNvPr id="118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Rectangle 2"/>
          <p:cNvSpPr txBox="1"/>
          <p:nvPr/>
        </p:nvSpPr>
        <p:spPr>
          <a:xfrm>
            <a:off x="807719" y="457199"/>
            <a:ext cx="89916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42</a:t>
            </a:r>
          </a:p>
        </p:txBody>
      </p:sp>
      <p:sp>
        <p:nvSpPr>
          <p:cNvPr id="1191" name="Rectangle 1"/>
          <p:cNvSpPr txBox="1"/>
          <p:nvPr/>
        </p:nvSpPr>
        <p:spPr>
          <a:xfrm>
            <a:off x="1112519" y="1311641"/>
            <a:ext cx="6995162" cy="227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indent="457200"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iuka lel=ˆ mqˆka j,d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ila iqog;a jvd iqoq 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457200"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uqoq u,a fm;s mqˆka frdog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i| le,aug jvd uqoq hs</a:t>
            </a:r>
          </a:p>
        </p:txBody>
      </p:sp>
      <p:sp>
        <p:nvSpPr>
          <p:cNvPr id="1192" name="Rectangle 2"/>
          <p:cNvSpPr txBox="1"/>
          <p:nvPr/>
        </p:nvSpPr>
        <p:spPr>
          <a:xfrm>
            <a:off x="1645919" y="3902441"/>
            <a:ext cx="8061962" cy="227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Tn u h fojs|qka wkqrE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l=ˆKq  nfjys fj;s ms&lt;srE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jeKque ius|q .=K uyrE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fuf,dj iu;a fj;s ljqrE</a:t>
            </a:r>
          </a:p>
        </p:txBody>
      </p:sp>
      <p:pic>
        <p:nvPicPr>
          <p:cNvPr id="119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Rectangle 1"/>
          <p:cNvSpPr txBox="1"/>
          <p:nvPr/>
        </p:nvSpPr>
        <p:spPr>
          <a:xfrm>
            <a:off x="1493519" y="719819"/>
            <a:ext cx="8519162" cy="2794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oqflys .e,qKq ok wirK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os&lt;s|q okg Tn irK 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;ejqKq is;g .s,ka lhg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Tfn isrs ku osj u;=r hs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Rectangle 2"/>
          <p:cNvSpPr txBox="1"/>
          <p:nvPr/>
        </p:nvSpPr>
        <p:spPr>
          <a:xfrm>
            <a:off x="1569719" y="3750041"/>
            <a:ext cx="8366762" cy="227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f,da i; fi; iqj le| jq</a:t>
            </a:r>
          </a:p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usys msg ok iu. ierE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f,dj by&lt; u oql biq,q</a:t>
            </a:r>
          </a:p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Tn hs wmf. usoquslre </a:t>
            </a:r>
          </a:p>
        </p:txBody>
      </p:sp>
      <p:pic>
        <p:nvPicPr>
          <p:cNvPr id="119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Rectangle 1"/>
          <p:cNvSpPr txBox="1"/>
          <p:nvPr/>
        </p:nvSpPr>
        <p:spPr>
          <a:xfrm>
            <a:off x="1569719" y="1006841"/>
            <a:ext cx="9052562" cy="227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ysre t&lt;shg usKs mykg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i|qg jvd Tn t&lt;sh 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f,da i; fj; m&lt; l=ˆKsk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uqˆ f,dj Tn wiuiu hs</a:t>
            </a:r>
          </a:p>
        </p:txBody>
      </p:sp>
      <p:sp>
        <p:nvSpPr>
          <p:cNvPr id="1200" name="Rectangle 2"/>
          <p:cNvSpPr txBox="1"/>
          <p:nvPr/>
        </p:nvSpPr>
        <p:spPr>
          <a:xfrm>
            <a:off x="1645919" y="3826241"/>
            <a:ext cx="9052562" cy="227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Tfn ysjs .=K l| fkdksus</a:t>
            </a:r>
          </a:p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.=jk mqrd /js fojus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w;s msjs;=re iqiqoq ysus</a:t>
            </a:r>
          </a:p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uu Tn ;=u wkqj tus </a:t>
            </a:r>
          </a:p>
        </p:txBody>
      </p:sp>
      <p:pic>
        <p:nvPicPr>
          <p:cNvPr id="120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TextBox 1"/>
          <p:cNvSpPr txBox="1"/>
          <p:nvPr/>
        </p:nvSpPr>
        <p:spPr>
          <a:xfrm>
            <a:off x="2743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43</a:t>
            </a:r>
          </a:p>
        </p:txBody>
      </p:sp>
      <p:sp>
        <p:nvSpPr>
          <p:cNvPr id="1204" name="TextBox 2"/>
          <p:cNvSpPr txBox="1"/>
          <p:nvPr/>
        </p:nvSpPr>
        <p:spPr>
          <a:xfrm>
            <a:off x="1264919" y="854748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වන තුරු යස දේ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දුන් දෙවිදුන්ට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තුති පසස් යුතු සේ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දෙන්නෙමු බැතියෙන්</a:t>
            </a:r>
          </a:p>
        </p:txBody>
      </p:sp>
      <p:sp>
        <p:nvSpPr>
          <p:cNvPr id="1205" name="TextBox 3"/>
          <p:cNvSpPr txBox="1"/>
          <p:nvPr/>
        </p:nvSpPr>
        <p:spPr>
          <a:xfrm>
            <a:off x="1264919" y="3657599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නීති සුරකිමින්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සුවය හා බොදුන්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නිවෙස් ඇදුම් සුමිතුරන්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 සේක සොදින්</a:t>
            </a:r>
          </a:p>
        </p:txBody>
      </p:sp>
      <p:pic>
        <p:nvPicPr>
          <p:cNvPr id="120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TextBox 1"/>
          <p:cNvSpPr txBox="1"/>
          <p:nvPr/>
        </p:nvSpPr>
        <p:spPr>
          <a:xfrm>
            <a:off x="1264919" y="854748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රෝ දුක් පීඩා පැමිණියත්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ආසිරි මගක් ඒත්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පිළිගන්ට ඇදහිල්ලක්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 සාමිනි පෙමැත්</a:t>
            </a:r>
          </a:p>
        </p:txBody>
      </p:sp>
      <p:sp>
        <p:nvSpPr>
          <p:cNvPr id="1209" name="TextBox 2"/>
          <p:cNvSpPr txBox="1"/>
          <p:nvPr/>
        </p:nvSpPr>
        <p:spPr>
          <a:xfrm>
            <a:off x="1264919" y="3657599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දයාවේ හැම දීමනා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ආත්මික වරම් දුන්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 නම ගැයෙනා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පුදමු බැතින්</a:t>
            </a:r>
          </a:p>
        </p:txBody>
      </p:sp>
      <p:pic>
        <p:nvPicPr>
          <p:cNvPr id="121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TextBox 1"/>
          <p:cNvSpPr txBox="1"/>
          <p:nvPr/>
        </p:nvSpPr>
        <p:spPr>
          <a:xfrm>
            <a:off x="1264919" y="854748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ජිවිතේ වසර හැම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ගත වේ වහා 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සදාතන ජීවිතය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උරුමය</a:t>
            </a:r>
          </a:p>
        </p:txBody>
      </p:sp>
      <p:pic>
        <p:nvPicPr>
          <p:cNvPr id="121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TextBox 1"/>
          <p:cNvSpPr txBox="1"/>
          <p:nvPr/>
        </p:nvSpPr>
        <p:spPr>
          <a:xfrm>
            <a:off x="1360169" y="228603"/>
            <a:ext cx="76581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44</a:t>
            </a:r>
          </a:p>
        </p:txBody>
      </p:sp>
      <p:sp>
        <p:nvSpPr>
          <p:cNvPr id="1216" name="TextBox 2"/>
          <p:cNvSpPr txBox="1"/>
          <p:nvPr/>
        </p:nvSpPr>
        <p:spPr>
          <a:xfrm>
            <a:off x="2103119" y="854748"/>
            <a:ext cx="510921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මාගේ එඩේරා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මට හිග නො වෙයි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සැනැසිලි ගෙන දේ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පෙමින් මග පෙන්වයි</a:t>
            </a:r>
          </a:p>
        </p:txBody>
      </p:sp>
      <p:sp>
        <p:nvSpPr>
          <p:cNvPr id="1217" name="TextBox 3"/>
          <p:cNvSpPr txBox="1"/>
          <p:nvPr/>
        </p:nvSpPr>
        <p:spPr>
          <a:xfrm>
            <a:off x="2103119" y="3657599"/>
            <a:ext cx="510921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ආත්මය මා පුබුදුවා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දමිටු මංවල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යමින් දයා පෙන්වා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දෙයි සෙත් සුවිපුල</a:t>
            </a:r>
          </a:p>
        </p:txBody>
      </p:sp>
      <p:pic>
        <p:nvPicPr>
          <p:cNvPr id="121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TextBox 1"/>
          <p:cNvSpPr txBox="1"/>
          <p:nvPr/>
        </p:nvSpPr>
        <p:spPr>
          <a:xfrm>
            <a:off x="2103119" y="854748"/>
            <a:ext cx="510921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මා සමග බැවින්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මරු සෙවණේ දීත්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බිය නොවෙමි නොපැකිළෙමි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කුමන දුක් ආවත්</a:t>
            </a:r>
          </a:p>
        </p:txBody>
      </p:sp>
      <p:sp>
        <p:nvSpPr>
          <p:cNvPr id="1221" name="TextBox 2"/>
          <p:cNvSpPr txBox="1"/>
          <p:nvPr/>
        </p:nvSpPr>
        <p:spPr>
          <a:xfrm>
            <a:off x="2103119" y="3657599"/>
            <a:ext cx="510921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සැරයටියත්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කෙවිටත්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සුව පහසු මට දෙයි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අනතුරක් නො වෙයි</a:t>
            </a:r>
          </a:p>
        </p:txBody>
      </p:sp>
      <p:pic>
        <p:nvPicPr>
          <p:cNvPr id="122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TextBox 1"/>
          <p:cNvSpPr txBox="1"/>
          <p:nvPr/>
        </p:nvSpPr>
        <p:spPr>
          <a:xfrm>
            <a:off x="2103119" y="854748"/>
            <a:ext cx="510921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ඉදිරියෙහි සතුරන්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සරසා දෙයි බොදුන්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අලෙවූ කෙළේ ය තෙලින්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ඉතිරෙයි පැන් බදුන්</a:t>
            </a:r>
          </a:p>
        </p:txBody>
      </p:sp>
      <p:sp>
        <p:nvSpPr>
          <p:cNvPr id="1225" name="TextBox 2"/>
          <p:cNvSpPr txBox="1"/>
          <p:nvPr/>
        </p:nvSpPr>
        <p:spPr>
          <a:xfrm>
            <a:off x="2103119" y="3657599"/>
            <a:ext cx="510921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යාපත්කමත් කරුණාවත්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ළග ම යි මා දිව්හිමි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නිවෙසෙහි සිරිමත්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දා වසන්නෙම්</a:t>
            </a:r>
          </a:p>
        </p:txBody>
      </p:sp>
      <p:pic>
        <p:nvPicPr>
          <p:cNvPr id="122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TextBox 1"/>
          <p:cNvSpPr txBox="1"/>
          <p:nvPr/>
        </p:nvSpPr>
        <p:spPr>
          <a:xfrm>
            <a:off x="2743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45</a:t>
            </a:r>
          </a:p>
        </p:txBody>
      </p:sp>
      <p:sp>
        <p:nvSpPr>
          <p:cNvPr id="1229" name="TextBox 2"/>
          <p:cNvSpPr txBox="1"/>
          <p:nvPr/>
        </p:nvSpPr>
        <p:spPr>
          <a:xfrm>
            <a:off x="1264919" y="854748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පෙම්වත් රජ මා එඩේරා 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සදා යාපත් මැ 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මම් ඔබේ නම් හිගයක් නැත්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වෙමි ඔබට අයත්</a:t>
            </a:r>
          </a:p>
        </p:txBody>
      </p:sp>
      <p:sp>
        <p:nvSpPr>
          <p:cNvPr id="1230" name="TextBox 3"/>
          <p:cNvSpPr txBox="1"/>
          <p:nvPr/>
        </p:nvSpPr>
        <p:spPr>
          <a:xfrm>
            <a:off x="1264919" y="3657599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දොළ දෙසට ජිවන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මිදු මා ආත්මේ ගෙනෙයි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සරු මිටියාවතින්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බොදුන් නිතින් දෙයි</a:t>
            </a:r>
          </a:p>
        </p:txBody>
      </p:sp>
      <p:pic>
        <p:nvPicPr>
          <p:cNvPr id="123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TextBox 1"/>
          <p:cNvSpPr txBox="1"/>
          <p:nvPr/>
        </p:nvSpPr>
        <p:spPr>
          <a:xfrm>
            <a:off x="1264919" y="854748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මං මුළා වී ගියා විටත්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පෙමින් මා සොයා ආවයි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ඔබේ තෙදැත් නිවෙසටත්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උසුලා මා ගෙන යයි</a:t>
            </a:r>
          </a:p>
        </p:txBody>
      </p:sp>
      <p:sp>
        <p:nvSpPr>
          <p:cNvPr id="1234" name="TextBox 2"/>
          <p:cNvSpPr txBox="1"/>
          <p:nvPr/>
        </p:nvSpPr>
        <p:spPr>
          <a:xfrm>
            <a:off x="1264919" y="3657599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මා සමග ඇතොත්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යන්ට මරු සෙවණේ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සැරයටිය සනසයි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මග පෙන්වයි</a:t>
            </a:r>
          </a:p>
        </p:txBody>
      </p:sp>
      <p:pic>
        <p:nvPicPr>
          <p:cNvPr id="123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TextBox 1"/>
          <p:cNvSpPr txBox="1"/>
          <p:nvPr/>
        </p:nvSpPr>
        <p:spPr>
          <a:xfrm>
            <a:off x="1264919" y="854748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සුදානම් කළ මේසයක්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හමුවේ තිබේ මැ 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කුසලාන ඉතිරි යයි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එයින් සෙත් සිරි ලැබෙයි</a:t>
            </a:r>
          </a:p>
        </p:txBody>
      </p:sp>
      <p:sp>
        <p:nvSpPr>
          <p:cNvPr id="1238" name="TextBox 2"/>
          <p:cNvSpPr txBox="1"/>
          <p:nvPr/>
        </p:nvSpPr>
        <p:spPr>
          <a:xfrm>
            <a:off x="1264919" y="3657599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ජීවිතය ඇති තාක් මම්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එඩේරාට යහපත්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තොර නො කර ගී පුදම්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ඔබේ නිවෙස තුළත්</a:t>
            </a:r>
          </a:p>
        </p:txBody>
      </p:sp>
      <p:pic>
        <p:nvPicPr>
          <p:cNvPr id="123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TextBox 1"/>
          <p:cNvSpPr txBox="1"/>
          <p:nvPr/>
        </p:nvSpPr>
        <p:spPr>
          <a:xfrm>
            <a:off x="2743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46</a:t>
            </a:r>
          </a:p>
        </p:txBody>
      </p:sp>
      <p:sp>
        <p:nvSpPr>
          <p:cNvPr id="1242" name="TextBox 2"/>
          <p:cNvSpPr txBox="1"/>
          <p:nvPr/>
        </p:nvSpPr>
        <p:spPr>
          <a:xfrm>
            <a:off x="1112519" y="1219199"/>
            <a:ext cx="68427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මවුම්කරුට මම්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පැසසුම් ගී දෙමි නොවහිම්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දිවි ඇති තෙක් 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දිවා රෑ දෙක්හි නොනැවත්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ජිවිතේ දීත් මරණේ දීත්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පසසම් හැම කල්හිත්</a:t>
            </a:r>
          </a:p>
        </p:txBody>
      </p:sp>
      <p:pic>
        <p:nvPicPr>
          <p:cNvPr id="124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TextBox 1"/>
          <p:cNvSpPr txBox="1"/>
          <p:nvPr/>
        </p:nvSpPr>
        <p:spPr>
          <a:xfrm>
            <a:off x="1112519" y="1219199"/>
            <a:ext cx="68427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ඉසරායෙල් දෙවි තුම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සරණ කොට ගත් හැම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වාසනාවන්තයෝ ම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තුම සියල්ල මැවී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සියල්ලන්ට පිහිට වී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නීති අප රක්නේ ය</a:t>
            </a:r>
          </a:p>
        </p:txBody>
      </p:sp>
      <p:pic>
        <p:nvPicPr>
          <p:cNvPr id="124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TextBox 1"/>
          <p:cNvSpPr txBox="1"/>
          <p:nvPr/>
        </p:nvSpPr>
        <p:spPr>
          <a:xfrm>
            <a:off x="1112519" y="1219199"/>
            <a:ext cx="68427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කනුන්ට නෙත් පැහැදීමත්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කොරවුවන්ට සවියත්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දුබලවුන්ට බලයත්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 නැත්තන්ට සරණත්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වැන්ද</a:t>
            </a:r>
            <a:r>
              <a:rPr>
                <a:latin typeface="FS-Anurada"/>
                <a:ea typeface="FS-Anurada"/>
                <a:cs typeface="FS-Anurada"/>
                <a:sym typeface="FS-Anurada"/>
              </a:rPr>
              <a:t>UQ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වන්ට පිහිටත්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දෙන්නේ හිමි තුම පෙම්වත්</a:t>
            </a:r>
          </a:p>
        </p:txBody>
      </p:sp>
      <p:pic>
        <p:nvPicPr>
          <p:cNvPr id="124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TextBox 1"/>
          <p:cNvSpPr txBox="1"/>
          <p:nvPr/>
        </p:nvSpPr>
        <p:spPr>
          <a:xfrm>
            <a:off x="1112519" y="1219199"/>
            <a:ext cx="68427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හිමිට දිව්හිමි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හඩ නගා පැසසුම් දෙම්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ලොවින් යන විට ද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සේනා සමග 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තොර නො කරම් මම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ගැයුම හැම කල් ම</a:t>
            </a:r>
          </a:p>
        </p:txBody>
      </p:sp>
      <p:pic>
        <p:nvPicPr>
          <p:cNvPr id="125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TextBox 1"/>
          <p:cNvSpPr txBox="1"/>
          <p:nvPr/>
        </p:nvSpPr>
        <p:spPr>
          <a:xfrm>
            <a:off x="2743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47</a:t>
            </a:r>
          </a:p>
        </p:txBody>
      </p:sp>
      <p:sp>
        <p:nvSpPr>
          <p:cNvPr id="1255" name="TextBox 2"/>
          <p:cNvSpPr txBox="1"/>
          <p:nvPr/>
        </p:nvSpPr>
        <p:spPr>
          <a:xfrm>
            <a:off x="1264919" y="854748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බෙතෙල්හි දෙවිදුනි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අපට බොදුන් දෙන්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ගමන් කළ මෙ ලෝ මැදින්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පිතුනට දුන් මෙන්</a:t>
            </a:r>
          </a:p>
        </p:txBody>
      </p:sp>
      <p:sp>
        <p:nvSpPr>
          <p:cNvPr id="1256" name="TextBox 3"/>
          <p:cNvSpPr txBox="1"/>
          <p:nvPr/>
        </p:nvSpPr>
        <p:spPr>
          <a:xfrm>
            <a:off x="1264919" y="3657599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යැදුම හා ගිවිසුම්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පුදමු ඔබ වෙත්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පියවරුන්ගේ මෙන්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වන් අපගෙත්</a:t>
            </a:r>
          </a:p>
        </p:txBody>
      </p:sp>
      <p:pic>
        <p:nvPicPr>
          <p:cNvPr id="125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TextBox 1"/>
          <p:cNvSpPr txBox="1"/>
          <p:nvPr/>
        </p:nvSpPr>
        <p:spPr>
          <a:xfrm>
            <a:off x="1264919" y="854748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මුළා මග යන විට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හසුරුවන්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දවස් පතා අප හට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ආහාර ඇදුම් දෙන්</a:t>
            </a:r>
          </a:p>
        </p:txBody>
      </p:sp>
      <p:sp>
        <p:nvSpPr>
          <p:cNvPr id="1260" name="TextBox 2"/>
          <p:cNvSpPr txBox="1"/>
          <p:nvPr/>
        </p:nvSpPr>
        <p:spPr>
          <a:xfrm>
            <a:off x="1264919" y="3657599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නිමවා මෙ ලොව ගමන්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සගට සුව සේ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 තෙක් ම අප රකින්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සමිදුන් සිත් සේ</a:t>
            </a:r>
          </a:p>
        </p:txBody>
      </p:sp>
      <p:pic>
        <p:nvPicPr>
          <p:cNvPr id="126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TextBox 1"/>
          <p:cNvSpPr txBox="1"/>
          <p:nvPr/>
        </p:nvSpPr>
        <p:spPr>
          <a:xfrm>
            <a:off x="1264919" y="854748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ඉල්ලුම මේ සෙත් ඔබගෙන්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යටහත් බැතියෙන්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දෙවි හා සමිපත 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හා මතුත් නිතින්</a:t>
            </a:r>
          </a:p>
        </p:txBody>
      </p:sp>
      <p:pic>
        <p:nvPicPr>
          <p:cNvPr id="126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TextBox 1"/>
          <p:cNvSpPr txBox="1"/>
          <p:nvPr/>
        </p:nvSpPr>
        <p:spPr>
          <a:xfrm>
            <a:off x="2743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48</a:t>
            </a:r>
          </a:p>
        </p:txBody>
      </p:sp>
      <p:sp>
        <p:nvSpPr>
          <p:cNvPr id="1267" name="TextBox 2"/>
          <p:cNvSpPr txBox="1"/>
          <p:nvPr/>
        </p:nvSpPr>
        <p:spPr>
          <a:xfrm>
            <a:off x="1036319" y="1295402"/>
            <a:ext cx="73761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 වෙත මෙත පෑ සග දෙවි රජුනේ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කිසි දින නැත ඔබ අමතක වන්නේ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හද පතුලෙන් තුති පුද නැගුණේ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දිවා රැයේ අප බුහුමන් පිදුණේ</a:t>
            </a:r>
          </a:p>
        </p:txBody>
      </p:sp>
      <p:pic>
        <p:nvPicPr>
          <p:cNvPr id="126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TextBox 1"/>
          <p:cNvSpPr txBox="1"/>
          <p:nvPr/>
        </p:nvSpPr>
        <p:spPr>
          <a:xfrm>
            <a:off x="1036319" y="1295402"/>
            <a:ext cx="73761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කුරුසිය මත කිතු හිමි දිවි පිදුණේ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 තුරුලට අප හැම ළං කැරුණේ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කුරුසිය සිහි වන මොහොතක් ගානේ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 තුල භක්තිය ඉතිරි යන්නේ</a:t>
            </a:r>
          </a:p>
        </p:txBody>
      </p:sp>
      <p:pic>
        <p:nvPicPr>
          <p:cNvPr id="127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TextBox 1"/>
          <p:cNvSpPr txBox="1"/>
          <p:nvPr/>
        </p:nvSpPr>
        <p:spPr>
          <a:xfrm>
            <a:off x="1036319" y="1295402"/>
            <a:ext cx="77571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කුරුසිය පා මුල වැතිරී සිටින්නේ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සමිදුන් හිස කටු කිරුළක් ගෙතුණේ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ඇළයෙන් ගලනා ලෙයින් තෙමෙන්නේ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මගෙ සිත නොවෙදෝ පිරිසුදු වන්නේ</a:t>
            </a:r>
          </a:p>
        </p:txBody>
      </p:sp>
      <p:pic>
        <p:nvPicPr>
          <p:cNvPr id="127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TextBox 1"/>
          <p:cNvSpPr txBox="1"/>
          <p:nvPr/>
        </p:nvSpPr>
        <p:spPr>
          <a:xfrm>
            <a:off x="1036319" y="1295402"/>
            <a:ext cx="73761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හට මා දිවි පෙමින් පිදෙන්නේ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ගත සිත හැම  දැය ඔබ සතු වන්නේ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කිතු රජ සාසන මගෙන් රැකෙන්නේ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නිසා නොවෙදෝ මා මෙහි වන්නේ</a:t>
            </a:r>
          </a:p>
        </p:txBody>
      </p:sp>
      <p:pic>
        <p:nvPicPr>
          <p:cNvPr id="127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TextBox 1"/>
          <p:cNvSpPr txBox="1"/>
          <p:nvPr/>
        </p:nvSpPr>
        <p:spPr>
          <a:xfrm>
            <a:off x="2743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49</a:t>
            </a:r>
          </a:p>
        </p:txBody>
      </p:sp>
      <p:sp>
        <p:nvSpPr>
          <p:cNvPr id="1280" name="TextBox 2"/>
          <p:cNvSpPr txBox="1"/>
          <p:nvPr/>
        </p:nvSpPr>
        <p:spPr>
          <a:xfrm>
            <a:off x="1036319" y="1295399"/>
            <a:ext cx="73761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නිදනා කල සොදිනේ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මෙ අප සැම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රකිනා ලෙස පෙමිනේ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මෙදිනා කෙලවර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වෙමිනා යන්නට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පෙරිනා ඔබ හට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තොසිනා අයදිමු</a:t>
            </a:r>
          </a:p>
        </p:txBody>
      </p:sp>
      <p:pic>
        <p:nvPicPr>
          <p:cNvPr id="128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TextBox 1"/>
          <p:cNvSpPr txBox="1"/>
          <p:nvPr/>
        </p:nvSpPr>
        <p:spPr>
          <a:xfrm>
            <a:off x="1036319" y="1295399"/>
            <a:ext cx="73761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සිහිනා සැම නපුරු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රැ ගත ව 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පෙනෙනා දුටු වියරු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දුරිනා දුර හැර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පවිනා නොකිලිටු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වෙමිනා සිටිනට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පෙමිනා දුන මැන</a:t>
            </a:r>
          </a:p>
        </p:txBody>
      </p:sp>
      <p:pic>
        <p:nvPicPr>
          <p:cNvPr id="128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TextBox 1"/>
          <p:cNvSpPr txBox="1"/>
          <p:nvPr/>
        </p:nvSpPr>
        <p:spPr>
          <a:xfrm>
            <a:off x="1036319" y="1295399"/>
            <a:ext cx="73761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සමතා යුතු බෙලෙනා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පියාණෙනි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දිමුතු සුදත මෙනා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සමග නීති රජ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කරනා කිතු තුම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උදෙසා අප හැම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වදනා ඉවසනු</a:t>
            </a:r>
          </a:p>
        </p:txBody>
      </p:sp>
      <p:pic>
        <p:nvPicPr>
          <p:cNvPr id="128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TextBox 1"/>
          <p:cNvSpPr txBox="1"/>
          <p:nvPr/>
        </p:nvSpPr>
        <p:spPr>
          <a:xfrm>
            <a:off x="2743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50</a:t>
            </a:r>
          </a:p>
        </p:txBody>
      </p:sp>
      <p:sp>
        <p:nvSpPr>
          <p:cNvPr id="1290" name="TextBox 2"/>
          <p:cNvSpPr txBox="1"/>
          <p:nvPr/>
        </p:nvSpPr>
        <p:spPr>
          <a:xfrm>
            <a:off x="845819" y="813374"/>
            <a:ext cx="75285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සමින්දේ ඔබ මගේ වේ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ඔබ තුම මා වෙත ඒ 		 නම්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ඉත පව්කම් යටි ආසා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සැප සමගින් හැර		ලන්නෙම්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නිත්තෙන මගේ මුදනා දෙවි වේ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සරණය වේ ඔබ සත් 		  දම්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මෙත් බැති පෙම් පා සිරි පා සේයේ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ඉදිනෙම් දැන් ඔබ ඇත් 		 නම්  </a:t>
            </a:r>
          </a:p>
        </p:txBody>
      </p:sp>
      <p:pic>
        <p:nvPicPr>
          <p:cNvPr id="129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TextBox 2"/>
          <p:cNvSpPr txBox="1"/>
          <p:nvPr/>
        </p:nvSpPr>
        <p:spPr>
          <a:xfrm>
            <a:off x="845819" y="813374"/>
            <a:ext cx="75285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දිවි ලත් දා සිට මා රැක්කේ	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ඔබ මා ය ජේසුනි  		පේමෙන්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කල්වරියේදී නෙක් දුක් වින්දේ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මගේ ගැලවුම්කරු 		  වීමෙන්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විදි අත් පැ ඇලයේ ලේ දා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කටු කිරු</a:t>
            </a:r>
            <a:r>
              <a:rPr>
                <a:latin typeface="FS-Anurada"/>
                <a:ea typeface="FS-Anurada"/>
                <a:cs typeface="FS-Anurada"/>
                <a:sym typeface="FS-Anurada"/>
              </a:rPr>
              <a:t>&lt;e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ත් හිස 	     දැක්මෙන්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කළ හැක්කක් නැතියෙන් සාමි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තුති දෙමි ආදර		  වීමෙන්</a:t>
            </a:r>
          </a:p>
        </p:txBody>
      </p:sp>
      <p:pic>
        <p:nvPicPr>
          <p:cNvPr id="129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TextBox 1"/>
          <p:cNvSpPr txBox="1"/>
          <p:nvPr/>
        </p:nvSpPr>
        <p:spPr>
          <a:xfrm>
            <a:off x="845819" y="813374"/>
            <a:ext cx="75285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මනු ලෝකේ වසනා කාලේ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ඔබ ම ය සම්පත්		     මගේ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රෝග විපත් හා වැනසුම් මැද්දේ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ඔබ දිවි උල්පත 		     මගේ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ඔබ දුන් දේ වන මා ජීවේ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හැර ලත මේ කය 		     මගේ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ආදරෙන් මම් ඔබ අත් පත් වෙමි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නගමින ගී හඩ		     මගේ </a:t>
            </a:r>
          </a:p>
        </p:txBody>
      </p:sp>
      <p:pic>
        <p:nvPicPr>
          <p:cNvPr id="129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TextBox 1"/>
          <p:cNvSpPr txBox="1"/>
          <p:nvPr/>
        </p:nvSpPr>
        <p:spPr>
          <a:xfrm>
            <a:off x="845819" y="813374"/>
            <a:ext cx="80238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ලොව වාසේ ලැබුණෝතින් මම්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සුර දුත මැද්දෙහි පත් 		  වෙමි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සළුයෙන් දිවි කිරුළෙන් යුත් වී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උගණිම් ඒ සබෙ 		   ගැත්කම්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 වෙස ගත් දා දැරූ ඒ රූපේ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සිරි විදිමින් 		  පසුවෙන්නෙම්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කවි නාදෙන් සුර පෙම් ගිතෙන්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ඔබ නිබදින් 		    පසසන්නෙම්</a:t>
            </a:r>
          </a:p>
        </p:txBody>
      </p:sp>
      <p:pic>
        <p:nvPicPr>
          <p:cNvPr id="130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TextBox 1"/>
          <p:cNvSpPr txBox="1"/>
          <p:nvPr/>
        </p:nvSpPr>
        <p:spPr>
          <a:xfrm>
            <a:off x="350519" y="304802"/>
            <a:ext cx="12039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51</a:t>
            </a:r>
          </a:p>
        </p:txBody>
      </p:sp>
      <p:sp>
        <p:nvSpPr>
          <p:cNvPr id="1303" name="TextBox 2"/>
          <p:cNvSpPr txBox="1"/>
          <p:nvPr/>
        </p:nvSpPr>
        <p:spPr>
          <a:xfrm>
            <a:off x="998219" y="927674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 දෙවි නාමෙ වණන්නේ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විමුක්ති දායක දෙවි සිහි වන්නේ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ආත්මය සතොසින් ඉපිලෙන්නේ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යටහත් දාසිය හිමි සලකන්නේ</a:t>
            </a:r>
          </a:p>
        </p:txBody>
      </p:sp>
      <p:sp>
        <p:nvSpPr>
          <p:cNvPr id="1304" name="TextBox 3"/>
          <p:cNvSpPr txBox="1"/>
          <p:nvPr/>
        </p:nvSpPr>
        <p:spPr>
          <a:xfrm>
            <a:off x="998219" y="3657599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පරම්පරා මින් මතු සැබැවින්නේ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සිරි ලත්තියකැ යි පවසන්නේ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සුද්දය නම බල යුත් සමිදුන්නේ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හට ඉමහත් දේ කරදුන්නේ</a:t>
            </a:r>
          </a:p>
        </p:txBody>
      </p:sp>
      <p:pic>
        <p:nvPicPr>
          <p:cNvPr id="130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TextBox 1"/>
          <p:cNvSpPr txBox="1"/>
          <p:nvPr/>
        </p:nvSpPr>
        <p:spPr>
          <a:xfrm>
            <a:off x="998219" y="927674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බයාදු බවකින් දෙවි නමදින්නෝ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සමිදුන් කරුණාවට ලක් වන්නෝ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දරුන්ගෙ දරුවෝ උරුම ලබන්නෝ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සමිදුන් බාහුව බල දක්වන්නේ</a:t>
            </a:r>
          </a:p>
        </p:txBody>
      </p:sp>
      <p:sp>
        <p:nvSpPr>
          <p:cNvPr id="1308" name="TextBox 2"/>
          <p:cNvSpPr txBox="1"/>
          <p:nvPr/>
        </p:nvSpPr>
        <p:spPr>
          <a:xfrm>
            <a:off x="998219" y="3657599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අහංකාරවුන් විසුරා හැරියේ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කුමරුන් සිහසුන් හිස් කර ලුයේ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යටත් සිතැත්තන් උස් තැන තැබුයේ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සාගිනිවුවන් පුරණ කැරුණේ</a:t>
            </a:r>
          </a:p>
        </p:txBody>
      </p:sp>
      <p:pic>
        <p:nvPicPr>
          <p:cNvPr id="130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TextBox 1"/>
          <p:cNvSpPr txBox="1"/>
          <p:nvPr/>
        </p:nvSpPr>
        <p:spPr>
          <a:xfrm>
            <a:off x="998219" y="927674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වස්තුකාරයන් හැර හිස් අතිනේ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පිත්වරුනට දුන් පොරොන්දු ලෙසිනේ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කරුණා හිමි නිත් පෙන්නුම් කරුනේ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දුන් මැන හිමියෙනි ඔබගේ සරණේ</a:t>
            </a:r>
          </a:p>
        </p:txBody>
      </p:sp>
      <p:pic>
        <p:nvPicPr>
          <p:cNvPr id="131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TextBox 1"/>
          <p:cNvSpPr txBox="1"/>
          <p:nvPr/>
        </p:nvSpPr>
        <p:spPr>
          <a:xfrm>
            <a:off x="350519" y="304802"/>
            <a:ext cx="12039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52</a:t>
            </a:r>
          </a:p>
        </p:txBody>
      </p:sp>
      <p:sp>
        <p:nvSpPr>
          <p:cNvPr id="1315" name="TextBox 2"/>
          <p:cNvSpPr txBox="1"/>
          <p:nvPr/>
        </p:nvSpPr>
        <p:spPr>
          <a:xfrm>
            <a:off x="998219" y="1219199"/>
            <a:ext cx="7414262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උතුමෙකි සව් බලැති 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ඉමහත් එ වන් පෙමැති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අපගේ ම දෙවිදු යි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වෙනස් වන මිතුරා යි</a:t>
            </a:r>
          </a:p>
        </p:txBody>
      </p:sp>
      <p:pic>
        <p:nvPicPr>
          <p:cNvPr id="131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TextBox 3"/>
          <p:cNvSpPr txBox="1"/>
          <p:nvPr/>
        </p:nvSpPr>
        <p:spPr>
          <a:xfrm>
            <a:off x="998219" y="1600202"/>
            <a:ext cx="7414262" cy="3322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මුලත් අගත් ජේසුස් ම වෙයි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හිමි ආත්මෙන් මං පෙන්වයි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 ඒකාකාර ම වෙයි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සුව සේ සග ගෙන යයි</a:t>
            </a:r>
          </a:p>
        </p:txBody>
      </p:sp>
      <p:pic>
        <p:nvPicPr>
          <p:cNvPr id="131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TextBox 3"/>
          <p:cNvSpPr txBox="1"/>
          <p:nvPr/>
        </p:nvSpPr>
        <p:spPr>
          <a:xfrm>
            <a:off x="998219" y="1523999"/>
            <a:ext cx="7414262" cy="3322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ඉකුත් සියලු දේ ගැන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පුදමු පසස් නොමින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අනාගතය ගැන ද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අදහමු හිමි සද</a:t>
            </a:r>
          </a:p>
        </p:txBody>
      </p:sp>
      <p:pic>
        <p:nvPicPr>
          <p:cNvPr id="132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TextBox 1"/>
          <p:cNvSpPr txBox="1"/>
          <p:nvPr/>
        </p:nvSpPr>
        <p:spPr>
          <a:xfrm>
            <a:off x="350519" y="304802"/>
            <a:ext cx="12039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53</a:t>
            </a:r>
          </a:p>
        </p:txBody>
      </p:sp>
      <p:sp>
        <p:nvSpPr>
          <p:cNvPr id="1325" name="TextBox 2"/>
          <p:cNvSpPr txBox="1"/>
          <p:nvPr/>
        </p:nvSpPr>
        <p:spPr>
          <a:xfrm>
            <a:off x="998219" y="927674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අති සුද්ද දෙවි රජුට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වා ගරු පසස්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උසස් තැනත් ගැබුරෙහිත්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තැනත් සව් කල්</a:t>
            </a:r>
          </a:p>
        </p:txBody>
      </p:sp>
      <p:sp>
        <p:nvSpPr>
          <p:cNvPr id="1326" name="TextBox 3"/>
          <p:cNvSpPr txBox="1"/>
          <p:nvPr/>
        </p:nvSpPr>
        <p:spPr>
          <a:xfrm>
            <a:off x="998219" y="3657599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නැණ බල මහිමැති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එවී ය සිය පුත්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ගලවන්ට මනු ලොව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පාපයෙන් වෙළිගත්</a:t>
            </a:r>
          </a:p>
        </p:txBody>
      </p:sp>
      <p:pic>
        <p:nvPicPr>
          <p:cNvPr id="132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TextBox 1"/>
          <p:cNvSpPr txBox="1"/>
          <p:nvPr/>
        </p:nvSpPr>
        <p:spPr>
          <a:xfrm>
            <a:off x="998219" y="3657599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අති විසල් පෙමක් ම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මිනිස් කයක් ගෙන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නිසා දුක් දැරි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ජය අත් පත් විය</a:t>
            </a:r>
          </a:p>
        </p:txBody>
      </p:sp>
      <p:sp>
        <p:nvSpPr>
          <p:cNvPr id="1330" name="TextBox 2"/>
          <p:cNvSpPr txBox="1"/>
          <p:nvPr/>
        </p:nvSpPr>
        <p:spPr>
          <a:xfrm>
            <a:off x="998219" y="927674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පුදුම පෙමකි එය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දැරි ය මනු වෙස්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සාතන් බල පැරදී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නිම කෙළේ සටන්</a:t>
            </a:r>
          </a:p>
        </p:txBody>
      </p:sp>
      <p:pic>
        <p:nvPicPr>
          <p:cNvPr id="133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TextBox 1"/>
          <p:cNvSpPr txBox="1"/>
          <p:nvPr/>
        </p:nvSpPr>
        <p:spPr>
          <a:xfrm>
            <a:off x="998219" y="927674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ගෙත්සෙමනේ අදුරෙහිත්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කල්වරි මුදුන්හිත්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සොහොයුරු මිනිස් හට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ඉගැන්වි නසින්ට</a:t>
            </a:r>
          </a:p>
        </p:txBody>
      </p:sp>
      <p:sp>
        <p:nvSpPr>
          <p:cNvPr id="1334" name="TextBox 2"/>
          <p:cNvSpPr txBox="1"/>
          <p:nvPr/>
        </p:nvSpPr>
        <p:spPr>
          <a:xfrm>
            <a:off x="998219" y="3657599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අති සුද්ද දෙවි රජුට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වා ගරු පසස්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උසස් තැනත් ගැ</a:t>
            </a:r>
            <a:r>
              <a:rPr>
                <a:latin typeface="FS-Anurada"/>
                <a:ea typeface="FS-Anurada"/>
                <a:cs typeface="FS-Anurada"/>
                <a:sym typeface="FS-Anurada"/>
              </a:rPr>
              <a:t>UQ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රෙහිත්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තැනත් සව් කල්</a:t>
            </a:r>
          </a:p>
        </p:txBody>
      </p:sp>
      <p:pic>
        <p:nvPicPr>
          <p:cNvPr id="133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TextBox 1"/>
          <p:cNvSpPr txBox="1"/>
          <p:nvPr/>
        </p:nvSpPr>
        <p:spPr>
          <a:xfrm>
            <a:off x="350519" y="304802"/>
            <a:ext cx="12039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54</a:t>
            </a:r>
          </a:p>
        </p:txBody>
      </p:sp>
      <p:sp>
        <p:nvSpPr>
          <p:cNvPr id="1338" name="TextBox 2"/>
          <p:cNvSpPr txBox="1"/>
          <p:nvPr/>
        </p:nvSpPr>
        <p:spPr>
          <a:xfrm>
            <a:off x="998219" y="3657599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වසනට මිනිස් ලොවේ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ආවේ දෙවි දුතයෙක් නො වේ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මිනිස් වෙසකින් වැඩියේ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උතුම් දෙවිදු වේ</a:t>
            </a:r>
          </a:p>
        </p:txBody>
      </p:sp>
      <p:sp>
        <p:nvSpPr>
          <p:cNvPr id="1339" name="TextBox 3"/>
          <p:cNvSpPr txBox="1"/>
          <p:nvPr/>
        </p:nvSpPr>
        <p:spPr>
          <a:xfrm>
            <a:off x="998219" y="927674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ගැ</a:t>
            </a:r>
            <a:r>
              <a:rPr>
                <a:latin typeface="FS-Anurada"/>
                <a:ea typeface="FS-Anurada"/>
                <a:cs typeface="FS-Anurada"/>
                <a:sym typeface="FS-Anurada"/>
              </a:rPr>
              <a:t>UQ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රු උසස් සුවිසල්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ඇද්ද තවත් මෙ වන් පෙමක්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පුත් දෙවි ලෝ සත් නිසා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රැගත්තේ ය මිනිස් කයක්</a:t>
            </a:r>
          </a:p>
        </p:txBody>
      </p:sp>
      <p:pic>
        <p:nvPicPr>
          <p:cNvPr id="134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TextBox 1"/>
          <p:cNvSpPr txBox="1"/>
          <p:nvPr/>
        </p:nvSpPr>
        <p:spPr>
          <a:xfrm>
            <a:off x="998219" y="3657599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වෙනුවෙන් යැදි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විමුත් දහම් පැවසී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බල විදා දැක්වි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සතට සෙත් සැදී ය</a:t>
            </a:r>
          </a:p>
        </p:txBody>
      </p:sp>
      <p:sp>
        <p:nvSpPr>
          <p:cNvPr id="1343" name="TextBox 2"/>
          <p:cNvSpPr txBox="1"/>
          <p:nvPr/>
        </p:nvSpPr>
        <p:spPr>
          <a:xfrm>
            <a:off x="998219" y="927674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බව්තිස්ම වී අප නිසා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සාගිනි දැරි ඉවසා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පරදා සාතන් පරික්සා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ජය ගති දෙවි මිනිසා</a:t>
            </a:r>
          </a:p>
        </p:txBody>
      </p:sp>
      <p:pic>
        <p:nvPicPr>
          <p:cNvPr id="134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TextBox 1"/>
          <p:cNvSpPr txBox="1"/>
          <p:nvPr/>
        </p:nvSpPr>
        <p:spPr>
          <a:xfrm>
            <a:off x="998219" y="3657599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මරු පරදවා බෙලෙන්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වැඩියේ සග සිහසුන්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දිරි ගන්වන මෙන්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එවි ය සුද්දත්මයාණන්</a:t>
            </a:r>
          </a:p>
        </p:txBody>
      </p:sp>
      <p:sp>
        <p:nvSpPr>
          <p:cNvPr id="1347" name="TextBox 2"/>
          <p:cNvSpPr txBox="1"/>
          <p:nvPr/>
        </p:nvSpPr>
        <p:spPr>
          <a:xfrm>
            <a:off x="998219" y="927674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දුදනන් අතට පත් ව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පහර හා නිගා විද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කුරුසි මරණ පත් ව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පිදි හිමි සද</a:t>
            </a:r>
          </a:p>
        </p:txBody>
      </p:sp>
      <p:pic>
        <p:nvPicPr>
          <p:cNvPr id="134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TextBox 2"/>
          <p:cNvSpPr txBox="1"/>
          <p:nvPr/>
        </p:nvSpPr>
        <p:spPr>
          <a:xfrm>
            <a:off x="998219" y="927674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පුත් මගින් විමුත් මං සැදු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නිමක් නැති පෙමින් හුදු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පිත් දෙවි හට වේ මහිම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හා මතු සැම කල් ම</a:t>
            </a:r>
          </a:p>
        </p:txBody>
      </p:sp>
      <p:pic>
        <p:nvPicPr>
          <p:cNvPr id="135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Content Placeholder 2"/>
          <p:cNvSpPr txBox="1"/>
          <p:nvPr>
            <p:ph type="body" idx="1"/>
          </p:nvPr>
        </p:nvSpPr>
        <p:spPr>
          <a:xfrm>
            <a:off x="304800" y="1219200"/>
            <a:ext cx="8382000" cy="487680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අහෝ දෙව් පෙම් සුනිමල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කවර දා මා සිත් තුල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පිරී  පවතී ද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මා හට පෙන්වන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මහත් පෙම තේරුම් ගන්න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ආස වෙයි මා හද  </a:t>
            </a:r>
          </a:p>
        </p:txBody>
      </p:sp>
      <p:sp>
        <p:nvSpPr>
          <p:cNvPr id="1354" name="Rectangle 1"/>
          <p:cNvSpPr txBox="1"/>
          <p:nvPr/>
        </p:nvSpPr>
        <p:spPr>
          <a:xfrm>
            <a:off x="579121" y="414699"/>
            <a:ext cx="58039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55</a:t>
            </a:r>
          </a:p>
        </p:txBody>
      </p:sp>
      <p:pic>
        <p:nvPicPr>
          <p:cNvPr id="135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Content Placeholder 2"/>
          <p:cNvSpPr txBox="1"/>
          <p:nvPr>
            <p:ph type="body" idx="1"/>
          </p:nvPr>
        </p:nvSpPr>
        <p:spPr>
          <a:xfrm>
            <a:off x="620974" y="734705"/>
            <a:ext cx="6781801" cy="50292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මරණේටත් නිරයටත්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වඩා ඔබ පෙම් බලවත්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පුදුමෙකි එය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සෙන් පවා නොදනිත්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එහි උස හා ගැඹුරටත්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රහසක් වේ ම ය </a:t>
            </a:r>
          </a:p>
        </p:txBody>
      </p:sp>
      <p:pic>
        <p:nvPicPr>
          <p:cNvPr id="135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Content Placeholder 2"/>
          <p:cNvSpPr txBox="1"/>
          <p:nvPr>
            <p:ph type="body" idx="1"/>
          </p:nvPr>
        </p:nvSpPr>
        <p:spPr>
          <a:xfrm>
            <a:off x="685800" y="685801"/>
            <a:ext cx="5867400" cy="4343401"/>
          </a:xfrm>
          <a:prstGeom prst="rect">
            <a:avLst/>
          </a:prstGeom>
        </p:spPr>
        <p:txBody>
          <a:bodyPr/>
          <a:lstStyle/>
          <a:p>
            <a:pPr marL="0" indent="0" defTabSz="420623">
              <a:spcBef>
                <a:spcPts val="900"/>
              </a:spcBef>
              <a:buSzTx/>
              <a:buFont typeface="Wingdings 3"/>
              <a:buNone/>
              <a:defRPr sz="331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පෙම දන්නේ හිමි ය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20623">
              <a:spcBef>
                <a:spcPts val="900"/>
              </a:spcBef>
              <a:buSzTx/>
              <a:buFont typeface="Wingdings 3"/>
              <a:buNone/>
              <a:defRPr sz="331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පෙමින් මා තද සිත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20623">
              <a:spcBef>
                <a:spcPts val="900"/>
              </a:spcBef>
              <a:buSzTx/>
              <a:buFont typeface="Wingdings 3"/>
              <a:buNone/>
              <a:defRPr sz="331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මොළොක් කළ මැන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20623">
              <a:spcBef>
                <a:spcPts val="900"/>
              </a:spcBef>
              <a:buSzTx/>
              <a:buFont typeface="Wingdings 3"/>
              <a:buNone/>
              <a:defRPr sz="331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ඊටත් මම අසා වෙමින්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20623">
              <a:spcBef>
                <a:spcPts val="900"/>
              </a:spcBef>
              <a:buSzTx/>
              <a:buFont typeface="Wingdings 3"/>
              <a:buNone/>
              <a:defRPr sz="331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පසුවෙමි සුසුම් ලමින්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20623">
              <a:spcBef>
                <a:spcPts val="900"/>
              </a:spcBef>
              <a:buSzTx/>
              <a:buFont typeface="Wingdings 3"/>
              <a:buNone/>
              <a:defRPr sz="331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පෙම් දුන මැන  </a:t>
            </a:r>
          </a:p>
        </p:txBody>
      </p:sp>
      <p:pic>
        <p:nvPicPr>
          <p:cNvPr id="136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Content Placeholder 2"/>
          <p:cNvSpPr txBox="1"/>
          <p:nvPr>
            <p:ph type="body" idx="1"/>
          </p:nvPr>
        </p:nvSpPr>
        <p:spPr>
          <a:xfrm>
            <a:off x="457200" y="685801"/>
            <a:ext cx="8229600" cy="5668965"/>
          </a:xfrm>
          <a:prstGeom prst="rect">
            <a:avLst/>
          </a:prstGeom>
        </p:spPr>
        <p:txBody>
          <a:bodyPr/>
          <a:lstStyle/>
          <a:p>
            <a:pPr marL="0" indent="0" defTabSz="374904">
              <a:spcBef>
                <a:spcPts val="800"/>
              </a:spcBef>
              <a:buSzTx/>
              <a:buFont typeface="Wingdings 3"/>
              <a:buNone/>
              <a:defRPr sz="295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අහෝ ඉන්ට සැම කල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74904">
              <a:spcBef>
                <a:spcPts val="800"/>
              </a:spcBef>
              <a:buSzTx/>
              <a:buFont typeface="Wingdings 3"/>
              <a:buNone/>
              <a:defRPr sz="295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පතම් වා හිමි පා මුල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74904">
              <a:spcBef>
                <a:spcPts val="800"/>
              </a:spcBef>
              <a:buSzTx/>
              <a:buFont typeface="Wingdings 3"/>
              <a:buNone/>
              <a:defRPr sz="295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මරියා මෙන් තුට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74904">
              <a:spcBef>
                <a:spcPts val="800"/>
              </a:spcBef>
              <a:buSzTx/>
              <a:buFont typeface="Wingdings 3"/>
              <a:buNone/>
              <a:defRPr sz="295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හඩ අසන්නට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74904">
              <a:spcBef>
                <a:spcPts val="800"/>
              </a:spcBef>
              <a:buSzTx/>
              <a:buFont typeface="Wingdings 3"/>
              <a:buNone/>
              <a:defRPr sz="295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ඇත් නම් වෙන දේ කුමට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74904">
              <a:spcBef>
                <a:spcPts val="800"/>
              </a:spcBef>
              <a:buSzTx/>
              <a:buFont typeface="Wingdings 3"/>
              <a:buNone/>
              <a:defRPr sz="295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ලෝ වෙයි ඒ මට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74904">
              <a:spcBef>
                <a:spcPts val="800"/>
              </a:spcBef>
              <a:buSzTx/>
              <a:buFont typeface="Wingdings 3"/>
              <a:buNone/>
              <a:defRPr sz="2952"/>
            </a:pPr>
          </a:p>
          <a:p>
            <a:pPr marL="0" indent="0" defTabSz="374904">
              <a:spcBef>
                <a:spcPts val="800"/>
              </a:spcBef>
              <a:buSzTx/>
              <a:buFont typeface="Wingdings 3"/>
              <a:buNone/>
              <a:defRPr sz="2952"/>
            </a:pPr>
          </a:p>
          <a:p>
            <a:pPr marL="0" indent="0" defTabSz="374904">
              <a:spcBef>
                <a:spcPts val="800"/>
              </a:spcBef>
              <a:buSzTx/>
              <a:buFont typeface="Wingdings 3"/>
              <a:buNone/>
              <a:defRPr sz="295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			චාල්ස් වෙස්ලි </a:t>
            </a:r>
          </a:p>
        </p:txBody>
      </p:sp>
      <p:pic>
        <p:nvPicPr>
          <p:cNvPr id="136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TextBox 3"/>
          <p:cNvSpPr txBox="1"/>
          <p:nvPr/>
        </p:nvSpPr>
        <p:spPr>
          <a:xfrm>
            <a:off x="502919" y="380999"/>
            <a:ext cx="97536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56</a:t>
            </a:r>
          </a:p>
        </p:txBody>
      </p:sp>
      <p:sp>
        <p:nvSpPr>
          <p:cNvPr id="1367" name="TextBox 4"/>
          <p:cNvSpPr txBox="1"/>
          <p:nvPr/>
        </p:nvSpPr>
        <p:spPr>
          <a:xfrm>
            <a:off x="731519" y="1295402"/>
            <a:ext cx="7757162" cy="5272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නගව් හිමිට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බලැත් මැවුම්කරු ය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දෙව් මා ආත්මය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නුඹ මිදීම ය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සොහොයුරන්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සොහොයුරියන් එක් වව්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තුති පැසසුම් දී වදිව් </a:t>
            </a:r>
          </a:p>
        </p:txBody>
      </p:sp>
      <p:pic>
        <p:nvPicPr>
          <p:cNvPr id="1368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TextBox 1"/>
          <p:cNvSpPr txBox="1"/>
          <p:nvPr/>
        </p:nvSpPr>
        <p:spPr>
          <a:xfrm>
            <a:off x="1036319" y="1219202"/>
            <a:ext cx="6690362" cy="5272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නගව් හිමිට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අප  සුරකි ය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කුළුණෙන් හා ගුණෙන්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සෙත් සිරි සලසන්නේ ය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සිහි කරන්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යැදුම් සියල්ල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පෙමින් සපුරා දුන් රග</a:t>
            </a:r>
          </a:p>
        </p:txBody>
      </p:sp>
      <p:pic>
        <p:nvPicPr>
          <p:cNvPr id="137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TextBox 1"/>
          <p:cNvSpPr txBox="1"/>
          <p:nvPr/>
        </p:nvSpPr>
        <p:spPr>
          <a:xfrm>
            <a:off x="960119" y="914402"/>
            <a:ext cx="6385562" cy="5272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නගව් හිමිට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පැණසර මහිමැති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රුදුරු මාරුත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සන්සිදුවන බලැති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 අතින්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මුහුදු නිසල් කොට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සාමය දෙන තෙදැති</a:t>
            </a:r>
          </a:p>
        </p:txBody>
      </p:sp>
      <p:pic>
        <p:nvPicPr>
          <p:cNvPr id="137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TextBox 2"/>
          <p:cNvSpPr txBox="1"/>
          <p:nvPr/>
        </p:nvSpPr>
        <p:spPr>
          <a:xfrm>
            <a:off x="883919" y="914402"/>
            <a:ext cx="7147562" cy="5272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නගව් හිමිට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 මහිමෙන් උදුළ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හා ගනදුර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 වැඩි වන කල 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එළිය දෙයි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රැයේ බිය පලවා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කුළුණෙන් සුදන රකියි </a:t>
            </a:r>
          </a:p>
        </p:txBody>
      </p:sp>
      <p:pic>
        <p:nvPicPr>
          <p:cNvPr id="137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TextBox 1"/>
          <p:cNvSpPr txBox="1"/>
          <p:nvPr/>
        </p:nvSpPr>
        <p:spPr>
          <a:xfrm>
            <a:off x="960120" y="533399"/>
            <a:ext cx="6583679" cy="593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නගව් හිමිට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ආත්මයත් මා සියල්ලත්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නගව් එක් රැස් ව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ලද සත් සියල්ලත්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ආමෙන් ආමෙන් 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යන ගී හඩ නිතින්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නැගේ වා හිමිට උතුම් </a:t>
            </a:r>
          </a:p>
        </p:txBody>
      </p:sp>
      <p:pic>
        <p:nvPicPr>
          <p:cNvPr id="138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TextBox 1"/>
          <p:cNvSpPr txBox="1"/>
          <p:nvPr/>
        </p:nvSpPr>
        <p:spPr>
          <a:xfrm>
            <a:off x="350519" y="304802"/>
            <a:ext cx="12039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57</a:t>
            </a:r>
          </a:p>
        </p:txBody>
      </p:sp>
      <p:sp>
        <p:nvSpPr>
          <p:cNvPr id="1383" name="TextBox 2"/>
          <p:cNvSpPr txBox="1"/>
          <p:nvPr/>
        </p:nvSpPr>
        <p:spPr>
          <a:xfrm>
            <a:off x="998219" y="3657599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පව්කරුට මිහිරි නම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යන නම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බිය දුර ලයි ඒ නම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විමුත් හිමි නම</a:t>
            </a:r>
          </a:p>
        </p:txBody>
      </p:sp>
      <p:sp>
        <p:nvSpPr>
          <p:cNvPr id="1384" name="TextBox 3"/>
          <p:cNvSpPr txBox="1"/>
          <p:nvPr/>
        </p:nvSpPr>
        <p:spPr>
          <a:xfrm>
            <a:off x="998219" y="927674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මිහි සුපවර නම්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යන නම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දුතු මිනිස් වදිති නම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යකු බිය එ නම</a:t>
            </a:r>
          </a:p>
        </p:txBody>
      </p:sp>
      <p:pic>
        <p:nvPicPr>
          <p:cNvPr id="138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TextBox 1"/>
          <p:cNvSpPr txBox="1"/>
          <p:nvPr/>
        </p:nvSpPr>
        <p:spPr>
          <a:xfrm>
            <a:off x="998219" y="3657599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රස බලන්න ජේසු පෙම්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සතුන් නොහිමි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හිමි කැදවයි පෙමින්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පව්කරුන් නිතින්</a:t>
            </a:r>
          </a:p>
        </p:txBody>
      </p:sp>
      <p:sp>
        <p:nvSpPr>
          <p:cNvPr id="1388" name="TextBox 2"/>
          <p:cNvSpPr txBox="1"/>
          <p:nvPr/>
        </p:nvSpPr>
        <p:spPr>
          <a:xfrm>
            <a:off x="998219" y="927674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පව්කරුන් මුදයි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සාතන් බල බිදියි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දුබලවුන්ගෙ සවිය වෙයි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මළවුන් පණ ගන්වයි</a:t>
            </a:r>
          </a:p>
        </p:txBody>
      </p:sp>
      <p:pic>
        <p:nvPicPr>
          <p:cNvPr id="138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TextBox 1"/>
          <p:cNvSpPr txBox="1"/>
          <p:nvPr/>
        </p:nvSpPr>
        <p:spPr>
          <a:xfrm>
            <a:off x="998219" y="3657599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ගුණ කද පෙන්වමින්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යන දින මෙලොවින්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නසින්ට ඇත් නම් අගෙයි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වාසනාවන්ත යි</a:t>
            </a:r>
          </a:p>
        </p:txBody>
      </p:sp>
      <p:sp>
        <p:nvSpPr>
          <p:cNvPr id="1392" name="TextBox 2"/>
          <p:cNvSpPr txBox="1"/>
          <p:nvPr/>
        </p:nvSpPr>
        <p:spPr>
          <a:xfrm>
            <a:off x="998219" y="927674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තුම දමිටුකම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පසිදු කර මම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 පිට වසන තුරු 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ගයමි එම නම</a:t>
            </a:r>
          </a:p>
        </p:txBody>
      </p:sp>
      <p:pic>
        <p:nvPicPr>
          <p:cNvPr id="139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TextBox 1"/>
          <p:cNvSpPr txBox="1"/>
          <p:nvPr/>
        </p:nvSpPr>
        <p:spPr>
          <a:xfrm>
            <a:off x="350519" y="304802"/>
            <a:ext cx="12039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58</a:t>
            </a:r>
          </a:p>
        </p:txBody>
      </p:sp>
      <p:sp>
        <p:nvSpPr>
          <p:cNvPr id="1396" name="TextBox 3"/>
          <p:cNvSpPr txBox="1"/>
          <p:nvPr/>
        </p:nvSpPr>
        <p:spPr>
          <a:xfrm>
            <a:off x="998219" y="927674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හැම තරුවක් ගී නද පතුරව්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මැවිල්ලෙ හැම ජීවයක් බැගින්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වව් පසසව්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සග රජු නමදිව්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නම කුමක් වුවත්</a:t>
            </a:r>
          </a:p>
        </p:txBody>
      </p:sp>
      <p:sp>
        <p:nvSpPr>
          <p:cNvPr id="1397" name="TextBox 2"/>
          <p:cNvSpPr txBox="1"/>
          <p:nvPr/>
        </p:nvSpPr>
        <p:spPr>
          <a:xfrm>
            <a:off x="3627119" y="4185791"/>
            <a:ext cx="52425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උසස් තැනේ දෙවි සුද්ද යි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මිනිස් හඩින් ඒ පවසව්</a:t>
            </a:r>
          </a:p>
        </p:txBody>
      </p:sp>
      <p:pic>
        <p:nvPicPr>
          <p:cNvPr id="139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TextBox 1"/>
          <p:cNvSpPr txBox="1"/>
          <p:nvPr/>
        </p:nvSpPr>
        <p:spPr>
          <a:xfrm>
            <a:off x="998219" y="927674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ව්ශ්වයේ කතු දෙවි රජ තුමගේ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තොටිල්ල වය මිහි තල අපගේ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මිනිස් සිරුර සුද්දය දෙවි වාසෙට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මිනිස් උපත අගයයි</a:t>
            </a:r>
          </a:p>
        </p:txBody>
      </p:sp>
      <p:sp>
        <p:nvSpPr>
          <p:cNvPr id="1401" name="TextBox 2"/>
          <p:cNvSpPr txBox="1"/>
          <p:nvPr/>
        </p:nvSpPr>
        <p:spPr>
          <a:xfrm>
            <a:off x="3627119" y="4185791"/>
            <a:ext cx="52425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උසස් තැනේ දෙවි සුද්ද යි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මිනිස් හඩින් ඒ පවසව්</a:t>
            </a:r>
          </a:p>
        </p:txBody>
      </p:sp>
      <p:pic>
        <p:nvPicPr>
          <p:cNvPr id="140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TextBox 1"/>
          <p:cNvSpPr txBox="1"/>
          <p:nvPr/>
        </p:nvSpPr>
        <p:spPr>
          <a:xfrm>
            <a:off x="998219" y="927674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විශ්වයෙ දිලිසෙන කිසි තරුවක්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සකසා දුන්නේ ද තොටිලි මෙ 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නත්තල් දිනයෙක සග රජු නැලවෙන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කුමරකු බිලිදු වෙසින්</a:t>
            </a:r>
          </a:p>
        </p:txBody>
      </p:sp>
      <p:sp>
        <p:nvSpPr>
          <p:cNvPr id="1405" name="TextBox 2"/>
          <p:cNvSpPr txBox="1"/>
          <p:nvPr/>
        </p:nvSpPr>
        <p:spPr>
          <a:xfrm>
            <a:off x="3627119" y="4185791"/>
            <a:ext cx="52425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උසස් තැනේ දෙවි සුද්ද යි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මිනිස් හඩින් ඒ පවසව්</a:t>
            </a:r>
          </a:p>
        </p:txBody>
      </p:sp>
      <p:pic>
        <p:nvPicPr>
          <p:cNvPr id="140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TextBox 1"/>
          <p:cNvSpPr txBox="1"/>
          <p:nvPr/>
        </p:nvSpPr>
        <p:spPr>
          <a:xfrm>
            <a:off x="998219" y="927674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 මෙ වැනි ඇති වී ද තවත්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විශ්වයේ තරුවක් කල්වරියක්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රජු පිදෙනා විශ්වය දිනෙනා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ආත්ම පුජාවක්</a:t>
            </a:r>
          </a:p>
        </p:txBody>
      </p:sp>
      <p:sp>
        <p:nvSpPr>
          <p:cNvPr id="1409" name="TextBox 2"/>
          <p:cNvSpPr txBox="1"/>
          <p:nvPr/>
        </p:nvSpPr>
        <p:spPr>
          <a:xfrm>
            <a:off x="3627119" y="4185791"/>
            <a:ext cx="52425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උසස් තැනේ දෙවි සුද්ද යි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මිනිස් හඩින් ඒ පවසව්</a:t>
            </a:r>
          </a:p>
        </p:txBody>
      </p:sp>
      <p:pic>
        <p:nvPicPr>
          <p:cNvPr id="141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TextBox 1"/>
          <p:cNvSpPr txBox="1"/>
          <p:nvPr/>
        </p:nvSpPr>
        <p:spPr>
          <a:xfrm>
            <a:off x="998219" y="927674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පැළදි ද අන් විදියක සිරුරක්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එහි වැඩි කල අප පැණ වෙයි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නමදිමු බැතියෙන් මරියාවන් පුත්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අප දෙටු සොයුරු යි</a:t>
            </a:r>
          </a:p>
        </p:txBody>
      </p:sp>
      <p:sp>
        <p:nvSpPr>
          <p:cNvPr id="1413" name="TextBox 2"/>
          <p:cNvSpPr txBox="1"/>
          <p:nvPr/>
        </p:nvSpPr>
        <p:spPr>
          <a:xfrm>
            <a:off x="3627119" y="4185791"/>
            <a:ext cx="52425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උසස් තැනේ දෙවි සුද්ද යි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මිනිස් හඩින් ඒ පවසව්</a:t>
            </a:r>
          </a:p>
        </p:txBody>
      </p:sp>
      <p:pic>
        <p:nvPicPr>
          <p:cNvPr id="141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TextBox 1"/>
          <p:cNvSpPr txBox="1"/>
          <p:nvPr/>
        </p:nvSpPr>
        <p:spPr>
          <a:xfrm>
            <a:off x="350519" y="304802"/>
            <a:ext cx="12039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59</a:t>
            </a:r>
          </a:p>
        </p:txBody>
      </p:sp>
      <p:sp>
        <p:nvSpPr>
          <p:cNvPr id="1417" name="TextBox 2"/>
          <p:cNvSpPr txBox="1"/>
          <p:nvPr/>
        </p:nvSpPr>
        <p:spPr>
          <a:xfrm>
            <a:off x="998219" y="927674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FS-Anurada"/>
                <a:ea typeface="FS-Anurada"/>
                <a:cs typeface="FS-Anurada"/>
                <a:sym typeface="FS-Anurada"/>
              </a:defRPr>
            </a:pPr>
            <a:r>
              <a:t>´</a:t>
            </a:r>
            <a:r>
              <a:t>හෝ බලනුව රස මෙ නමේ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හිමි මිණි රුවනෙකි මේ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සවනට තුරු ගොස මී පැණි මේ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 මුවට මිහිරෙන් මිහිරෙකි මේ</a:t>
            </a:r>
          </a:p>
        </p:txBody>
      </p:sp>
      <p:sp>
        <p:nvSpPr>
          <p:cNvPr id="1418" name="TextBox 3"/>
          <p:cNvSpPr txBox="1"/>
          <p:nvPr/>
        </p:nvSpPr>
        <p:spPr>
          <a:xfrm>
            <a:off x="3627119" y="4185791"/>
            <a:ext cx="52425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FS-Anurada"/>
                <a:ea typeface="FS-Anurada"/>
                <a:cs typeface="FS-Anurada"/>
                <a:sym typeface="FS-Anurada"/>
              </a:defRPr>
            </a:pPr>
            <a:r>
              <a:t>´</a:t>
            </a:r>
            <a:r>
              <a:t>හෝ බලනුව රස මෙ නමේ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හිමි මිණි රුවනෙකි මේ</a:t>
            </a:r>
          </a:p>
        </p:txBody>
      </p:sp>
      <p:pic>
        <p:nvPicPr>
          <p:cNvPr id="141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TextBox 1"/>
          <p:cNvSpPr txBox="1"/>
          <p:nvPr/>
        </p:nvSpPr>
        <p:spPr>
          <a:xfrm>
            <a:off x="998219" y="927674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මෙය දුර ලුවා බිය මෙ මගේ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හද තුල හෙලුවා තෙද එ සගේ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හැම දුර කර දැමුව මගේ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නැත මට සැපතක් මෙ නම වගේ </a:t>
            </a:r>
          </a:p>
        </p:txBody>
      </p:sp>
      <p:sp>
        <p:nvSpPr>
          <p:cNvPr id="1422" name="TextBox 2"/>
          <p:cNvSpPr txBox="1"/>
          <p:nvPr/>
        </p:nvSpPr>
        <p:spPr>
          <a:xfrm>
            <a:off x="3627119" y="4185791"/>
            <a:ext cx="52425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FS-Anurada"/>
                <a:ea typeface="FS-Anurada"/>
                <a:cs typeface="FS-Anurada"/>
                <a:sym typeface="FS-Anurada"/>
              </a:defRPr>
            </a:pPr>
            <a:r>
              <a:t>´</a:t>
            </a:r>
            <a:r>
              <a:t>හෝ බලනුව රස මෙ නමේ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හිමි මිණි රුවනෙකි මේ</a:t>
            </a:r>
          </a:p>
        </p:txBody>
      </p:sp>
      <p:pic>
        <p:nvPicPr>
          <p:cNvPr id="142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TextBox 1"/>
          <p:cNvSpPr txBox="1"/>
          <p:nvPr/>
        </p:nvSpPr>
        <p:spPr>
          <a:xfrm>
            <a:off x="998219" y="927674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ගොරවා යකු මා ගිලින මෙනේ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එනවා දුටු කල බෝ රොසිනේ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සැමරිමි බල යුතු මේ නමේ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යකු පැන ගියෙ විදුලිය ලෙසිනේ</a:t>
            </a:r>
          </a:p>
        </p:txBody>
      </p:sp>
      <p:sp>
        <p:nvSpPr>
          <p:cNvPr id="1426" name="TextBox 2"/>
          <p:cNvSpPr txBox="1"/>
          <p:nvPr/>
        </p:nvSpPr>
        <p:spPr>
          <a:xfrm>
            <a:off x="3627119" y="4185791"/>
            <a:ext cx="52425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FS-Anurada"/>
                <a:ea typeface="FS-Anurada"/>
                <a:cs typeface="FS-Anurada"/>
                <a:sym typeface="FS-Anurada"/>
              </a:defRPr>
            </a:pPr>
            <a:r>
              <a:t>´</a:t>
            </a:r>
            <a:r>
              <a:t>හෝ බලනුව රස මෙ නමේ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හිමි මිණි රුවනෙකි මේ</a:t>
            </a:r>
          </a:p>
        </p:txBody>
      </p:sp>
      <p:pic>
        <p:nvPicPr>
          <p:cNvPr id="142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TextBox 1"/>
          <p:cNvSpPr txBox="1"/>
          <p:nvPr/>
        </p:nvSpPr>
        <p:spPr>
          <a:xfrm>
            <a:off x="998219" y="927674"/>
            <a:ext cx="7414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ලොව හැර යන කළ මෙ මම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ලොව දොර යතුරෙකි මෙනම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 බල මහිමැති අනගි නම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ඇති තුම අදහම් වඩා පෙම</a:t>
            </a:r>
          </a:p>
        </p:txBody>
      </p:sp>
      <p:sp>
        <p:nvSpPr>
          <p:cNvPr id="1430" name="TextBox 2"/>
          <p:cNvSpPr txBox="1"/>
          <p:nvPr/>
        </p:nvSpPr>
        <p:spPr>
          <a:xfrm>
            <a:off x="3627119" y="4185791"/>
            <a:ext cx="52425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FS-Anurada"/>
                <a:ea typeface="FS-Anurada"/>
                <a:cs typeface="FS-Anurada"/>
                <a:sym typeface="FS-Anurada"/>
              </a:defRPr>
            </a:pPr>
            <a:r>
              <a:t>´</a:t>
            </a:r>
            <a:r>
              <a:t>හෝ බලනුව රස මෙ නමේ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හිමි මිණි රුවනෙකි මේ</a:t>
            </a:r>
          </a:p>
        </p:txBody>
      </p:sp>
      <p:pic>
        <p:nvPicPr>
          <p:cNvPr id="143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TextBox 1"/>
          <p:cNvSpPr txBox="1"/>
          <p:nvPr/>
        </p:nvSpPr>
        <p:spPr>
          <a:xfrm>
            <a:off x="350519" y="304802"/>
            <a:ext cx="12039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60</a:t>
            </a:r>
          </a:p>
        </p:txBody>
      </p:sp>
      <p:sp>
        <p:nvSpPr>
          <p:cNvPr id="1434" name="TextBox 2"/>
          <p:cNvSpPr txBox="1"/>
          <p:nvPr/>
        </p:nvSpPr>
        <p:spPr>
          <a:xfrm>
            <a:off x="998219" y="3429000"/>
            <a:ext cx="7414262" cy="1671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 හැරලා සගයේ සැම වස්තු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විත් මෙම ලෝ මිදු ක්‍රිස්තුස් ජේසු</a:t>
            </a:r>
          </a:p>
        </p:txBody>
      </p:sp>
      <p:sp>
        <p:nvSpPr>
          <p:cNvPr id="1435" name="TextBox 3"/>
          <p:cNvSpPr txBox="1"/>
          <p:nvPr/>
        </p:nvSpPr>
        <p:spPr>
          <a:xfrm>
            <a:off x="1645919" y="1496317"/>
            <a:ext cx="5833112" cy="1233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ජේසුස්ට දෙවි තුති ගී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සව් සතුනේ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ජේසුස්ට දෙවි තුති ගී </a:t>
            </a:r>
            <a:r>
              <a:t>-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</a:t>
            </a:r>
          </a:p>
        </p:txBody>
      </p:sp>
      <p:pic>
        <p:nvPicPr>
          <p:cNvPr id="143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TextBox 1"/>
          <p:cNvSpPr txBox="1"/>
          <p:nvPr/>
        </p:nvSpPr>
        <p:spPr>
          <a:xfrm>
            <a:off x="998219" y="3429000"/>
            <a:ext cx="7871462" cy="1671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නෙක් සොදකම් කරමින් ම ඉගැන්වී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ලොව පාරත් සත් හට පෙන්වී</a:t>
            </a:r>
          </a:p>
        </p:txBody>
      </p:sp>
      <p:sp>
        <p:nvSpPr>
          <p:cNvPr id="1439" name="TextBox 2"/>
          <p:cNvSpPr txBox="1"/>
          <p:nvPr/>
        </p:nvSpPr>
        <p:spPr>
          <a:xfrm>
            <a:off x="1645919" y="1496317"/>
            <a:ext cx="5833112" cy="1233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ජේසුස්ට දෙවි තුති ගී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සව් සතුනේ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ජේසුස්ට දෙවි තුති ගී </a:t>
            </a:r>
            <a:r>
              <a:t>-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</a:t>
            </a:r>
          </a:p>
        </p:txBody>
      </p:sp>
      <p:pic>
        <p:nvPicPr>
          <p:cNvPr id="144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TextBox 1"/>
          <p:cNvSpPr txBox="1"/>
          <p:nvPr/>
        </p:nvSpPr>
        <p:spPr>
          <a:xfrm>
            <a:off x="998219" y="3429000"/>
            <a:ext cx="7414262" cy="1671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පුදමින් අප පාපය සින්දා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තුන් වැනි දා මරුගේ බල බින්දා</a:t>
            </a:r>
          </a:p>
        </p:txBody>
      </p:sp>
      <p:sp>
        <p:nvSpPr>
          <p:cNvPr id="1443" name="TextBox 2"/>
          <p:cNvSpPr txBox="1"/>
          <p:nvPr/>
        </p:nvSpPr>
        <p:spPr>
          <a:xfrm>
            <a:off x="1645919" y="1496317"/>
            <a:ext cx="5833112" cy="1233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ජේසුස්ට දෙවි තුති ගී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සව් සතුනේ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ජේසුස්ට දෙවි තුති ගී </a:t>
            </a:r>
            <a:r>
              <a:t>-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</a:t>
            </a:r>
          </a:p>
        </p:txBody>
      </p:sp>
      <p:pic>
        <p:nvPicPr>
          <p:cNvPr id="144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TextBox 1"/>
          <p:cNvSpPr txBox="1"/>
          <p:nvPr/>
        </p:nvSpPr>
        <p:spPr>
          <a:xfrm>
            <a:off x="998219" y="3429000"/>
            <a:ext cx="7414262" cy="1671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තේජ අලංකාරයෙන් සැරසිලා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විනිසේට වඩියි බල පාලා</a:t>
            </a:r>
          </a:p>
        </p:txBody>
      </p:sp>
      <p:sp>
        <p:nvSpPr>
          <p:cNvPr id="1447" name="TextBox 2"/>
          <p:cNvSpPr txBox="1"/>
          <p:nvPr/>
        </p:nvSpPr>
        <p:spPr>
          <a:xfrm>
            <a:off x="1645919" y="1496317"/>
            <a:ext cx="5833112" cy="1233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ජේසුස්ට දෙවි තුති ගී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සව් සතුනේ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ජේසුස්ට දෙවි තුති ගී </a:t>
            </a:r>
            <a:r>
              <a:t>-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</a:t>
            </a:r>
          </a:p>
        </p:txBody>
      </p:sp>
      <p:pic>
        <p:nvPicPr>
          <p:cNvPr id="144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TextBox 3"/>
          <p:cNvSpPr txBox="1"/>
          <p:nvPr/>
        </p:nvSpPr>
        <p:spPr>
          <a:xfrm>
            <a:off x="274319" y="304802"/>
            <a:ext cx="15849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61</a:t>
            </a:r>
          </a:p>
        </p:txBody>
      </p:sp>
      <p:sp>
        <p:nvSpPr>
          <p:cNvPr id="1451" name="TextBox 4"/>
          <p:cNvSpPr txBox="1"/>
          <p:nvPr/>
        </p:nvSpPr>
        <p:spPr>
          <a:xfrm>
            <a:off x="203400" y="1228397"/>
            <a:ext cx="8823962" cy="4522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ගුණැති පුණ්‍ය සුවද සෞම්‍ය සුපිපි සොබන මල තෙදා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ළකල දිව්‍ය පුර එ සුවද පැතුරු නීති සොදා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ලොව පහල වී ය අරුම දේකි බලනු නොලසිනා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ගොකටු අතර බැබළෙන අයුර වනම් කෙලෙසිනා </a:t>
            </a:r>
          </a:p>
        </p:txBody>
      </p:sp>
      <p:pic>
        <p:nvPicPr>
          <p:cNvPr id="1452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TextBox 1"/>
          <p:cNvSpPr txBox="1"/>
          <p:nvPr/>
        </p:nvSpPr>
        <p:spPr>
          <a:xfrm>
            <a:off x="45719" y="990602"/>
            <a:ext cx="9052562" cy="4522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අනෙක වර්ග පිපි අනර්ග මල් මේ දියත ඇත යසා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සතට ස්වර්ග එක ම මාර්ග සෑදු අනගි මල තොසා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දුගද රුදුරු නපුරු සිතෙන සුවද විහිදවන තිරා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සොබන මෙමල ලැබූ එ සතට ලැබෙය සැපත සග පුරා </a:t>
            </a:r>
          </a:p>
        </p:txBody>
      </p:sp>
      <p:pic>
        <p:nvPicPr>
          <p:cNvPr id="145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TextBox 1"/>
          <p:cNvSpPr txBox="1"/>
          <p:nvPr/>
        </p:nvSpPr>
        <p:spPr>
          <a:xfrm>
            <a:off x="45719" y="1219201"/>
            <a:ext cx="90525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 රාජ සිබින නෑර මෙමල රැගෙන නොලසිනා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පුදුම තේජ පෙමැති සාර දෙවිදු හට බැතින පිනා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දුගද සැම නසන තේජවන්ත මලකි නිතියෙනා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සමගිතාව දෙවිදු සමග පව්කරුන්ට හිමි වනා </a:t>
            </a:r>
          </a:p>
        </p:txBody>
      </p:sp>
      <p:pic>
        <p:nvPicPr>
          <p:cNvPr id="145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TextBox 1"/>
          <p:cNvSpPr txBox="1"/>
          <p:nvPr/>
        </p:nvSpPr>
        <p:spPr>
          <a:xfrm>
            <a:off x="45719" y="1295401"/>
            <a:ext cx="9052562" cy="3773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පවර ජේසු අනගි නාමෙ මිහිරි සුවද පැතිරෙනා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පවිටු රෝග සතගෙ සැම සුව කෙරේ ය සුවදිනා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මැරුණු සතට ජීවනය ද බලය දුබලවුන් හටා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සිතට කයට සෙත ලැබේ ය සගය උරුම වෙයි තුටා </a:t>
            </a:r>
          </a:p>
        </p:txBody>
      </p:sp>
      <p:pic>
        <p:nvPicPr>
          <p:cNvPr id="146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TextBox 1"/>
          <p:cNvSpPr txBox="1"/>
          <p:nvPr/>
        </p:nvSpPr>
        <p:spPr>
          <a:xfrm>
            <a:off x="502919" y="249376"/>
            <a:ext cx="975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62</a:t>
            </a:r>
          </a:p>
        </p:txBody>
      </p:sp>
      <p:sp>
        <p:nvSpPr>
          <p:cNvPr id="1464" name="TextBox 2"/>
          <p:cNvSpPr txBox="1"/>
          <p:nvPr/>
        </p:nvSpPr>
        <p:spPr>
          <a:xfrm>
            <a:off x="1036319" y="1066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පින්වත් රජිදු ජේසු වදිමු සතොසිනා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දුන් කුරුසියේ ලො සත් මුදන මෙනා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සවි සැප අත් හැරා සගයෙ මෙ දිය තුළා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වැඩියේ සතටා නීති පෙමින සුවිපුලා</a:t>
            </a:r>
          </a:p>
        </p:txBody>
      </p:sp>
      <p:sp>
        <p:nvSpPr>
          <p:cNvPr id="1465" name="TextBox 3"/>
          <p:cNvSpPr txBox="1"/>
          <p:nvPr/>
        </p:nvSpPr>
        <p:spPr>
          <a:xfrm>
            <a:off x="3855719" y="3962401"/>
            <a:ext cx="48615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මියුරු නදින සැම දෙනා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වී තුටින නොලසිනා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තුති හිමිට සතොසිනා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දෙමු නොමින් බැතියෙනා</a:t>
            </a:r>
          </a:p>
        </p:txBody>
      </p:sp>
      <p:pic>
        <p:nvPicPr>
          <p:cNvPr id="146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TextBox 1"/>
          <p:cNvSpPr txBox="1"/>
          <p:nvPr/>
        </p:nvSpPr>
        <p:spPr>
          <a:xfrm>
            <a:off x="1036319" y="1066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අන්ද බිහිරි ගොළු කොරුන් ද දුගිවනා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කුෂ්ට රෝගි අංස බාග නෙක දනා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යක්සාවේස උමතුවෝ ද රුදු වනා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එතුමන් වදනින් සුව ලැබුවො සැනෙකිනා</a:t>
            </a:r>
          </a:p>
        </p:txBody>
      </p:sp>
      <p:sp>
        <p:nvSpPr>
          <p:cNvPr id="1469" name="TextBox 2"/>
          <p:cNvSpPr txBox="1"/>
          <p:nvPr/>
        </p:nvSpPr>
        <p:spPr>
          <a:xfrm>
            <a:off x="3855719" y="3962401"/>
            <a:ext cx="48615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මියුරු නදින සැම දෙනා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වී තුටින නොලසිනා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තුති හිමිට සතොසිනා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දෙමු නොමින් බැතියෙනා</a:t>
            </a:r>
          </a:p>
        </p:txBody>
      </p:sp>
      <p:pic>
        <p:nvPicPr>
          <p:cNvPr id="147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TextBox 1"/>
          <p:cNvSpPr txBox="1"/>
          <p:nvPr/>
        </p:nvSpPr>
        <p:spPr>
          <a:xfrm>
            <a:off x="1036319" y="1066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දුන් මරණ පත් දනන්ට මහිමෙනා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පිඩා ද සාගිනිත් පිපාසෙනා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සත් සැමටා සෙතාසිරි ද සැනසුමා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දුන් ඒ හිමිටා දෙමු ගී තුති මනරමා</a:t>
            </a:r>
          </a:p>
        </p:txBody>
      </p:sp>
      <p:sp>
        <p:nvSpPr>
          <p:cNvPr id="1473" name="TextBox 2"/>
          <p:cNvSpPr txBox="1"/>
          <p:nvPr/>
        </p:nvSpPr>
        <p:spPr>
          <a:xfrm>
            <a:off x="3855719" y="3962401"/>
            <a:ext cx="48615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මියුරු නදින සැම දෙනා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වී තුටින නොලසිනා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තුති හිමිට සතොසිනා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දෙමු නොමින් බැතියෙනා</a:t>
            </a:r>
          </a:p>
        </p:txBody>
      </p:sp>
      <p:pic>
        <p:nvPicPr>
          <p:cNvPr id="147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TextBox 1"/>
          <p:cNvSpPr txBox="1"/>
          <p:nvPr/>
        </p:nvSpPr>
        <p:spPr>
          <a:xfrm>
            <a:off x="1036319" y="1066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ම හිමිගේ වණමි සුගුණ රැසා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මා පවතිනා තුරා මෙ දිය කුසා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සතු සම්පතා සියල්ල දිවි තොසා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පුදනෙම් බැතිනේ මා පෙමැති හිමි නිසා</a:t>
            </a:r>
          </a:p>
        </p:txBody>
      </p:sp>
      <p:sp>
        <p:nvSpPr>
          <p:cNvPr id="1477" name="TextBox 2"/>
          <p:cNvSpPr txBox="1"/>
          <p:nvPr/>
        </p:nvSpPr>
        <p:spPr>
          <a:xfrm>
            <a:off x="3855719" y="3962401"/>
            <a:ext cx="48615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මියුරු නදින සැම දෙනා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වී තුටින නොලසිනා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තුති හිමිට සතොසිනා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දෙමු නොමින් බැතියෙනා</a:t>
            </a:r>
          </a:p>
        </p:txBody>
      </p:sp>
      <p:pic>
        <p:nvPicPr>
          <p:cNvPr id="147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TextBox 2"/>
          <p:cNvSpPr txBox="1"/>
          <p:nvPr/>
        </p:nvSpPr>
        <p:spPr>
          <a:xfrm>
            <a:off x="502919" y="249376"/>
            <a:ext cx="975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63</a:t>
            </a:r>
          </a:p>
        </p:txBody>
      </p:sp>
      <p:sp>
        <p:nvSpPr>
          <p:cNvPr id="1481" name="TextBox 3"/>
          <p:cNvSpPr txBox="1"/>
          <p:nvPr/>
        </p:nvSpPr>
        <p:spPr>
          <a:xfrm>
            <a:off x="1036319" y="1066799"/>
            <a:ext cx="75285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යන එ නම පවරා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මිහිරි නමකි ලෝ පැතිරා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සවනත ලු කල්හි පුරා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සැපත ලැබේ සිතට තිරා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බීත පහව යයි ඉදුරා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සගෙහි දොරේ රන් යතුරා</a:t>
            </a:r>
          </a:p>
        </p:txBody>
      </p:sp>
      <p:pic>
        <p:nvPicPr>
          <p:cNvPr id="148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TextBox 1"/>
          <p:cNvSpPr txBox="1"/>
          <p:nvPr/>
        </p:nvSpPr>
        <p:spPr>
          <a:xfrm>
            <a:off x="1036319" y="1066799"/>
            <a:ext cx="75285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මුවට රසැත් අම බොදුනා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මිහිරි පැන් ය බෝ අගනා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වෙහෙස දරන සැම දනා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පහසු ලබත් ඇසු සදිනා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යකු පැනලා යයි බියෙනා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මරු පරදන අවි දිලෙනා</a:t>
            </a:r>
          </a:p>
        </p:txBody>
      </p:sp>
      <p:pic>
        <p:nvPicPr>
          <p:cNvPr id="148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TextBox 1"/>
          <p:cNvSpPr txBox="1"/>
          <p:nvPr/>
        </p:nvSpPr>
        <p:spPr>
          <a:xfrm>
            <a:off x="1036319" y="1066799"/>
            <a:ext cx="75285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රෝ දුක් සැම දුරු කරනා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සෝක සිතට සෙත් දෙවනා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 සෑම සුන් කරනා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බේතකි සොද බලැති වනා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ලෙඩ යහනක අතුළ මනා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සුවදැති මල් මෙන් සොබනා</a:t>
            </a:r>
          </a:p>
        </p:txBody>
      </p:sp>
      <p:pic>
        <p:nvPicPr>
          <p:cNvPr id="148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TextBox 1"/>
          <p:cNvSpPr txBox="1"/>
          <p:nvPr/>
        </p:nvSpPr>
        <p:spPr>
          <a:xfrm>
            <a:off x="1036319" y="1066799"/>
            <a:ext cx="75285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මරු මුව පත් දන නොමිනා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සගට පැමිණෙනා සොදිනා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මිහිරි සුවද විහිදවනා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වනමු මෙ නම ගී දෙමිනා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 පතුලේ කර නිදනා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පතළ කරමු සැම තැනා</a:t>
            </a:r>
          </a:p>
        </p:txBody>
      </p:sp>
      <p:pic>
        <p:nvPicPr>
          <p:cNvPr id="149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TextBox 1"/>
          <p:cNvSpPr txBox="1"/>
          <p:nvPr/>
        </p:nvSpPr>
        <p:spPr>
          <a:xfrm>
            <a:off x="502919" y="249376"/>
            <a:ext cx="975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64</a:t>
            </a:r>
          </a:p>
        </p:txBody>
      </p:sp>
      <p:sp>
        <p:nvSpPr>
          <p:cNvPr id="1494" name="TextBox 2"/>
          <p:cNvSpPr txBox="1"/>
          <p:nvPr/>
        </p:nvSpPr>
        <p:spPr>
          <a:xfrm>
            <a:off x="1036319" y="1066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ආවෙ ය දෙවි පුත් මේ ලෝකයටා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මනු වෙස් ගනිමින්නේ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බැහැපත් මරියාවන් පුත් වෙමිනා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යන නමිනේ</a:t>
            </a:r>
          </a:p>
        </p:txBody>
      </p:sp>
      <p:sp>
        <p:nvSpPr>
          <p:cNvPr id="1495" name="TextBox 4"/>
          <p:cNvSpPr txBox="1"/>
          <p:nvPr/>
        </p:nvSpPr>
        <p:spPr>
          <a:xfrm>
            <a:off x="1036319" y="3733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පෙන්නුවෙ අප හට යහපත් ගුණ බෝ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ජිවිතෙ ඒ උතුමා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මව්පියනට නෙක වැඩ කර දුන් හිමි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විට තුටු සිතිනා</a:t>
            </a:r>
          </a:p>
        </p:txBody>
      </p:sp>
      <p:pic>
        <p:nvPicPr>
          <p:cNvPr id="1496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TextBox 1"/>
          <p:cNvSpPr txBox="1"/>
          <p:nvPr/>
        </p:nvSpPr>
        <p:spPr>
          <a:xfrm>
            <a:off x="1036319" y="1066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සතළිස් දවසක් භාවනා කළ සද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ආවෙ ය යකු බෙලෙනා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හිමි එදා යකු ඔද බිදලා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ජය ගත්තෙ ය නිතිනා</a:t>
            </a:r>
          </a:p>
        </p:txBody>
      </p:sp>
      <p:sp>
        <p:nvSpPr>
          <p:cNvPr id="1499" name="TextBox 2"/>
          <p:cNvSpPr txBox="1"/>
          <p:nvPr/>
        </p:nvSpPr>
        <p:spPr>
          <a:xfrm>
            <a:off x="1036319" y="3733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කුරුසියේ එල්ලී කටු වැල් හිස ඇද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සිටි ඒ මොහොතෙ පවා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මෙත් සිත් යොමු කොට සතුරන් හට අනෙ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ආසිරි පැතු කරුණා</a:t>
            </a:r>
          </a:p>
        </p:txBody>
      </p:sp>
      <p:pic>
        <p:nvPicPr>
          <p:cNvPr id="150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TextBox 1"/>
          <p:cNvSpPr txBox="1"/>
          <p:nvPr/>
        </p:nvSpPr>
        <p:spPr>
          <a:xfrm>
            <a:off x="1036319" y="1066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සා කුළුනැති හිමි සමිදුනි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වර දෙනු මැන අපටා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මෙන් යහපත් ජිවිත ගෙවුමට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 කරමින් සැමටා</a:t>
            </a:r>
          </a:p>
        </p:txBody>
      </p:sp>
      <p:pic>
        <p:nvPicPr>
          <p:cNvPr id="150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TextBox 3"/>
          <p:cNvSpPr txBox="1"/>
          <p:nvPr/>
        </p:nvSpPr>
        <p:spPr>
          <a:xfrm>
            <a:off x="426719" y="381002"/>
            <a:ext cx="12039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65</a:t>
            </a:r>
          </a:p>
        </p:txBody>
      </p:sp>
      <p:sp>
        <p:nvSpPr>
          <p:cNvPr id="1506" name="TextBox 4"/>
          <p:cNvSpPr txBox="1"/>
          <p:nvPr/>
        </p:nvSpPr>
        <p:spPr>
          <a:xfrm>
            <a:off x="1264919" y="1049742"/>
            <a:ext cx="74523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පරම උතුම් වූ අතිපිරිසිදු වූ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සුරිදු තුමා සගයේ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මහද තුටින්නේ නිතර පසසිනේ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 මුල වැද වැටිලා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මිදුම සුවය ගෙන දුන්නේ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දයා පිහිට සමගින්නේ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නිසා වටී අපගේ පුද ලබනට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දෙමු නොමසුරු සිතිනේ</a:t>
            </a:r>
          </a:p>
        </p:txBody>
      </p:sp>
      <p:pic>
        <p:nvPicPr>
          <p:cNvPr id="1507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TextBox 4"/>
          <p:cNvSpPr txBox="1"/>
          <p:nvPr/>
        </p:nvSpPr>
        <p:spPr>
          <a:xfrm>
            <a:off x="1264919" y="1049742"/>
            <a:ext cx="74523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 හද දුබල බව සුර රද දන්නේ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පියකු විලස සොදටා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නිතර සිටින්නේ පියකු ලෙසින්නේ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අනුකම්පා කරලා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එනුව සැදැහැ සිතකින්නේ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සැවොම වෙණා ගෙන</a:t>
            </a:r>
            <a:r>
              <a:t>’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තින්නේ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නගමු මහත් හඩ යන තෙක් සිහසුන්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තුම් යේසුස් සුරනා  </a:t>
            </a:r>
          </a:p>
        </p:txBody>
      </p:sp>
      <p:pic>
        <p:nvPicPr>
          <p:cNvPr id="151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TextBox 1"/>
          <p:cNvSpPr txBox="1"/>
          <p:nvPr/>
        </p:nvSpPr>
        <p:spPr>
          <a:xfrm>
            <a:off x="1264919" y="1049742"/>
            <a:ext cx="74523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ලැබිමු වැටී තුති ගරු බුහුමන් බෝ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තෙදැති සුරිදු තුමනා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බැතිනි පෙමින්නේ දැමු සතතින්නේ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වණමින හිමි යේසු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අහසෙ පොළොවේ වැසී සැම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වනව් ජේසු ගුණ කන්ද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තුටිනි නිතින් ඒ ගුණ සිහි කරලා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ලමු හිස රන් කිරුළා</a:t>
            </a:r>
          </a:p>
        </p:txBody>
      </p:sp>
      <p:pic>
        <p:nvPicPr>
          <p:cNvPr id="151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TextBox 1"/>
          <p:cNvSpPr txBox="1"/>
          <p:nvPr/>
        </p:nvSpPr>
        <p:spPr>
          <a:xfrm>
            <a:off x="1264919" y="1049742"/>
            <a:ext cx="74523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දෙරණ උසැති කදු සහ ගබුරැති සිදු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කියති ගුණය සුරිදා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අහසෙ ගමන් ගත් හිරු සදු තරු ගණ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පවසයි එක ලෙසිනා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අපි ද නිබද බැතියෙන්නේ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සුරිදු තුමා නමදින්නේ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දෙමුව පසස් නීති තුන් එක දෙවිදුට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දා එකම විලසේ</a:t>
            </a:r>
          </a:p>
        </p:txBody>
      </p:sp>
      <p:pic>
        <p:nvPicPr>
          <p:cNvPr id="151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TextBox 3"/>
          <p:cNvSpPr txBox="1"/>
          <p:nvPr/>
        </p:nvSpPr>
        <p:spPr>
          <a:xfrm>
            <a:off x="350519" y="381002"/>
            <a:ext cx="10515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66</a:t>
            </a:r>
          </a:p>
        </p:txBody>
      </p:sp>
      <p:sp>
        <p:nvSpPr>
          <p:cNvPr id="1519" name="TextBox 4"/>
          <p:cNvSpPr txBox="1"/>
          <p:nvPr/>
        </p:nvSpPr>
        <p:spPr>
          <a:xfrm>
            <a:off x="1105592" y="1371599"/>
            <a:ext cx="7985762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මිදුම්කරු හට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පැසසුම් කරන්ට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දහසක් ඇතත් මට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ඒත් වේ ය නිවට</a:t>
            </a:r>
          </a:p>
        </p:txBody>
      </p:sp>
      <p:pic>
        <p:nvPicPr>
          <p:cNvPr id="1520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TextBox 3"/>
          <p:cNvSpPr txBox="1"/>
          <p:nvPr/>
        </p:nvSpPr>
        <p:spPr>
          <a:xfrm>
            <a:off x="1264919" y="914399"/>
            <a:ext cx="5852162" cy="4516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6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හිමියෙනි මට</a:t>
            </a:r>
          </a:p>
          <a:p>
            <a:pPr>
              <a:defRPr sz="6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 දෙන් පිහිට</a:t>
            </a:r>
          </a:p>
          <a:p>
            <a:pPr>
              <a:defRPr sz="6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ගුණ මිහි පිට</a:t>
            </a:r>
          </a:p>
          <a:p>
            <a:pPr>
              <a:defRPr sz="6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පතුරා හරින්ට</a:t>
            </a:r>
          </a:p>
        </p:txBody>
      </p:sp>
      <p:pic>
        <p:nvPicPr>
          <p:cNvPr id="152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TextBox 3"/>
          <p:cNvSpPr txBox="1"/>
          <p:nvPr/>
        </p:nvSpPr>
        <p:spPr>
          <a:xfrm>
            <a:off x="1341119" y="990599"/>
            <a:ext cx="6309362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යන නම නසයි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සිත් දුක් බිය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පව්කරුනට මිහිරිය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දෙයි සාමදානය</a:t>
            </a:r>
          </a:p>
        </p:txBody>
      </p:sp>
      <p:pic>
        <p:nvPicPr>
          <p:cNvPr id="152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TextBox 1"/>
          <p:cNvSpPr txBox="1"/>
          <p:nvPr/>
        </p:nvSpPr>
        <p:spPr>
          <a:xfrm>
            <a:off x="1036319" y="914399"/>
            <a:ext cx="7376162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හඩ අසා මෙත් යුත්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මළාහු ජිවත් වෙත්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බිදුණු සිත් සොම්නස් වෙයි නිත්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දිළින්දෝ සැනසෙත්</a:t>
            </a:r>
          </a:p>
        </p:txBody>
      </p:sp>
      <p:pic>
        <p:nvPicPr>
          <p:cNvPr id="152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TextBox 1"/>
          <p:cNvSpPr txBox="1"/>
          <p:nvPr/>
        </p:nvSpPr>
        <p:spPr>
          <a:xfrm>
            <a:off x="1112519" y="990599"/>
            <a:ext cx="6918962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 බල බිද ලන්නත්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වහලුන් මුදන්නත්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කිළුට සොදන්නත්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ලේ වේ බලවත්</a:t>
            </a:r>
          </a:p>
        </p:txBody>
      </p:sp>
      <p:pic>
        <p:nvPicPr>
          <p:cNvPr id="153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TextBox 1"/>
          <p:cNvSpPr txBox="1"/>
          <p:nvPr/>
        </p:nvSpPr>
        <p:spPr>
          <a:xfrm>
            <a:off x="1036319" y="990599"/>
            <a:ext cx="7147562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පුත් අප උදෙසා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 ආත්ම පුදා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දුන්නේ අප ආත්ම නිසා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විමුක්තිය සදා</a:t>
            </a:r>
          </a:p>
        </p:txBody>
      </p:sp>
      <p:pic>
        <p:nvPicPr>
          <p:cNvPr id="153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TextBox 1"/>
          <p:cNvSpPr txBox="1"/>
          <p:nvPr/>
        </p:nvSpPr>
        <p:spPr>
          <a:xfrm>
            <a:off x="502919" y="249376"/>
            <a:ext cx="975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67</a:t>
            </a:r>
          </a:p>
        </p:txBody>
      </p:sp>
      <p:sp>
        <p:nvSpPr>
          <p:cNvPr id="1538" name="TextBox 2"/>
          <p:cNvSpPr txBox="1"/>
          <p:nvPr/>
        </p:nvSpPr>
        <p:spPr>
          <a:xfrm>
            <a:off x="1036319" y="1066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ජේසුස්ගේ නම උතුම්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 ලෙව්හි සැමට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දුත මිනිස් වදිත්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බිය දෙයි යකුට</a:t>
            </a:r>
          </a:p>
        </p:txBody>
      </p:sp>
      <p:sp>
        <p:nvSpPr>
          <p:cNvPr id="1539" name="TextBox 3"/>
          <p:cNvSpPr txBox="1"/>
          <p:nvPr/>
        </p:nvSpPr>
        <p:spPr>
          <a:xfrm>
            <a:off x="1036319" y="3733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පව්කරුන්ට ඉමිහිරි 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යන නම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නමින් බිය දුරු වෙයි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නිරෙන් මුදයි සැම</a:t>
            </a:r>
          </a:p>
        </p:txBody>
      </p:sp>
      <p:pic>
        <p:nvPicPr>
          <p:cNvPr id="154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TextBox 1"/>
          <p:cNvSpPr txBox="1"/>
          <p:nvPr/>
        </p:nvSpPr>
        <p:spPr>
          <a:xfrm>
            <a:off x="1036319" y="1066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පව්කරුන් ගලවයි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බිදියි සාතන් බලෙත්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දුබලුන්ට සවිය දෙයි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මළවුන්ට පණත්</a:t>
            </a:r>
          </a:p>
        </p:txBody>
      </p:sp>
      <p:sp>
        <p:nvSpPr>
          <p:cNvPr id="1543" name="TextBox 2"/>
          <p:cNvSpPr txBox="1"/>
          <p:nvPr/>
        </p:nvSpPr>
        <p:spPr>
          <a:xfrm>
            <a:off x="1036319" y="3733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අහෝ සවි සත් රස බලව්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ජේසුස්ගේ පෙම් කද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හිමි කැදවයි මේ ලෙවි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පවිටුන් නිබද</a:t>
            </a:r>
          </a:p>
        </p:txBody>
      </p:sp>
      <p:pic>
        <p:nvPicPr>
          <p:cNvPr id="154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TextBox 1"/>
          <p:cNvSpPr txBox="1"/>
          <p:nvPr/>
        </p:nvSpPr>
        <p:spPr>
          <a:xfrm>
            <a:off x="1036319" y="1066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ජේසුස්ගේ දමිටුකම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පරසිදු කරම්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මෙහි මම් වසන තෙක් 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හිමි පෙම් ගයම්</a:t>
            </a:r>
          </a:p>
        </p:txBody>
      </p:sp>
      <p:sp>
        <p:nvSpPr>
          <p:cNvPr id="1547" name="TextBox 2"/>
          <p:cNvSpPr txBox="1"/>
          <p:nvPr/>
        </p:nvSpPr>
        <p:spPr>
          <a:xfrm>
            <a:off x="1036319" y="3733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ලොවින් යන කලට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ජේසුස්ගේ ගුණය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පෙන්වමින් ඈත් නම් මැරෙන්ට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වාසනාවන්ත ය</a:t>
            </a:r>
          </a:p>
        </p:txBody>
      </p:sp>
      <p:pic>
        <p:nvPicPr>
          <p:cNvPr id="154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TextBox 4"/>
          <p:cNvSpPr txBox="1"/>
          <p:nvPr/>
        </p:nvSpPr>
        <p:spPr>
          <a:xfrm>
            <a:off x="426719" y="609601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68</a:t>
            </a:r>
          </a:p>
        </p:txBody>
      </p:sp>
      <p:sp>
        <p:nvSpPr>
          <p:cNvPr id="1551" name="TextBox 5"/>
          <p:cNvSpPr txBox="1"/>
          <p:nvPr/>
        </p:nvSpPr>
        <p:spPr>
          <a:xfrm>
            <a:off x="579119" y="1371599"/>
            <a:ext cx="79857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හඩ ඔසවම්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මෙසියස් කිත් වනමි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මෙසියස්ට ගී දෙව් සව් සෙත්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 ම දෙවිදු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බසකින් සුසැදු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ලොවත් එහි සියලු දේත් </a:t>
            </a:r>
          </a:p>
        </p:txBody>
      </p:sp>
      <p:pic>
        <p:nvPicPr>
          <p:cNvPr id="155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TextBox 1"/>
          <p:cNvSpPr txBox="1"/>
          <p:nvPr/>
        </p:nvSpPr>
        <p:spPr>
          <a:xfrm>
            <a:off x="807719" y="1142999"/>
            <a:ext cx="73761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මෙහෙකරු වෙස් ගත්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සිරුරෙන් සුර පුත්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අපේ සාප කල්වරියේ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කැමැත්තෙන් උසුලා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 ලේ වගුළා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වාලුන් මුදන්ට පාපයෙන්</a:t>
            </a:r>
          </a:p>
        </p:txBody>
      </p:sp>
      <p:pic>
        <p:nvPicPr>
          <p:cNvPr id="155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TextBox 1"/>
          <p:cNvSpPr txBox="1"/>
          <p:nvPr/>
        </p:nvSpPr>
        <p:spPr>
          <a:xfrm>
            <a:off x="807719" y="1066799"/>
            <a:ext cx="77571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එහෙත් හිමි ජයෙන්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ආවේ මද රුපුන්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පරාදවුවන් බැන්දේ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ඔවුන් බල බින්දා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රුපුන් හිමි වන්දා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මුළු ලෙව්හි රජ විය</a:t>
            </a:r>
          </a:p>
        </p:txBody>
      </p:sp>
      <p:pic>
        <p:nvPicPr>
          <p:cNvPr id="155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TextBox 1"/>
          <p:cNvSpPr txBox="1"/>
          <p:nvPr/>
        </p:nvSpPr>
        <p:spPr>
          <a:xfrm>
            <a:off x="731519" y="1066799"/>
            <a:ext cx="73761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මුදු ගුණෙන් නැණින්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දැහැමින් හා පෙමින්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 කරයි සැම තැන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මෙසියස් වෙතට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සෙත් අත් වේ එන්නන්ට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ලැබී මිදීමත් පාපයෙන්</a:t>
            </a:r>
          </a:p>
        </p:txBody>
      </p:sp>
      <p:pic>
        <p:nvPicPr>
          <p:cNvPr id="156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TextBox 1"/>
          <p:cNvSpPr txBox="1"/>
          <p:nvPr/>
        </p:nvSpPr>
        <p:spPr>
          <a:xfrm>
            <a:off x="960119" y="1142999"/>
            <a:ext cx="70713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 සෙත් වේ වා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රජය වැඩේ වා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පැතිරේ වා දමිටු බැව්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සාගරය යුරු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සුද්දකම ගරු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තෙදින් පිරෙන තෙක් මේ ලොව  </a:t>
            </a:r>
          </a:p>
        </p:txBody>
      </p:sp>
      <p:pic>
        <p:nvPicPr>
          <p:cNvPr id="156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TextBox 1"/>
          <p:cNvSpPr txBox="1"/>
          <p:nvPr/>
        </p:nvSpPr>
        <p:spPr>
          <a:xfrm>
            <a:off x="502919" y="249376"/>
            <a:ext cx="975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69</a:t>
            </a:r>
          </a:p>
        </p:txBody>
      </p:sp>
      <p:sp>
        <p:nvSpPr>
          <p:cNvPr id="1567" name="TextBox 2"/>
          <p:cNvSpPr txBox="1"/>
          <p:nvPr/>
        </p:nvSpPr>
        <p:spPr>
          <a:xfrm>
            <a:off x="1036319" y="1066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හිමි ඔබ ගැන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සිතීම මිහිරි 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දැකීම ඔබ මුහුණ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ඊටත් මිහිරි වෙයි</a:t>
            </a:r>
          </a:p>
        </p:txBody>
      </p:sp>
      <p:sp>
        <p:nvSpPr>
          <p:cNvPr id="1568" name="TextBox 3"/>
          <p:cNvSpPr txBox="1"/>
          <p:nvPr/>
        </p:nvSpPr>
        <p:spPr>
          <a:xfrm>
            <a:off x="1036319" y="3733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පුත් ජේසුස්ගේ නම මෙන්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නමක් සුමිහිරි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අසන්ට ලොව කිසි තැන්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නැත ගොස් පැතිරී</a:t>
            </a:r>
          </a:p>
        </p:txBody>
      </p:sp>
      <p:pic>
        <p:nvPicPr>
          <p:cNvPr id="156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TextBox 1"/>
          <p:cNvSpPr txBox="1"/>
          <p:nvPr/>
        </p:nvSpPr>
        <p:spPr>
          <a:xfrm>
            <a:off x="1036319" y="1066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තැවුල් සිතටැත් පැතීම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අනේ ඔබ ම වේ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සොයන්නන්ට ඔබ පෙම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එය සැපතක් වේ</a:t>
            </a:r>
          </a:p>
        </p:txBody>
      </p:sp>
      <p:sp>
        <p:nvSpPr>
          <p:cNvPr id="1572" name="TextBox 2"/>
          <p:cNvSpPr txBox="1"/>
          <p:nvPr/>
        </p:nvSpPr>
        <p:spPr>
          <a:xfrm>
            <a:off x="1036319" y="3733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පෙම් ගුණයේ මහිම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ලියා බෑ දන්වන්ට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හිමි පෙම් කරන්නෝ 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දනිත් මොනවට</a:t>
            </a:r>
          </a:p>
        </p:txBody>
      </p:sp>
      <p:pic>
        <p:nvPicPr>
          <p:cNvPr id="157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TextBox 1"/>
          <p:cNvSpPr txBox="1"/>
          <p:nvPr/>
        </p:nvSpPr>
        <p:spPr>
          <a:xfrm>
            <a:off x="1036319" y="1066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ඔබැර වෙන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සැපතක් අපට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නැති ලෙස කිසි දින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 වරම් වසන්ට</a:t>
            </a:r>
          </a:p>
        </p:txBody>
      </p:sp>
      <p:pic>
        <p:nvPicPr>
          <p:cNvPr id="157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TextBox 3"/>
          <p:cNvSpPr txBox="1"/>
          <p:nvPr/>
        </p:nvSpPr>
        <p:spPr>
          <a:xfrm>
            <a:off x="1264919" y="533402"/>
            <a:ext cx="7604762" cy="8206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දෙව්</a:t>
            </a:r>
            <a:r>
              <a:t>!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ගී දෙව්</a:t>
            </a:r>
            <a:r>
              <a:t>!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මිදුම්කරු සමිදුන්ට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දෙව්</a:t>
            </a:r>
            <a:r>
              <a:t>!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ගී දෙව්</a:t>
            </a:r>
            <a:r>
              <a:t>!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සියලු ලෝ සතුන්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තේජසේ දෙව් දුත කැල පැසසුම් ලත්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සෙත් දෙව්</a:t>
            </a:r>
            <a:r>
              <a:t>!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සෙත්දෙව්</a:t>
            </a:r>
            <a:r>
              <a:t>!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නමට ඒ උතුම්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එඩේරකු ලෙසින් හිමි දරුවන්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දාම රැගෙන යයි අතින්</a:t>
            </a:r>
          </a:p>
          <a:p>
            <a:pPr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        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       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ගී දෙව්</a:t>
            </a:r>
            <a:r>
              <a:t>!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ගී දෙව්</a:t>
            </a:r>
            <a:r>
              <a:t>!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ඒ නම පසසමින් 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       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ගී දෙව්</a:t>
            </a:r>
            <a:r>
              <a:t>!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ගී දෙව්</a:t>
            </a:r>
            <a:r>
              <a:t>!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තුටු පසන් හඩින්</a:t>
            </a:r>
          </a:p>
          <a:p>
            <a:pPr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1579" name="TextBox 5"/>
          <p:cNvSpPr txBox="1"/>
          <p:nvPr/>
        </p:nvSpPr>
        <p:spPr>
          <a:xfrm>
            <a:off x="350519" y="228602"/>
            <a:ext cx="746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70</a:t>
            </a:r>
          </a:p>
        </p:txBody>
      </p:sp>
      <p:pic>
        <p:nvPicPr>
          <p:cNvPr id="158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Rectangle 1"/>
          <p:cNvSpPr txBox="1"/>
          <p:nvPr/>
        </p:nvSpPr>
        <p:spPr>
          <a:xfrm>
            <a:off x="960119" y="380999"/>
            <a:ext cx="7909562" cy="5755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දෙව්</a:t>
            </a:r>
            <a:r>
              <a:t>!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ගී දෙව්</a:t>
            </a:r>
            <a:r>
              <a:t>!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මිදුම්කරු සමිදුන්ට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පව්කරුන්ට පෙමින දිව පිදු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ජිවනේ හා දෙව් ලොව පැතුම නම් වූ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සෙත් දෙව්</a:t>
            </a:r>
            <a:r>
              <a:t>!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සෙත් දෙව්</a:t>
            </a:r>
            <a:r>
              <a:t>!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හිමිට සෙත් සැදු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දනන්ගේ මිදුම්කරු හිමිට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 වව්</a:t>
            </a:r>
            <a:r>
              <a:t>!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පෙම් වව්</a:t>
            </a:r>
            <a:r>
              <a:t>!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මුළු සිතින් නිතින්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             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ගී දෙව්</a:t>
            </a:r>
            <a:r>
              <a:t>!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ගී දෙව්</a:t>
            </a:r>
            <a:r>
              <a:t>!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ඒ නම පසසමින්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             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ගී දෙව්</a:t>
            </a:r>
            <a:r>
              <a:t>!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ගී දෙව්</a:t>
            </a:r>
            <a:r>
              <a:t>!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තුටු පසන් හඩින්</a:t>
            </a:r>
          </a:p>
        </p:txBody>
      </p:sp>
      <p:pic>
        <p:nvPicPr>
          <p:cNvPr id="158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Rectangle 1"/>
          <p:cNvSpPr txBox="1"/>
          <p:nvPr/>
        </p:nvSpPr>
        <p:spPr>
          <a:xfrm>
            <a:off x="807719" y="408296"/>
            <a:ext cx="7528562" cy="7348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දෙව්</a:t>
            </a:r>
            <a:r>
              <a:t>!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ගී දෙව්</a:t>
            </a:r>
            <a:r>
              <a:t>!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සමිදු ජේසුස් තුමට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හෝසන්නා දෙව්</a:t>
            </a:r>
            <a:r>
              <a:t>!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සකල ලෝ දනන්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සව් කල් රජ කරයි නියතින් 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හිසේ රන් කිරුළු පලදව්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 ලෝකෙන් ජය ලබයි නිතින් 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තේජස් දෙව් පුත් තුමට ම හිමි යි</a:t>
            </a:r>
          </a:p>
          <a:p>
            <a:pPr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        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ගී දෙව්</a:t>
            </a:r>
            <a:r>
              <a:t>!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ගී දෙව්</a:t>
            </a:r>
            <a:r>
              <a:t>!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ඒ නම පසසමින් 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        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ගී දෙව්</a:t>
            </a:r>
            <a:r>
              <a:t>!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ගී දෙව්</a:t>
            </a:r>
            <a:r>
              <a:t>!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තුටු පසන් හඩින්</a:t>
            </a:r>
          </a:p>
        </p:txBody>
      </p:sp>
      <p:pic>
        <p:nvPicPr>
          <p:cNvPr id="158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TextBox 1"/>
          <p:cNvSpPr txBox="1"/>
          <p:nvPr/>
        </p:nvSpPr>
        <p:spPr>
          <a:xfrm>
            <a:off x="426719" y="2286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71</a:t>
            </a:r>
          </a:p>
        </p:txBody>
      </p:sp>
      <p:sp>
        <p:nvSpPr>
          <p:cNvPr id="1589" name="TextBox 2"/>
          <p:cNvSpPr txBox="1"/>
          <p:nvPr/>
        </p:nvSpPr>
        <p:spPr>
          <a:xfrm>
            <a:off x="1036319" y="1066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ගුරු දෙවි සාමිනි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කුමක් වුවත් නම් ගොත්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තෙදැත් හඩ අසමිනි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හැරෙමු ඔබ වෙත්</a:t>
            </a:r>
          </a:p>
        </p:txBody>
      </p:sp>
      <p:sp>
        <p:nvSpPr>
          <p:cNvPr id="1590" name="TextBox 3"/>
          <p:cNvSpPr txBox="1"/>
          <p:nvPr/>
        </p:nvSpPr>
        <p:spPr>
          <a:xfrm>
            <a:off x="1036319" y="3733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ඇති සුද්ද ඔබ බැල්ම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දොස් දුර හැර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ඔබ වෙතට 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ගන්නේ ය ළං කර</a:t>
            </a:r>
          </a:p>
        </p:txBody>
      </p:sp>
      <p:pic>
        <p:nvPicPr>
          <p:cNvPr id="159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TextBox 1"/>
          <p:cNvSpPr txBox="1"/>
          <p:nvPr/>
        </p:nvSpPr>
        <p:spPr>
          <a:xfrm>
            <a:off x="1036319" y="1066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සිතුවිලි දනියි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නො වැසී තිබෙයි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රහස් පව් හෙළි වේ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නෙත් හමුයේ</a:t>
            </a:r>
          </a:p>
        </p:txBody>
      </p:sp>
      <p:sp>
        <p:nvSpPr>
          <p:cNvPr id="1594" name="TextBox 2"/>
          <p:cNvSpPr txBox="1"/>
          <p:nvPr/>
        </p:nvSpPr>
        <p:spPr>
          <a:xfrm>
            <a:off x="1036319" y="3733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අද දුබල නමුත්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සේවාවත් අපගේ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පුදන අප දීමනාත්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පිළිගන්නේ</a:t>
            </a:r>
          </a:p>
        </p:txBody>
      </p:sp>
      <p:pic>
        <p:nvPicPr>
          <p:cNvPr id="159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TextBox 1"/>
          <p:cNvSpPr txBox="1"/>
          <p:nvPr/>
        </p:nvSpPr>
        <p:spPr>
          <a:xfrm>
            <a:off x="1036319" y="1066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නැති ව ලත් දෙයත්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හිස් ම ය මෙහෙයත්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කුරුසි සුද්ද සෙවණ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අප සරණ</a:t>
            </a:r>
          </a:p>
        </p:txBody>
      </p:sp>
      <p:sp>
        <p:nvSpPr>
          <p:cNvPr id="1598" name="TextBox 2"/>
          <p:cNvSpPr txBox="1"/>
          <p:nvPr/>
        </p:nvSpPr>
        <p:spPr>
          <a:xfrm>
            <a:off x="1036319" y="3733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අදුරු ය අප නෙත් සිත්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දුබල ය යැදුම්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එළියත් සැබැවත් මහත්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 යි මා හිමි</a:t>
            </a:r>
          </a:p>
        </p:txBody>
      </p:sp>
      <p:pic>
        <p:nvPicPr>
          <p:cNvPr id="159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TextBox 1"/>
          <p:cNvSpPr txBox="1"/>
          <p:nvPr/>
        </p:nvSpPr>
        <p:spPr>
          <a:xfrm>
            <a:off x="426719" y="2286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72</a:t>
            </a:r>
          </a:p>
        </p:txBody>
      </p:sp>
      <p:sp>
        <p:nvSpPr>
          <p:cNvPr id="1602" name="TextBox 2"/>
          <p:cNvSpPr txBox="1"/>
          <p:nvPr/>
        </p:nvSpPr>
        <p:spPr>
          <a:xfrm>
            <a:off x="1036319" y="1066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සත් හා දෙවි දුතුන් වදිව්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ජේසුස්ගේ නමට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කිරුළත් ගෙන හිස ලව්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සෙත් ලත් රජුට</a:t>
            </a:r>
          </a:p>
        </p:txBody>
      </p:sp>
      <p:sp>
        <p:nvSpPr>
          <p:cNvPr id="1603" name="TextBox 3"/>
          <p:cNvSpPr txBox="1"/>
          <p:nvPr/>
        </p:nvSpPr>
        <p:spPr>
          <a:xfrm>
            <a:off x="1036319" y="3733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 දරුවෙනි එව්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නිසා දිවි දුන්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රාජ කිරුළු පළදව්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සෙත් ලත් සමිදුන්</a:t>
            </a:r>
          </a:p>
        </p:txBody>
      </p:sp>
      <p:pic>
        <p:nvPicPr>
          <p:cNvPr id="160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TextBox 1"/>
          <p:cNvSpPr txBox="1"/>
          <p:nvPr/>
        </p:nvSpPr>
        <p:spPr>
          <a:xfrm>
            <a:off x="1036319" y="1066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ඊසරායෙල් සෙනග එව්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තෝරා ගත් දෙවිදුන්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ගැලවීමේ ගීය ගයව්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සෙත් ලත් සමිදුන්</a:t>
            </a:r>
          </a:p>
        </p:txBody>
      </p:sp>
      <p:sp>
        <p:nvSpPr>
          <p:cNvPr id="1607" name="TextBox 2"/>
          <p:cNvSpPr txBox="1"/>
          <p:nvPr/>
        </p:nvSpPr>
        <p:spPr>
          <a:xfrm>
            <a:off x="1036319" y="3733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දාවිත්ගේ පුත් හා හිමි වූ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රාජති රජුට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හෝසන්නා දෙවි මිහිරි වූ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සෙත් ලත් හිමිට</a:t>
            </a:r>
          </a:p>
        </p:txBody>
      </p:sp>
      <p:pic>
        <p:nvPicPr>
          <p:cNvPr id="160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TextBox 1"/>
          <p:cNvSpPr txBox="1"/>
          <p:nvPr/>
        </p:nvSpPr>
        <p:spPr>
          <a:xfrm>
            <a:off x="1036319" y="1066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සෑම බාසා ජාතින් එව්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වැද වැටි බැතින්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රාජාති රජුයි නමදිව්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සෙත් ලත් සමිදුන්</a:t>
            </a:r>
          </a:p>
        </p:txBody>
      </p:sp>
      <p:sp>
        <p:nvSpPr>
          <p:cNvPr id="1611" name="TextBox 2"/>
          <p:cNvSpPr txBox="1"/>
          <p:nvPr/>
        </p:nvSpPr>
        <p:spPr>
          <a:xfrm>
            <a:off x="1036319" y="3733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අහෝ ඇත් නම් තේජස් රට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වී ඒ රැළට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නොනැවති ගී නගන්ට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සෙත් ලත් රජුට</a:t>
            </a:r>
          </a:p>
        </p:txBody>
      </p:sp>
      <p:pic>
        <p:nvPicPr>
          <p:cNvPr id="161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TextBox 1"/>
          <p:cNvSpPr txBox="1"/>
          <p:nvPr/>
        </p:nvSpPr>
        <p:spPr>
          <a:xfrm>
            <a:off x="426719" y="2286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73</a:t>
            </a:r>
          </a:p>
        </p:txBody>
      </p:sp>
      <p:sp>
        <p:nvSpPr>
          <p:cNvPr id="1615" name="TextBox 2"/>
          <p:cNvSpPr txBox="1"/>
          <p:nvPr/>
        </p:nvSpPr>
        <p:spPr>
          <a:xfrm>
            <a:off x="1036319" y="1066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හද නඳන ජේසුනි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 දිවි හා එළියත්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සපතිනි සෙත් නො ලත්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හැරෙමු අපි ඔබ වෙත්</a:t>
            </a:r>
          </a:p>
        </p:txBody>
      </p:sp>
      <p:sp>
        <p:nvSpPr>
          <p:cNvPr id="1616" name="TextBox 3"/>
          <p:cNvSpPr txBox="1"/>
          <p:nvPr/>
        </p:nvSpPr>
        <p:spPr>
          <a:xfrm>
            <a:off x="1036319" y="3733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වෙනස් වේ ඔබ වදන්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යදින්නන්ට මිදුම 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සොයන්නන්ගේ සතුට 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පිලිගන්නන්ට සව් සෙත් වන්</a:t>
            </a:r>
          </a:p>
        </p:txBody>
      </p:sp>
      <p:pic>
        <p:nvPicPr>
          <p:cNvPr id="161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TextBox 1"/>
          <p:cNvSpPr txBox="1"/>
          <p:nvPr/>
        </p:nvSpPr>
        <p:spPr>
          <a:xfrm>
            <a:off x="1036319" y="1066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බොදුන් ඔබ ම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බුදිමු ඒ නිරතුර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උල්පතත් ඔබ ම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බොමු ඒ අමා වතුර</a:t>
            </a:r>
          </a:p>
        </p:txBody>
      </p:sp>
      <p:sp>
        <p:nvSpPr>
          <p:cNvPr id="1620" name="TextBox 2"/>
          <p:cNvSpPr txBox="1"/>
          <p:nvPr/>
        </p:nvSpPr>
        <p:spPr>
          <a:xfrm>
            <a:off x="1036319" y="3733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සිත් ඔබට ලොල් වෙයි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හැර තිර නැති දෙයින්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මුහුණින් තොස් ලැබෙයි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ආසිරි ලැබේ සැදැහෙන්</a:t>
            </a:r>
          </a:p>
        </p:txBody>
      </p:sp>
      <p:pic>
        <p:nvPicPr>
          <p:cNvPr id="162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TextBox 1"/>
          <p:cNvSpPr txBox="1"/>
          <p:nvPr/>
        </p:nvSpPr>
        <p:spPr>
          <a:xfrm>
            <a:off x="1036319" y="1066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ජේසුනි අප වෙත් වසන්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ශාන්තිය හා සොම්නස දෙන්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 අදුර දුර ලන්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එළිය ලෝ දල්වන්</a:t>
            </a:r>
          </a:p>
        </p:txBody>
      </p:sp>
      <p:pic>
        <p:nvPicPr>
          <p:cNvPr id="162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TextBox 1"/>
          <p:cNvSpPr txBox="1"/>
          <p:nvPr/>
        </p:nvSpPr>
        <p:spPr>
          <a:xfrm>
            <a:off x="426719" y="2286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74</a:t>
            </a:r>
          </a:p>
        </p:txBody>
      </p:sp>
      <p:sp>
        <p:nvSpPr>
          <p:cNvPr id="1627" name="TextBox 2"/>
          <p:cNvSpPr txBox="1"/>
          <p:nvPr/>
        </p:nvSpPr>
        <p:spPr>
          <a:xfrm>
            <a:off x="1036319" y="1066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ඕහෝ සුමුහිරිය මේ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යන නාමේ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කනට තුරු ගොස මේ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මුවට මී පැන් වේ</a:t>
            </a:r>
          </a:p>
        </p:txBody>
      </p:sp>
      <p:sp>
        <p:nvSpPr>
          <p:cNvPr id="1628" name="TextBox 3"/>
          <p:cNvSpPr txBox="1"/>
          <p:nvPr/>
        </p:nvSpPr>
        <p:spPr>
          <a:xfrm>
            <a:off x="1036319" y="3733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ඕහෝ ඉතා මන නද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නම් මේ සද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සැදැහැවතුන්ගේ හද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මෙයින් නො පිනයි ද</a:t>
            </a:r>
          </a:p>
        </p:txBody>
      </p:sp>
      <p:pic>
        <p:nvPicPr>
          <p:cNvPr id="162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TextBox 1"/>
          <p:cNvSpPr txBox="1"/>
          <p:nvPr/>
        </p:nvSpPr>
        <p:spPr>
          <a:xfrm>
            <a:off x="1036319" y="1066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ගැලවුම්කරු මේ සද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පහදයි මා හද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ඕහෝ ඉතා මනනද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නම් මේ සද</a:t>
            </a:r>
          </a:p>
        </p:txBody>
      </p:sp>
      <p:sp>
        <p:nvSpPr>
          <p:cNvPr id="1632" name="TextBox 2"/>
          <p:cNvSpPr txBox="1"/>
          <p:nvPr/>
        </p:nvSpPr>
        <p:spPr>
          <a:xfrm>
            <a:off x="1036319" y="3733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නලවයි මා දුක්පත් හද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දුක්මන් සිද බිද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දුර ලයි මා බිය හද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 තිර සිත් සොද</a:t>
            </a:r>
          </a:p>
        </p:txBody>
      </p:sp>
      <p:pic>
        <p:nvPicPr>
          <p:cNvPr id="163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TextBox 1"/>
          <p:cNvSpPr txBox="1"/>
          <p:nvPr/>
        </p:nvSpPr>
        <p:spPr>
          <a:xfrm>
            <a:off x="1036319" y="1066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බදියි මගේ බිදී හද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තෙලින් සුදත් සොද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සයින් පෙළෙන්නන්ට සෙද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මන්නා වේ සොද</a:t>
            </a:r>
          </a:p>
        </p:txBody>
      </p:sp>
      <p:sp>
        <p:nvSpPr>
          <p:cNvPr id="1636" name="TextBox 2"/>
          <p:cNvSpPr txBox="1"/>
          <p:nvPr/>
        </p:nvSpPr>
        <p:spPr>
          <a:xfrm>
            <a:off x="1036319" y="3733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ඕහෝ ඉතා මන නද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නම් මේ සද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වා මෙය මෙම ලෙද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මැරෙන සද</a:t>
            </a:r>
          </a:p>
        </p:txBody>
      </p:sp>
      <p:pic>
        <p:nvPicPr>
          <p:cNvPr id="163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TextBox 1"/>
          <p:cNvSpPr txBox="1"/>
          <p:nvPr/>
        </p:nvSpPr>
        <p:spPr>
          <a:xfrm>
            <a:off x="426719" y="2286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75</a:t>
            </a:r>
          </a:p>
        </p:txBody>
      </p:sp>
      <p:sp>
        <p:nvSpPr>
          <p:cNvPr id="1640" name="TextBox 2"/>
          <p:cNvSpPr txBox="1"/>
          <p:nvPr/>
        </p:nvSpPr>
        <p:spPr>
          <a:xfrm>
            <a:off x="1722119" y="1066800"/>
            <a:ext cx="61569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රුක් වැල් අතුරෙන් නැගී හඩෙකි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මනු සත් අදිටන් සපිරුනෙකි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ගැන තැවෙනු යි අයැදුමෙකි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රජ ළග ය යි සුබසුනෙකි </a:t>
            </a:r>
          </a:p>
        </p:txBody>
      </p:sp>
      <p:sp>
        <p:nvSpPr>
          <p:cNvPr id="1641" name="TextBox 3"/>
          <p:cNvSpPr txBox="1"/>
          <p:nvPr/>
        </p:nvSpPr>
        <p:spPr>
          <a:xfrm>
            <a:off x="1036319" y="3505201"/>
            <a:ext cx="75285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සමිදුන් වඩිනා මග සරසව්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රළු මාවත් සමතලා කරව්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මිටි තැන් සපුරා සකසව්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 මග කදු හෙල් පහත් කරව්</a:t>
            </a:r>
          </a:p>
        </p:txBody>
      </p:sp>
      <p:pic>
        <p:nvPicPr>
          <p:cNvPr id="164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TextBox 1"/>
          <p:cNvSpPr txBox="1"/>
          <p:nvPr/>
        </p:nvSpPr>
        <p:spPr>
          <a:xfrm>
            <a:off x="1722119" y="1066800"/>
            <a:ext cx="61569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රුක් වැල් අතුරෙන් නැගී හඩෙකි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මනු සත් අදිටන් සපිරුනෙකි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ගැන තැවෙනු යි අයැදුමෙකි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රජ ළග ය යි සුබසුනෙකි </a:t>
            </a:r>
          </a:p>
        </p:txBody>
      </p:sp>
      <p:sp>
        <p:nvSpPr>
          <p:cNvPr id="1645" name="TextBox 2"/>
          <p:cNvSpPr txBox="1"/>
          <p:nvPr/>
        </p:nvSpPr>
        <p:spPr>
          <a:xfrm>
            <a:off x="1036319" y="3505201"/>
            <a:ext cx="75285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 බහුමානය දුර හැරදා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කෙලෙසුන් දුර ලන පල උපදා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පීඩිතයන් අසහනෙන් මුදා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සැරසෙව් ළග ම ය හිමි එන දා</a:t>
            </a:r>
          </a:p>
        </p:txBody>
      </p:sp>
      <p:pic>
        <p:nvPicPr>
          <p:cNvPr id="164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TextBox 1"/>
          <p:cNvSpPr txBox="1"/>
          <p:nvPr/>
        </p:nvSpPr>
        <p:spPr>
          <a:xfrm>
            <a:off x="1722119" y="1066800"/>
            <a:ext cx="61569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රුක් වැල් අතුරෙන් නැගී හඩෙකි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මනු සත් අදිටන් සපිරුනෙකි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ගැන තැවෙනු යි අයැදුමෙකි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රජ ළග ය යි සුබසුනෙකි </a:t>
            </a:r>
          </a:p>
        </p:txBody>
      </p:sp>
      <p:sp>
        <p:nvSpPr>
          <p:cNvPr id="1649" name="TextBox 2"/>
          <p:cNvSpPr txBox="1"/>
          <p:nvPr/>
        </p:nvSpPr>
        <p:spPr>
          <a:xfrm>
            <a:off x="1036319" y="3505201"/>
            <a:ext cx="75285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සුද්ද යි බලවත් ය සදා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සත පාපෙන් ගනියි මුදා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 විමුත් සිරි දකින ලෙද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 ම මග ය කිතු හිමි හැම දා </a:t>
            </a:r>
          </a:p>
        </p:txBody>
      </p:sp>
      <p:pic>
        <p:nvPicPr>
          <p:cNvPr id="165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TextBox 1"/>
          <p:cNvSpPr txBox="1"/>
          <p:nvPr/>
        </p:nvSpPr>
        <p:spPr>
          <a:xfrm>
            <a:off x="426719" y="2286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76</a:t>
            </a:r>
          </a:p>
        </p:txBody>
      </p:sp>
      <p:sp>
        <p:nvSpPr>
          <p:cNvPr id="1653" name="TextBox 2"/>
          <p:cNvSpPr txBox="1"/>
          <p:nvPr/>
        </p:nvSpPr>
        <p:spPr>
          <a:xfrm>
            <a:off x="426719" y="870526"/>
            <a:ext cx="85191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එනවා සැණින් සුර පුත් උතුම් අප ජේසු තුමී තෙදිනේ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හොරණෑ නදින් දස දාස් ගණන් සමගින් දුතුන් ගුවනේ</a:t>
            </a:r>
          </a:p>
        </p:txBody>
      </p:sp>
      <p:sp>
        <p:nvSpPr>
          <p:cNvPr id="1654" name="TextBox 3"/>
          <p:cNvSpPr txBox="1"/>
          <p:nvPr/>
        </p:nvSpPr>
        <p:spPr>
          <a:xfrm>
            <a:off x="426719" y="3886201"/>
            <a:ext cx="85191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කීම දෝ දුබික් යුද කෝලහල සාගත රෝ දුක් නොමිනේ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පැවසු වදන් ලෙස යයි පැතිර ලොව ලකුණු යි දැන ගන්නේ</a:t>
            </a:r>
          </a:p>
        </p:txBody>
      </p:sp>
      <p:pic>
        <p:nvPicPr>
          <p:cNvPr id="165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TextBox 1"/>
          <p:cNvSpPr txBox="1"/>
          <p:nvPr/>
        </p:nvSpPr>
        <p:spPr>
          <a:xfrm>
            <a:off x="426719" y="870526"/>
            <a:ext cx="85191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හොරණෑ නදා ඇසෙන කලා කීම දෝ ඔබේ පැතුමා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දෙදරා ළයා  වගුරා කදුළු හැඩුවත් නොවන්නේ කමා</a:t>
            </a:r>
          </a:p>
        </p:txBody>
      </p:sp>
      <p:sp>
        <p:nvSpPr>
          <p:cNvPr id="1658" name="TextBox 2"/>
          <p:cNvSpPr txBox="1"/>
          <p:nvPr/>
        </p:nvSpPr>
        <p:spPr>
          <a:xfrm>
            <a:off x="426719" y="3886201"/>
            <a:ext cx="85191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සපැතා මෙලෝ විදි නෙක් දනෝ සැගවෙත් බියෙන් වෙවුලා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විපතා අහෝ පැමිණේ බිරම් සගවෙන්ට බෑ එකලා</a:t>
            </a:r>
          </a:p>
        </p:txBody>
      </p:sp>
      <p:pic>
        <p:nvPicPr>
          <p:cNvPr id="165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TextBox 1"/>
          <p:cNvSpPr txBox="1"/>
          <p:nvPr/>
        </p:nvSpPr>
        <p:spPr>
          <a:xfrm>
            <a:off x="426719" y="870526"/>
            <a:ext cx="85191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එන් එන් මෙ දැන් හිමි ජේසු වෙත් අදහා ලබන් මිදුමා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රුදු වන් නිරෙන් මුදනා ලෙසින් සතුටින් පිදිණි එතුමා</a:t>
            </a:r>
          </a:p>
        </p:txBody>
      </p:sp>
      <p:pic>
        <p:nvPicPr>
          <p:cNvPr id="166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TextBox 1"/>
          <p:cNvSpPr txBox="1"/>
          <p:nvPr/>
        </p:nvSpPr>
        <p:spPr>
          <a:xfrm>
            <a:off x="426719" y="2286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77</a:t>
            </a:r>
          </a:p>
        </p:txBody>
      </p:sp>
      <p:sp>
        <p:nvSpPr>
          <p:cNvPr id="1665" name="TextBox 2"/>
          <p:cNvSpPr txBox="1"/>
          <p:nvPr/>
        </p:nvSpPr>
        <p:spPr>
          <a:xfrm>
            <a:off x="426719" y="870526"/>
            <a:ext cx="85191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ලෙවි දනන් පවින් මුදා සැපත් දෙවන්ට පත් උතුම්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පත් උතුම් පුතුන් සුරින්ද ජේසු තුමා වදිම් බැතින්</a:t>
            </a:r>
          </a:p>
        </p:txBody>
      </p:sp>
      <p:sp>
        <p:nvSpPr>
          <p:cNvPr id="1666" name="TextBox 3"/>
          <p:cNvSpPr txBox="1"/>
          <p:nvPr/>
        </p:nvSpPr>
        <p:spPr>
          <a:xfrm>
            <a:off x="426719" y="3886201"/>
            <a:ext cx="8519162" cy="2275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බෝ ගිලන් දනන් ද නේක ජාති සත් දුකිනි යුත්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වී සමත් සමිදු මෙ ඔබ දෙන්ට සෙත් මෙතිනි යුත්</a:t>
            </a:r>
          </a:p>
        </p:txBody>
      </p:sp>
      <p:pic>
        <p:nvPicPr>
          <p:cNvPr id="166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TextBox 1"/>
          <p:cNvSpPr txBox="1"/>
          <p:nvPr/>
        </p:nvSpPr>
        <p:spPr>
          <a:xfrm>
            <a:off x="426719" y="870526"/>
            <a:ext cx="8519162" cy="2275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තේජවන්ත රාජ රාජයින් හටත් නො වී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බියා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බෝ තුටින් ඉටු කෙළේ ය යුතුකම වෙමින් දයා</a:t>
            </a:r>
          </a:p>
        </p:txBody>
      </p:sp>
      <p:sp>
        <p:nvSpPr>
          <p:cNvPr id="1670" name="TextBox 2"/>
          <p:cNvSpPr txBox="1"/>
          <p:nvPr/>
        </p:nvSpPr>
        <p:spPr>
          <a:xfrm>
            <a:off x="426719" y="3886200"/>
            <a:ext cx="8519162" cy="2275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නෙක් ලෙසින් සියල් දනන් පිහිටුවා සුසිරිතේ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පිදි ඔවුන් සදා ම බිය නො වී කිසිත්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සිතේ</a:t>
            </a:r>
          </a:p>
        </p:txBody>
      </p:sp>
      <p:pic>
        <p:nvPicPr>
          <p:cNvPr id="167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TextBox 1"/>
          <p:cNvSpPr txBox="1"/>
          <p:nvPr/>
        </p:nvSpPr>
        <p:spPr>
          <a:xfrm>
            <a:off x="426719" y="870526"/>
            <a:ext cx="8519162" cy="1525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පේමවන්ත ජේසු ස්වාමි මෙඔබ පෙන්නු ඒ මගා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යන්ට දෙන් ඔබේ වරම් සැම ගැතින් හටා සදා</a:t>
            </a:r>
          </a:p>
        </p:txBody>
      </p:sp>
      <p:pic>
        <p:nvPicPr>
          <p:cNvPr id="167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TextBox 1"/>
          <p:cNvSpPr txBox="1"/>
          <p:nvPr/>
        </p:nvSpPr>
        <p:spPr>
          <a:xfrm>
            <a:off x="426719" y="2286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78</a:t>
            </a:r>
          </a:p>
        </p:txBody>
      </p:sp>
      <p:sp>
        <p:nvSpPr>
          <p:cNvPr id="1677" name="TextBox 2"/>
          <p:cNvSpPr txBox="1"/>
          <p:nvPr/>
        </p:nvSpPr>
        <p:spPr>
          <a:xfrm>
            <a:off x="274319" y="1370590"/>
            <a:ext cx="85953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ආවේ දුතෙක් කැළුම් හෙළා හෙළා හෙළාලා පියා</a:t>
            </a:r>
            <a:r>
              <a:rPr>
                <a:latin typeface="FS-Anurada"/>
                <a:ea typeface="FS-Anurada"/>
                <a:cs typeface="FS-Anurada"/>
                <a:sym typeface="FS-Anurada"/>
              </a:rPr>
              <a:t>U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තොස් වී බෝ එන්නා වූ ආලෝක දෙන්නා වූ ඒ සත නර</a:t>
            </a:r>
            <a:r>
              <a:rPr>
                <a:latin typeface="FS-Anurada"/>
                <a:ea typeface="FS-Anurada"/>
                <a:cs typeface="FS-Anurada"/>
                <a:sym typeface="FS-Anurada"/>
              </a:rPr>
              <a:t>U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රැළ රකිමින් සිටි ගොපලුන් උන් සද චිත්තෙන් බෝ කැළ</a:t>
            </a:r>
            <a:r>
              <a:rPr>
                <a:latin typeface="FS-Anurada"/>
                <a:ea typeface="FS-Anurada"/>
                <a:cs typeface="FS-Anurada"/>
                <a:sym typeface="FS-Anurada"/>
              </a:rPr>
              <a:t>ô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දුතු දෙයි මෙ හසුන් දෙවි දුතු දෙයි මෙ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හසුන්</a:t>
            </a:r>
          </a:p>
        </p:txBody>
      </p:sp>
      <p:pic>
        <p:nvPicPr>
          <p:cNvPr id="167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TextBox 1"/>
          <p:cNvSpPr txBox="1"/>
          <p:nvPr/>
        </p:nvSpPr>
        <p:spPr>
          <a:xfrm>
            <a:off x="274319" y="1370587"/>
            <a:ext cx="85953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බිය නොවව් සුබා සුබා සුබා හස්නෙහි වේ සත් පොබා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 නම් සමිදා පුරයේ දවිදා ඉන්නේ බිහි වී අදා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තුල ගවලෙන් ඔරුවක දැන් ඇත්තේ ඔතා වතකිනි සිහින්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ගොසින සොයමු දැන් ලෙසින ලකුණු දුන්</a:t>
            </a:r>
          </a:p>
        </p:txBody>
      </p:sp>
      <p:pic>
        <p:nvPicPr>
          <p:cNvPr id="168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TextBox 1"/>
          <p:cNvSpPr txBox="1"/>
          <p:nvPr/>
        </p:nvSpPr>
        <p:spPr>
          <a:xfrm>
            <a:off x="426719" y="2286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79</a:t>
            </a:r>
          </a:p>
        </p:txBody>
      </p:sp>
      <p:sp>
        <p:nvSpPr>
          <p:cNvPr id="1684" name="TextBox 2"/>
          <p:cNvSpPr txBox="1"/>
          <p:nvPr/>
        </p:nvSpPr>
        <p:spPr>
          <a:xfrm>
            <a:off x="807719" y="1600199"/>
            <a:ext cx="79857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ප්‍රීති ගොස කරන්නේ 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ගීත නාද දෙන්නේ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කිම් ද මෙ ලෙස ඇයි ද නොලස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බලන ලෙස නොයන්නේ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එනුව මිතුරු අසන ලෙසින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කිම් ද එ පවසන්නේ</a:t>
            </a:r>
          </a:p>
        </p:txBody>
      </p:sp>
      <p:pic>
        <p:nvPicPr>
          <p:cNvPr id="168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TextBox 1"/>
          <p:cNvSpPr txBox="1"/>
          <p:nvPr/>
        </p:nvSpPr>
        <p:spPr>
          <a:xfrm>
            <a:off x="807719" y="1600199"/>
            <a:ext cx="79857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දුත සෙන් බසින්නා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අහස දෙස නගින්නා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පැහැර අදුර පවර එපුර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පියාසර කරන්නා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විණ රැගෙන නානා නද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දී මෙසේ කියන්නා</a:t>
            </a:r>
          </a:p>
        </p:txBody>
      </p:sp>
      <p:pic>
        <p:nvPicPr>
          <p:cNvPr id="168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TextBox 1"/>
          <p:cNvSpPr txBox="1"/>
          <p:nvPr/>
        </p:nvSpPr>
        <p:spPr>
          <a:xfrm>
            <a:off x="807719" y="1600199"/>
            <a:ext cx="79857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තුම හට උස් තැනා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මහිමය නීති වේ මනා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සමි පිරිස සත හට නීති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වේ වා බෝ කරුණා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මුළු දෙරණත සැම දන හට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සාමදාන වේ වා</a:t>
            </a:r>
          </a:p>
        </p:txBody>
      </p:sp>
      <p:pic>
        <p:nvPicPr>
          <p:cNvPr id="169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TextBox 1"/>
          <p:cNvSpPr txBox="1"/>
          <p:nvPr/>
        </p:nvSpPr>
        <p:spPr>
          <a:xfrm>
            <a:off x="426719" y="2286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80</a:t>
            </a:r>
          </a:p>
        </p:txBody>
      </p:sp>
      <p:sp>
        <p:nvSpPr>
          <p:cNvPr id="1694" name="TextBox 2"/>
          <p:cNvSpPr txBox="1"/>
          <p:nvPr/>
        </p:nvSpPr>
        <p:spPr>
          <a:xfrm>
            <a:off x="883919" y="1219202"/>
            <a:ext cx="7757162" cy="1525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කුමරු ඉපදුණ බෝ අනගි සුබ දින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කියමු සතුටින අපි සැවොමා</a:t>
            </a:r>
          </a:p>
        </p:txBody>
      </p:sp>
      <p:sp>
        <p:nvSpPr>
          <p:cNvPr id="1695" name="TextBox 3"/>
          <p:cNvSpPr txBox="1"/>
          <p:nvPr/>
        </p:nvSpPr>
        <p:spPr>
          <a:xfrm>
            <a:off x="1569719" y="3252611"/>
            <a:ext cx="63855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තුමන්ටා වේ වා ම්හිමා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සතුන්ටා වේ වා කරුණා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දෙන සමගි ව සැමට ම පෙමැති ව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දෙන සමගි ව තොස වඩනා </a:t>
            </a:r>
          </a:p>
        </p:txBody>
      </p:sp>
      <p:pic>
        <p:nvPicPr>
          <p:cNvPr id="169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TextBox 1"/>
          <p:cNvSpPr txBox="1"/>
          <p:nvPr/>
        </p:nvSpPr>
        <p:spPr>
          <a:xfrm>
            <a:off x="883919" y="1219202"/>
            <a:ext cx="7757162" cy="1525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 දුත කී විගස ඒ එඩේරුන් ගිය ලෙස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කුමරු වදිනට යමු සැවොමා </a:t>
            </a:r>
          </a:p>
        </p:txBody>
      </p:sp>
      <p:sp>
        <p:nvSpPr>
          <p:cNvPr id="1699" name="TextBox 2"/>
          <p:cNvSpPr txBox="1"/>
          <p:nvPr/>
        </p:nvSpPr>
        <p:spPr>
          <a:xfrm>
            <a:off x="1569719" y="3252611"/>
            <a:ext cx="63855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තුමන්ටා වේ වා ම්හිමා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සතුන්ටා වේ වා කරුණා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දෙන සමගි ව සැමට ම පෙමැති ව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දෙන සමගි ව තොස වඩනා </a:t>
            </a:r>
          </a:p>
        </p:txBody>
      </p:sp>
      <p:pic>
        <p:nvPicPr>
          <p:cNvPr id="170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TextBox 1"/>
          <p:cNvSpPr txBox="1"/>
          <p:nvPr/>
        </p:nvSpPr>
        <p:spPr>
          <a:xfrm>
            <a:off x="883919" y="1219202"/>
            <a:ext cx="7757162" cy="1525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ඈත තරු දකිමින ජේසු හට පුද ගෙන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රාජ දන ගිය මෙන යමු සැවොමා</a:t>
            </a:r>
          </a:p>
        </p:txBody>
      </p:sp>
      <p:sp>
        <p:nvSpPr>
          <p:cNvPr id="1703" name="TextBox 2"/>
          <p:cNvSpPr txBox="1"/>
          <p:nvPr/>
        </p:nvSpPr>
        <p:spPr>
          <a:xfrm>
            <a:off x="1569719" y="3252611"/>
            <a:ext cx="63855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තුමන්ටා වේ වා ම්හිමා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සතුන්ටා වේ වා කරුණා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දෙන සමගි ව සැමට ම පෙමැති ව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දෙන සමගි ව තොස වඩනා </a:t>
            </a:r>
          </a:p>
        </p:txBody>
      </p:sp>
      <p:pic>
        <p:nvPicPr>
          <p:cNvPr id="170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TextBox 1"/>
          <p:cNvSpPr txBox="1"/>
          <p:nvPr/>
        </p:nvSpPr>
        <p:spPr>
          <a:xfrm>
            <a:off x="883919" y="1219202"/>
            <a:ext cx="7985762" cy="1525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අනගි පුද මෙන ආලෙ ඇති දෙය ගෙන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හට පෙමයෙන පුදමු සැමා</a:t>
            </a:r>
          </a:p>
        </p:txBody>
      </p:sp>
      <p:sp>
        <p:nvSpPr>
          <p:cNvPr id="1707" name="TextBox 2"/>
          <p:cNvSpPr txBox="1"/>
          <p:nvPr/>
        </p:nvSpPr>
        <p:spPr>
          <a:xfrm>
            <a:off x="1569719" y="3252611"/>
            <a:ext cx="63855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තුමන්ටා වේ වා ම්හිමා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සතුන්ටා වේ වා කරුණා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දෙන සමගි ව සැමට ම පෙමැති ව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දෙන සමගි ව තොස වඩනා </a:t>
            </a:r>
          </a:p>
        </p:txBody>
      </p:sp>
      <p:pic>
        <p:nvPicPr>
          <p:cNvPr id="170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TextBox 1"/>
          <p:cNvSpPr txBox="1"/>
          <p:nvPr/>
        </p:nvSpPr>
        <p:spPr>
          <a:xfrm>
            <a:off x="3505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81</a:t>
            </a:r>
          </a:p>
        </p:txBody>
      </p:sp>
      <p:sp>
        <p:nvSpPr>
          <p:cNvPr id="1711" name="TextBox 2"/>
          <p:cNvSpPr txBox="1"/>
          <p:nvPr/>
        </p:nvSpPr>
        <p:spPr>
          <a:xfrm>
            <a:off x="922019" y="813374"/>
            <a:ext cx="77190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සවි බල දෙවි පුත් බෙත්ලෙහෙමෙහි අද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උපත ලැබූ බැවිනි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සෙන් සමගින අපි සොදා සංගි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ගයමු උසස් හඩිනා</a:t>
            </a:r>
          </a:p>
        </p:txBody>
      </p:sp>
      <p:sp>
        <p:nvSpPr>
          <p:cNvPr id="1712" name="TextBox 3"/>
          <p:cNvSpPr txBox="1"/>
          <p:nvPr/>
        </p:nvSpPr>
        <p:spPr>
          <a:xfrm>
            <a:off x="922019" y="3581399"/>
            <a:ext cx="77190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ලෙවි සත පවි දමිනා මුදවනුවට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ඉපදුණ කිතු සමිටා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සුමුහිරි ගීතා පවසමු අද අපි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පිරිසිදු සිතිනි තුටා</a:t>
            </a:r>
          </a:p>
        </p:txBody>
      </p:sp>
      <p:pic>
        <p:nvPicPr>
          <p:cNvPr id="171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TextBox 1"/>
          <p:cNvSpPr txBox="1"/>
          <p:nvPr/>
        </p:nvSpPr>
        <p:spPr>
          <a:xfrm>
            <a:off x="922019" y="813374"/>
            <a:ext cx="77190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සැප අත්හැර පාපී අප හට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අදරින මනු ලොවට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පැමිණා සත් දම් පැවසුව කිතු සමි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වදිමුව අපි බැතිනා</a:t>
            </a:r>
          </a:p>
        </p:txBody>
      </p:sp>
      <p:sp>
        <p:nvSpPr>
          <p:cNvPr id="1716" name="TextBox 2"/>
          <p:cNvSpPr txBox="1"/>
          <p:nvPr/>
        </p:nvSpPr>
        <p:spPr>
          <a:xfrm>
            <a:off x="922019" y="3581399"/>
            <a:ext cx="77190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බව සිරුරෙන් වසමින ඉපදී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මරියාවන් කුසිනා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මිනිසත් බැව් ගත් අප කිතු සමිදුන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වදිමුව අපි බැතිනා</a:t>
            </a:r>
          </a:p>
        </p:txBody>
      </p:sp>
      <p:pic>
        <p:nvPicPr>
          <p:cNvPr id="171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TextBox 1"/>
          <p:cNvSpPr txBox="1"/>
          <p:nvPr/>
        </p:nvSpPr>
        <p:spPr>
          <a:xfrm>
            <a:off x="922019" y="813374"/>
            <a:ext cx="77190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දෙවමින අලුතෙන් උපතා සොද ලෙස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ලෙව් සත ගලවන්ටා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ඉපදුණ අද දින ජේසුස් දම් හිරු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වදිමුව තුටු ලෙසටා</a:t>
            </a:r>
          </a:p>
        </p:txBody>
      </p:sp>
      <p:sp>
        <p:nvSpPr>
          <p:cNvPr id="1720" name="TextBox 2"/>
          <p:cNvSpPr txBox="1"/>
          <p:nvPr/>
        </p:nvSpPr>
        <p:spPr>
          <a:xfrm>
            <a:off x="922019" y="3581399"/>
            <a:ext cx="77190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බලනට කුමරුන් ජේසුස් අපගේ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ගව රැළ හැර ලමිනා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ගිය ලෙස එඩේරු සැම දෙන විගසින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අපි සැම යමු තුටිනා </a:t>
            </a:r>
          </a:p>
        </p:txBody>
      </p:sp>
      <p:pic>
        <p:nvPicPr>
          <p:cNvPr id="172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TextBox 1"/>
          <p:cNvSpPr txBox="1"/>
          <p:nvPr/>
        </p:nvSpPr>
        <p:spPr>
          <a:xfrm>
            <a:off x="922019" y="813374"/>
            <a:ext cx="77190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ලෙසින් දැන් අපි කරන්ට තුති පුද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කිතු කුමරිදුටා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බැතියෙන් සැරසෙමු ගයමින් මනහර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ගීතා සොද ලෙසටා</a:t>
            </a:r>
          </a:p>
        </p:txBody>
      </p:sp>
      <p:sp>
        <p:nvSpPr>
          <p:cNvPr id="1724" name="TextBox 2"/>
          <p:cNvSpPr txBox="1"/>
          <p:nvPr/>
        </p:nvSpPr>
        <p:spPr>
          <a:xfrm>
            <a:off x="922019" y="3581399"/>
            <a:ext cx="77190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පව්කරුවන් සැම උදෙසා බිලිදකු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විලසින ලැබූ උපතා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ජේසුනි බුහුමන් ඔබ හට කරමුව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පෙම්වත් සිතිනි ඉතා</a:t>
            </a:r>
          </a:p>
        </p:txBody>
      </p:sp>
      <p:pic>
        <p:nvPicPr>
          <p:cNvPr id="172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TextBox 1"/>
          <p:cNvSpPr txBox="1"/>
          <p:nvPr/>
        </p:nvSpPr>
        <p:spPr>
          <a:xfrm>
            <a:off x="922019" y="813374"/>
            <a:ext cx="77190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පිය වදනා මිනිසත් බව ගෙන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විදි කිතු සමිදා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වනමුව වදිමුව ගයමින තුති ගී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වී අපි මෙ ලෙදා</a:t>
            </a:r>
          </a:p>
        </p:txBody>
      </p:sp>
      <p:pic>
        <p:nvPicPr>
          <p:cNvPr id="172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TextBox 1"/>
          <p:cNvSpPr txBox="1"/>
          <p:nvPr/>
        </p:nvSpPr>
        <p:spPr>
          <a:xfrm>
            <a:off x="3505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82</a:t>
            </a:r>
          </a:p>
        </p:txBody>
      </p:sp>
      <p:sp>
        <p:nvSpPr>
          <p:cNvPr id="1731" name="TextBox 2"/>
          <p:cNvSpPr txBox="1"/>
          <p:nvPr/>
        </p:nvSpPr>
        <p:spPr>
          <a:xfrm>
            <a:off x="121919" y="1676400"/>
            <a:ext cx="89001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වදිමු ජේසු දේව ස්වාමි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බැතින ප්‍රේමයෙන් හදා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පවිටු සැම සත් මුදන්ට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ලොවට ආ නිසා මෙදා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සැපත අත් හැරා සගේ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මනු කයක් දරාගනේ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උපනි බෙත්ලෙහෙම් පුරේහි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ගවලෙනේ මෙ රැ දිනේ</a:t>
            </a:r>
          </a:p>
        </p:txBody>
      </p:sp>
      <p:pic>
        <p:nvPicPr>
          <p:cNvPr id="173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TextBox 1"/>
          <p:cNvSpPr txBox="1"/>
          <p:nvPr/>
        </p:nvSpPr>
        <p:spPr>
          <a:xfrm>
            <a:off x="121919" y="1676400"/>
            <a:ext cx="89001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මෙදින දේව දුත සේනා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නොමින ප්‍රීතියෙන් පිනා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ලොවට බිහි වූ ජේසු දේව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කුමරු නිත් වදිත් මනා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අහසෙ ප්‍රීති ගී නදා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පතුරම්න් බැතින් හදා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සුබසුන් ගොපල් දනන්ට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පළ කළෝ තුටින් සෙදා</a:t>
            </a:r>
          </a:p>
        </p:txBody>
      </p:sp>
      <p:pic>
        <p:nvPicPr>
          <p:cNvPr id="173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TextBox 1"/>
          <p:cNvSpPr txBox="1"/>
          <p:nvPr/>
        </p:nvSpPr>
        <p:spPr>
          <a:xfrm>
            <a:off x="274319" y="1676399"/>
            <a:ext cx="8671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නුබ කුසේහි පෑ දිමුත් එ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තරුව තේජවන් දැකා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පඩිවරු පිටත්ව ආවො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දුරින බෝ දරා දුකා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රැගෙනා ආ අනර්ග වන්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පඩුරු සැම සිත් තුටින්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හිමිට ජේසු දේව පුත්‍ර </a:t>
            </a:r>
            <a:r>
              <a:t>-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පුද කළෝ වැදා බැතින්</a:t>
            </a:r>
          </a:p>
        </p:txBody>
      </p:sp>
      <p:pic>
        <p:nvPicPr>
          <p:cNvPr id="173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TextBox 1"/>
          <p:cNvSpPr txBox="1"/>
          <p:nvPr/>
        </p:nvSpPr>
        <p:spPr>
          <a:xfrm>
            <a:off x="198119" y="1676400"/>
            <a:ext cx="87477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වදිමු එක් වී ජේසු දේව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නදන මේ දිනේ තෙදා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නොමින ප්‍රීති ගීත නාද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හිමිට දෙව් බැතින් හදා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පුදමු සැම සිත් බැතින්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හිමිට ජේසු පුත් සුරන්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සුබ නත්තලේ සැවෝම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වදිමු ජේසු සොම්නසින්</a:t>
            </a:r>
          </a:p>
        </p:txBody>
      </p:sp>
      <p:pic>
        <p:nvPicPr>
          <p:cNvPr id="174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TextBox 1"/>
          <p:cNvSpPr txBox="1"/>
          <p:nvPr/>
        </p:nvSpPr>
        <p:spPr>
          <a:xfrm>
            <a:off x="3505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83</a:t>
            </a:r>
          </a:p>
        </p:txBody>
      </p:sp>
      <p:sp>
        <p:nvSpPr>
          <p:cNvPr id="1744" name="TextBox 2"/>
          <p:cNvSpPr txBox="1"/>
          <p:nvPr/>
        </p:nvSpPr>
        <p:spPr>
          <a:xfrm>
            <a:off x="2026919" y="813374"/>
            <a:ext cx="5471162" cy="1830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ත්‍රි ලෝ මැව් දේව ශ්‍රී පුත් නදා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ස්වර්ග සම්පත හැර මේ ලෝ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විය ජනිතා මෙ දා</a:t>
            </a:r>
          </a:p>
        </p:txBody>
      </p:sp>
      <p:sp>
        <p:nvSpPr>
          <p:cNvPr id="1745" name="TextBox 3"/>
          <p:cNvSpPr txBox="1"/>
          <p:nvPr/>
        </p:nvSpPr>
        <p:spPr>
          <a:xfrm>
            <a:off x="845819" y="3276599"/>
            <a:ext cx="7604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පාපෙන සත මුදනා මෙන ප්‍රේමා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ගනිමින මනු වෙස දිළිදකු සේමා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ගව ලෙන තුළ තණ පිට බෙත්ලෙහෙමා </a:t>
            </a:r>
            <a:r>
              <a:t>-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	ලෝ මැව් දෙවි ශ්‍රී</a:t>
            </a:r>
            <a:r>
              <a:t>...</a:t>
            </a:r>
          </a:p>
        </p:txBody>
      </p:sp>
      <p:pic>
        <p:nvPicPr>
          <p:cNvPr id="174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TextBox 1"/>
          <p:cNvSpPr txBox="1"/>
          <p:nvPr/>
        </p:nvSpPr>
        <p:spPr>
          <a:xfrm>
            <a:off x="2026919" y="813374"/>
            <a:ext cx="5471162" cy="1830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ත්‍රි ලෝ මැව් දේව ශ්‍රී පුත් නදා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ස්වර්ග සම්පත හැර මේ ලෝ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විය ජනිතා මෙ දා</a:t>
            </a:r>
          </a:p>
        </p:txBody>
      </p:sp>
      <p:sp>
        <p:nvSpPr>
          <p:cNvPr id="1749" name="TextBox 2"/>
          <p:cNvSpPr txBox="1"/>
          <p:nvPr/>
        </p:nvSpPr>
        <p:spPr>
          <a:xfrm>
            <a:off x="1493519" y="3276599"/>
            <a:ext cx="7604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පිත් දෙවිදුගෙ තුරුලේ සැප සේමා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නිත් ගරු බුහුමන් විදි සැම කල්මා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එකුමරු ගව ලෙන තුළ අද නිදනා </a:t>
            </a:r>
            <a:r>
              <a:t>-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ලෝ මැව් දෙවි ශ්‍රී</a:t>
            </a:r>
            <a:r>
              <a:t>...</a:t>
            </a:r>
          </a:p>
        </p:txBody>
      </p:sp>
      <p:pic>
        <p:nvPicPr>
          <p:cNvPr id="175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TextBox 1"/>
          <p:cNvSpPr txBox="1"/>
          <p:nvPr/>
        </p:nvSpPr>
        <p:spPr>
          <a:xfrm>
            <a:off x="2026919" y="813374"/>
            <a:ext cx="5471162" cy="1830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ත්‍රි ලෝ මැව් දේව ශ්‍රී පුත් නදා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ස්වර්ග සම්පත හැර මේ ලෝ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විය ජනිතා මෙ දා</a:t>
            </a:r>
          </a:p>
        </p:txBody>
      </p:sp>
      <p:sp>
        <p:nvSpPr>
          <p:cNvPr id="1753" name="TextBox 2"/>
          <p:cNvSpPr txBox="1"/>
          <p:nvPr/>
        </p:nvSpPr>
        <p:spPr>
          <a:xfrm>
            <a:off x="1264919" y="3276599"/>
            <a:ext cx="7604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යව් පවිටුනි මෙ දිනා වදිනා මෙන්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සිරි පද එතුමන් නීති බැති ප්‍රේමෙන්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ගැලවුම්කරු හට දෙමු තුති සුපසන් </a:t>
            </a:r>
            <a:r>
              <a:t>-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ලෝ මැව් දෙවි ශ්‍රී</a:t>
            </a:r>
            <a:r>
              <a:t>...</a:t>
            </a:r>
          </a:p>
        </p:txBody>
      </p:sp>
      <p:pic>
        <p:nvPicPr>
          <p:cNvPr id="175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TextBox 1"/>
          <p:cNvSpPr txBox="1"/>
          <p:nvPr/>
        </p:nvSpPr>
        <p:spPr>
          <a:xfrm>
            <a:off x="3505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84</a:t>
            </a:r>
          </a:p>
        </p:txBody>
      </p:sp>
      <p:sp>
        <p:nvSpPr>
          <p:cNvPr id="1757" name="TextBox 2"/>
          <p:cNvSpPr txBox="1"/>
          <p:nvPr/>
        </p:nvSpPr>
        <p:spPr>
          <a:xfrm>
            <a:off x="2026919" y="813374"/>
            <a:ext cx="5471162" cy="1830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කිම් ද අහසෙ ඇසෙන තුති නදා</a:t>
            </a:r>
          </a:p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පුදුමෙකි මේ</a:t>
            </a:r>
          </a:p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කිම් ද අහසෙ ඇසෙන තුති නදා </a:t>
            </a:r>
          </a:p>
        </p:txBody>
      </p:sp>
      <p:sp>
        <p:nvSpPr>
          <p:cNvPr id="1758" name="TextBox 3"/>
          <p:cNvSpPr txBox="1"/>
          <p:nvPr/>
        </p:nvSpPr>
        <p:spPr>
          <a:xfrm>
            <a:off x="845819" y="3276599"/>
            <a:ext cx="7604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පවින මුදන ලෙස සැමා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සුතන දෙවිදු මනරමා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ජනිත විය පෙමා දවිදු පුර එ බෙත්ලෙමා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                         පුදුමෙකි මේ</a:t>
            </a:r>
            <a:r>
              <a:t>....</a:t>
            </a:r>
          </a:p>
        </p:txBody>
      </p:sp>
      <p:pic>
        <p:nvPicPr>
          <p:cNvPr id="175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TextBox 2"/>
          <p:cNvSpPr txBox="1"/>
          <p:nvPr/>
        </p:nvSpPr>
        <p:spPr>
          <a:xfrm>
            <a:off x="2026919" y="813374"/>
            <a:ext cx="5471162" cy="1830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කිම් ද අහසෙ ඇසෙන තුති නදා</a:t>
            </a:r>
          </a:p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පුදුමෙකි මේ</a:t>
            </a:r>
          </a:p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කිම් ද අහසෙ ඇසෙන තුති නදා </a:t>
            </a:r>
          </a:p>
        </p:txBody>
      </p:sp>
      <p:sp>
        <p:nvSpPr>
          <p:cNvPr id="1762" name="TextBox 3"/>
          <p:cNvSpPr txBox="1"/>
          <p:nvPr/>
        </p:nvSpPr>
        <p:spPr>
          <a:xfrm>
            <a:off x="845819" y="3276599"/>
            <a:ext cx="7604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සගයෙ වසන දෙවිදුටා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ගව්රවය මහිමය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පොළොවෙ සැම කලා සමගිතාව පැතිරෙවා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		පුදුමෙකි මේ</a:t>
            </a:r>
            <a:r>
              <a:t>....</a:t>
            </a:r>
          </a:p>
        </p:txBody>
      </p:sp>
      <p:pic>
        <p:nvPicPr>
          <p:cNvPr id="176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TextBox 1"/>
          <p:cNvSpPr txBox="1"/>
          <p:nvPr/>
        </p:nvSpPr>
        <p:spPr>
          <a:xfrm>
            <a:off x="2026919" y="813374"/>
            <a:ext cx="5471162" cy="1830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කිම් ද අහසෙ ඇසෙන තුති නදා</a:t>
            </a:r>
          </a:p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පුදුමෙකි මේ</a:t>
            </a:r>
          </a:p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කිම් ද අහසෙ ඇසෙන තුති නදා </a:t>
            </a:r>
          </a:p>
        </p:txBody>
      </p:sp>
      <p:sp>
        <p:nvSpPr>
          <p:cNvPr id="1766" name="TextBox 2"/>
          <p:cNvSpPr txBox="1"/>
          <p:nvPr/>
        </p:nvSpPr>
        <p:spPr>
          <a:xfrm>
            <a:off x="845819" y="3276599"/>
            <a:ext cx="7604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දුත රැස මේ විලසිනා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 හට ගෙව්රවයෙනා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තුති බැතියෙනා පිදුවො ගුවන සරමිනා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		පුදුමෙකි මේ</a:t>
            </a:r>
            <a:r>
              <a:t>...</a:t>
            </a:r>
          </a:p>
        </p:txBody>
      </p:sp>
      <p:pic>
        <p:nvPicPr>
          <p:cNvPr id="176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TextBox 1"/>
          <p:cNvSpPr txBox="1"/>
          <p:nvPr/>
        </p:nvSpPr>
        <p:spPr>
          <a:xfrm>
            <a:off x="3505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85</a:t>
            </a:r>
          </a:p>
        </p:txBody>
      </p:sp>
      <p:sp>
        <p:nvSpPr>
          <p:cNvPr id="1770" name="TextBox 2"/>
          <p:cNvSpPr txBox="1"/>
          <p:nvPr/>
        </p:nvSpPr>
        <p:spPr>
          <a:xfrm>
            <a:off x="1950719" y="3810001"/>
            <a:ext cx="54711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පැවසු පොරණ බස ලෙසින්</a:t>
            </a:r>
          </a:p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දවිදු නුවර බැතිලෙහෙම්</a:t>
            </a:r>
          </a:p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කන්‍යා කුසින පුණ්‍ය වන්</a:t>
            </a:r>
          </a:p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 තුමා ඉපදුණා</a:t>
            </a:r>
          </a:p>
        </p:txBody>
      </p:sp>
      <p:sp>
        <p:nvSpPr>
          <p:cNvPr id="1771" name="TextBox 3"/>
          <p:cNvSpPr txBox="1"/>
          <p:nvPr/>
        </p:nvSpPr>
        <p:spPr>
          <a:xfrm>
            <a:off x="1226819" y="990599"/>
            <a:ext cx="7604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ත්‍රි ලෝ තෙදින මැව් දෙවිදු සුතන නදා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ස්වර්ග සැපත අත් හැරා තුටින හදා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පාපෙන සත් මුදන විලස ලෝ කුසා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රැයේ ජනිතා විය රැගෙන මනු වෙසා</a:t>
            </a:r>
          </a:p>
        </p:txBody>
      </p:sp>
      <p:pic>
        <p:nvPicPr>
          <p:cNvPr id="177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TextBox 1"/>
          <p:cNvSpPr txBox="1"/>
          <p:nvPr/>
        </p:nvSpPr>
        <p:spPr>
          <a:xfrm>
            <a:off x="1950719" y="3810001"/>
            <a:ext cx="54711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පැවසු පොරණ බස ලෙසින්</a:t>
            </a:r>
          </a:p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දවිදු නුවර බැතිලෙහෙම්</a:t>
            </a:r>
          </a:p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කන්‍යා කුසින පුණ්‍ය වන්</a:t>
            </a:r>
          </a:p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 තුමා ඉපදුණා</a:t>
            </a:r>
          </a:p>
        </p:txBody>
      </p:sp>
      <p:sp>
        <p:nvSpPr>
          <p:cNvPr id="1775" name="TextBox 2"/>
          <p:cNvSpPr txBox="1"/>
          <p:nvPr/>
        </p:nvSpPr>
        <p:spPr>
          <a:xfrm>
            <a:off x="1226819" y="990599"/>
            <a:ext cx="7604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රෑ පිරිස දේව සගයෙ තුති නදා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දුන්නෝ දෙවිදුටා මහත් හඩින තෙදා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ලෙස මේ අපිත් ඒ හිමිට මන නදා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තුති ගී පැසසුම් දෙමු බැතින සිත් පුදා</a:t>
            </a:r>
          </a:p>
        </p:txBody>
      </p:sp>
      <p:pic>
        <p:nvPicPr>
          <p:cNvPr id="177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TextBox 1"/>
          <p:cNvSpPr txBox="1"/>
          <p:nvPr/>
        </p:nvSpPr>
        <p:spPr>
          <a:xfrm>
            <a:off x="1950719" y="3810001"/>
            <a:ext cx="54711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පැවසු පොරණ බස ලෙසින්</a:t>
            </a:r>
          </a:p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දවිදු නුවර බැතිලෙහෙම්</a:t>
            </a:r>
          </a:p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කන්‍යා කුසින පුණ්‍ය වන්</a:t>
            </a:r>
          </a:p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 තුමා ඉපදුණා</a:t>
            </a:r>
          </a:p>
        </p:txBody>
      </p:sp>
      <p:sp>
        <p:nvSpPr>
          <p:cNvPr id="1779" name="TextBox 2"/>
          <p:cNvSpPr txBox="1"/>
          <p:nvPr/>
        </p:nvSpPr>
        <p:spPr>
          <a:xfrm>
            <a:off x="1226819" y="990599"/>
            <a:ext cx="7604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බිලිදු දේව කුමරු සුපවරා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පාපීන් වෙතට ආවෙ ආලයෙන තිරා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දින සැම සතට ප්‍රීති ගෙන දෙනා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සුබ නත්තල වේ තුති හිමිට දෙමු පිනා</a:t>
            </a:r>
          </a:p>
        </p:txBody>
      </p:sp>
      <p:pic>
        <p:nvPicPr>
          <p:cNvPr id="178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TextBox 1"/>
          <p:cNvSpPr txBox="1"/>
          <p:nvPr/>
        </p:nvSpPr>
        <p:spPr>
          <a:xfrm>
            <a:off x="3505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86</a:t>
            </a:r>
          </a:p>
        </p:txBody>
      </p:sp>
      <p:sp>
        <p:nvSpPr>
          <p:cNvPr id="1783" name="TextBox 2"/>
          <p:cNvSpPr txBox="1"/>
          <p:nvPr/>
        </p:nvSpPr>
        <p:spPr>
          <a:xfrm>
            <a:off x="1722119" y="990600"/>
            <a:ext cx="54711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මව් බිම් කිත් දහමේ</a:t>
            </a:r>
          </a:p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රන් බිම අප හැමගේ</a:t>
            </a:r>
          </a:p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ජය බිම සව් සතගේ</a:t>
            </a:r>
          </a:p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සිරි බෙත්ලෙම් පුර වේ</a:t>
            </a:r>
          </a:p>
        </p:txBody>
      </p:sp>
      <p:sp>
        <p:nvSpPr>
          <p:cNvPr id="1784" name="TextBox 3"/>
          <p:cNvSpPr txBox="1"/>
          <p:nvPr/>
        </p:nvSpPr>
        <p:spPr>
          <a:xfrm>
            <a:off x="1207769" y="3505199"/>
            <a:ext cx="7604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සිරි බර කෙත් වත් බැලු තැනේ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නිල් කදු ගැට ඈතින් දිස් වේ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බැටළු රැළෙකි තණ බිම් අතරේ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බෙත්ලෙහෙමේ</a:t>
            </a:r>
            <a:r>
              <a:t>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සිරිය මැවේ</a:t>
            </a:r>
          </a:p>
        </p:txBody>
      </p:sp>
      <p:pic>
        <p:nvPicPr>
          <p:cNvPr id="178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TextBox 1"/>
          <p:cNvSpPr txBox="1"/>
          <p:nvPr/>
        </p:nvSpPr>
        <p:spPr>
          <a:xfrm>
            <a:off x="1722119" y="990600"/>
            <a:ext cx="54711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මව් බිම් කිත් දහමේ</a:t>
            </a:r>
          </a:p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රන් බිම අප හැමගේ</a:t>
            </a:r>
          </a:p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ජය බිම සව් සතගේ</a:t>
            </a:r>
          </a:p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සිරි බෙත්ලෙම් පුර වේ</a:t>
            </a:r>
          </a:p>
        </p:txBody>
      </p:sp>
      <p:sp>
        <p:nvSpPr>
          <p:cNvPr id="1788" name="TextBox 2"/>
          <p:cNvSpPr txBox="1"/>
          <p:nvPr/>
        </p:nvSpPr>
        <p:spPr>
          <a:xfrm>
            <a:off x="1207769" y="3505199"/>
            <a:ext cx="7604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පැතිරෙන වස් දඩු ගී රාවේ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මද සුළගේ හැම අත පාවේ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ගොපලුන් සීතල මැදි යාමේ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රැළ රකිමින්</a:t>
            </a:r>
            <a:r>
              <a:t>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සිටිනු පෙනේ</a:t>
            </a:r>
          </a:p>
        </p:txBody>
      </p:sp>
      <p:pic>
        <p:nvPicPr>
          <p:cNvPr id="178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TextBox 1"/>
          <p:cNvSpPr txBox="1"/>
          <p:nvPr/>
        </p:nvSpPr>
        <p:spPr>
          <a:xfrm>
            <a:off x="1722119" y="990600"/>
            <a:ext cx="54711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මව් බිම් කිත් දහමේ</a:t>
            </a:r>
          </a:p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රන් බිම අප හැමගේ</a:t>
            </a:r>
          </a:p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ජය බිම සව් සතගේ</a:t>
            </a:r>
          </a:p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සිරි බෙත්ලෙම් පුර වේ</a:t>
            </a:r>
          </a:p>
        </p:txBody>
      </p:sp>
      <p:sp>
        <p:nvSpPr>
          <p:cNvPr id="1792" name="TextBox 2"/>
          <p:cNvSpPr txBox="1"/>
          <p:nvPr/>
        </p:nvSpPr>
        <p:spPr>
          <a:xfrm>
            <a:off x="1207769" y="3505199"/>
            <a:ext cx="7604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නිල </a:t>
            </a:r>
            <a:r>
              <a:rPr>
                <a:latin typeface="FS-Anurada"/>
                <a:ea typeface="FS-Anurada"/>
                <a:cs typeface="FS-Anurada"/>
                <a:sym typeface="FS-Anurada"/>
              </a:rPr>
              <a:t>U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 දිදුලන තරු අතරේ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රන් තරුවෙකි පායා ඇත්තේ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ලකුණෙකි එය සුර කුමරුන්ගේ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බෙත්ලෙහෙමේ</a:t>
            </a:r>
            <a:r>
              <a:t>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මහිමෙ පෙනේ</a:t>
            </a:r>
          </a:p>
        </p:txBody>
      </p:sp>
      <p:pic>
        <p:nvPicPr>
          <p:cNvPr id="179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TextBox 1"/>
          <p:cNvSpPr txBox="1"/>
          <p:nvPr/>
        </p:nvSpPr>
        <p:spPr>
          <a:xfrm>
            <a:off x="1722119" y="990600"/>
            <a:ext cx="54711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මව් බිම් කිත් දහමේ</a:t>
            </a:r>
          </a:p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රන් බිම අප හැමගේ</a:t>
            </a:r>
          </a:p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ජය බිම සව් සතගේ</a:t>
            </a:r>
          </a:p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සිරි බෙත්ලෙම් පුර වේ</a:t>
            </a:r>
          </a:p>
        </p:txBody>
      </p:sp>
      <p:sp>
        <p:nvSpPr>
          <p:cNvPr id="1796" name="TextBox 2"/>
          <p:cNvSpPr txBox="1"/>
          <p:nvPr/>
        </p:nvSpPr>
        <p:spPr>
          <a:xfrm>
            <a:off x="1207769" y="3505199"/>
            <a:ext cx="7604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සත වෙත කිතු හඩ නැගුණේ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බෙත්ලෙහෙමෙහි යුදා දෙසේ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නවෝදයෙකි ඉන් බිහි වුයේ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හැමගේ</a:t>
            </a:r>
            <a:r>
              <a:t>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සෙත සැදුණේ</a:t>
            </a:r>
          </a:p>
        </p:txBody>
      </p:sp>
      <p:pic>
        <p:nvPicPr>
          <p:cNvPr id="179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TextBox 1"/>
          <p:cNvSpPr txBox="1"/>
          <p:nvPr/>
        </p:nvSpPr>
        <p:spPr>
          <a:xfrm>
            <a:off x="3505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87</a:t>
            </a:r>
          </a:p>
        </p:txBody>
      </p:sp>
      <p:sp>
        <p:nvSpPr>
          <p:cNvPr id="1800" name="TextBox 2"/>
          <p:cNvSpPr txBox="1"/>
          <p:nvPr/>
        </p:nvSpPr>
        <p:spPr>
          <a:xfrm>
            <a:off x="1645919" y="1066799"/>
            <a:ext cx="50520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මනු සත ගලවන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 සිත දරමින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 වැඩි අදරින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ගයනෙමු ජේසු ගුණ</a:t>
            </a:r>
          </a:p>
        </p:txBody>
      </p:sp>
      <p:sp>
        <p:nvSpPr>
          <p:cNvPr id="1801" name="TextBox 3"/>
          <p:cNvSpPr txBox="1"/>
          <p:nvPr/>
        </p:nvSpPr>
        <p:spPr>
          <a:xfrm>
            <a:off x="1645919" y="3733799"/>
            <a:ext cx="50520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කිතු දම පැතිරෙණ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රටවල සැම දෙන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තුති ගොස නගමින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නද දෙති මෙම දින</a:t>
            </a:r>
          </a:p>
        </p:txBody>
      </p:sp>
      <p:pic>
        <p:nvPicPr>
          <p:cNvPr id="180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TextBox 1"/>
          <p:cNvSpPr txBox="1"/>
          <p:nvPr/>
        </p:nvSpPr>
        <p:spPr>
          <a:xfrm>
            <a:off x="1645919" y="1066799"/>
            <a:ext cx="50520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සමහරු මෙම දිනේ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නොමසුරු ගති ගෙනේ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තිර නැති දෙය ගැනේ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කරදර වෙති අනේ</a:t>
            </a:r>
          </a:p>
        </p:txBody>
      </p:sp>
      <p:sp>
        <p:nvSpPr>
          <p:cNvPr id="1805" name="TextBox 2"/>
          <p:cNvSpPr txBox="1"/>
          <p:nvPr/>
        </p:nvSpPr>
        <p:spPr>
          <a:xfrm>
            <a:off x="1645919" y="3733799"/>
            <a:ext cx="50520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කිතු තුම උපන් දින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කොන් කර තබමින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මෙම දින නෙක දන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එම තුම දුර ලන</a:t>
            </a:r>
          </a:p>
        </p:txBody>
      </p:sp>
      <p:pic>
        <p:nvPicPr>
          <p:cNvPr id="180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TextBox 1"/>
          <p:cNvSpPr txBox="1"/>
          <p:nvPr/>
        </p:nvSpPr>
        <p:spPr>
          <a:xfrm>
            <a:off x="1645919" y="1066799"/>
            <a:ext cx="50520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දෙවිදුට ගරු වන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නීති හිමි පැසසෙන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 සුව ගෙන දෙන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ගත කළ මැන</a:t>
            </a:r>
          </a:p>
        </p:txBody>
      </p:sp>
      <p:sp>
        <p:nvSpPr>
          <p:cNvPr id="1809" name="TextBox 2"/>
          <p:cNvSpPr txBox="1"/>
          <p:nvPr/>
        </p:nvSpPr>
        <p:spPr>
          <a:xfrm>
            <a:off x="1645919" y="3733799"/>
            <a:ext cx="50520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බැති පෙම් වඩමින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තුති නෙක පුදමින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අපි සැම එකගින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නමදිමු සතුටින</a:t>
            </a:r>
          </a:p>
        </p:txBody>
      </p:sp>
      <p:pic>
        <p:nvPicPr>
          <p:cNvPr id="181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TextBox 1"/>
          <p:cNvSpPr txBox="1"/>
          <p:nvPr/>
        </p:nvSpPr>
        <p:spPr>
          <a:xfrm>
            <a:off x="1645919" y="1066799"/>
            <a:ext cx="50520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මහිමය දෙවිදුටත්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සාමය මිහි පිටත්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සෙනෙහස සත හටත්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වා යි දුත ගයත්</a:t>
            </a:r>
          </a:p>
        </p:txBody>
      </p:sp>
      <p:pic>
        <p:nvPicPr>
          <p:cNvPr id="181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TextBox 1"/>
          <p:cNvSpPr txBox="1"/>
          <p:nvPr/>
        </p:nvSpPr>
        <p:spPr>
          <a:xfrm>
            <a:off x="3505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88</a:t>
            </a:r>
          </a:p>
        </p:txBody>
      </p:sp>
      <p:sp>
        <p:nvSpPr>
          <p:cNvPr id="1816" name="TextBox 2"/>
          <p:cNvSpPr txBox="1"/>
          <p:nvPr/>
        </p:nvSpPr>
        <p:spPr>
          <a:xfrm>
            <a:off x="731519" y="990599"/>
            <a:ext cx="7757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සදක් නො වේ රන් තරුවක් දිලෙන්නේ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අණක් නො වේ සුබ හසුනක් ගෙනෙන්නේ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හඩක් ඇසේ සුර දුත කැල ගයන්නේ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රැලක් ගොපලු රජ කුමරකු සොයන්නේ</a:t>
            </a:r>
          </a:p>
        </p:txBody>
      </p:sp>
      <p:sp>
        <p:nvSpPr>
          <p:cNvPr id="1817" name="TextBox 3"/>
          <p:cNvSpPr txBox="1"/>
          <p:nvPr/>
        </p:nvSpPr>
        <p:spPr>
          <a:xfrm>
            <a:off x="731519" y="3809999"/>
            <a:ext cx="7757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රැයක් වුවත් අදුරක් නො මා තිබෙන්නේ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දුරක් වුවත් වෙහෙසක් නො ම දැනෙන්නේ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බියක් සැකක් නොව සතුටක් හැගෙන්නේ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රටක් ගමක් පසු කර පිය නගන්නේ</a:t>
            </a:r>
          </a:p>
        </p:txBody>
      </p:sp>
      <p:pic>
        <p:nvPicPr>
          <p:cNvPr id="181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TextBox 1"/>
          <p:cNvSpPr txBox="1"/>
          <p:nvPr/>
        </p:nvSpPr>
        <p:spPr>
          <a:xfrm>
            <a:off x="731519" y="990599"/>
            <a:ext cx="7757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මැදුරක් නො ව ගව මඩුවක් පෙනෙන්නේ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පහනක් නො ව රන් තරුවක් දිලෙන්නේ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පැදුරක් නො ව පිදුරු මිටක් සැලෙන්නේ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යහනක් නො ව ගව ඔරුවක් තිබෙන්නේ</a:t>
            </a:r>
          </a:p>
        </p:txBody>
      </p:sp>
      <p:sp>
        <p:nvSpPr>
          <p:cNvPr id="1821" name="TextBox 2"/>
          <p:cNvSpPr txBox="1"/>
          <p:nvPr/>
        </p:nvSpPr>
        <p:spPr>
          <a:xfrm>
            <a:off x="731519" y="3809999"/>
            <a:ext cx="7757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රජිදෙක් නො ව වඩුවෙක් සන්තොසින්නේ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බිසවක් නො ව දිළිදු මවක් සිටින්නේ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ගැයුමක් නො ව බිළිදු හඩක් ඇසෙන්නේ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කුමරෙකු නො ව සුර කුමරෙකු උපන්නේ</a:t>
            </a:r>
          </a:p>
        </p:txBody>
      </p:sp>
      <p:pic>
        <p:nvPicPr>
          <p:cNvPr id="182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TextBox 1"/>
          <p:cNvSpPr txBox="1"/>
          <p:nvPr/>
        </p:nvSpPr>
        <p:spPr>
          <a:xfrm>
            <a:off x="3505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89</a:t>
            </a:r>
          </a:p>
        </p:txBody>
      </p:sp>
      <p:sp>
        <p:nvSpPr>
          <p:cNvPr id="1825" name="TextBox 2"/>
          <p:cNvSpPr txBox="1"/>
          <p:nvPr/>
        </p:nvSpPr>
        <p:spPr>
          <a:xfrm>
            <a:off x="1512569" y="914402"/>
            <a:ext cx="560451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සිගිති බිළිදුගෙ මුව</a:t>
            </a:r>
            <a:r>
              <a:t>’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 යස රැලි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කන්දෙ හැලෙනා මනා දිය ඇලි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රසය එක් වූ කුසුම් සුවදට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මිහිරි හැම තැන පැතිරී ඇත්තේ</a:t>
            </a:r>
          </a:p>
        </p:txBody>
      </p:sp>
      <p:sp>
        <p:nvSpPr>
          <p:cNvPr id="1826" name="TextBox 3"/>
          <p:cNvSpPr txBox="1"/>
          <p:nvPr/>
        </p:nvSpPr>
        <p:spPr>
          <a:xfrm>
            <a:off x="1188719" y="3352801"/>
            <a:ext cx="69570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ගොපලු ගීයෙක බට නළාවක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සදින් නැවුණු ගොයම් යායක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මිහිරි එක් වී දසතෙ විහිදී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අමුතු තරුවක් අහසේ බැබළේ</a:t>
            </a:r>
          </a:p>
        </p:txBody>
      </p:sp>
      <p:pic>
        <p:nvPicPr>
          <p:cNvPr id="182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TextBox 1"/>
          <p:cNvSpPr txBox="1"/>
          <p:nvPr/>
        </p:nvSpPr>
        <p:spPr>
          <a:xfrm>
            <a:off x="1512569" y="914402"/>
            <a:ext cx="560451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සිගිති බිළිදුගෙ මුව</a:t>
            </a:r>
            <a:r>
              <a:t>’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 යස රැලි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කන්දේ හැලෙනා මනා දිය ඇලි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රසය එක් වූ කුසුම් සුවදට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මිහිරි හැම තැන පැතිරී ඇත්තේ</a:t>
            </a:r>
          </a:p>
        </p:txBody>
      </p:sp>
      <p:sp>
        <p:nvSpPr>
          <p:cNvPr id="1830" name="TextBox 2"/>
          <p:cNvSpPr txBox="1"/>
          <p:nvPr/>
        </p:nvSpPr>
        <p:spPr>
          <a:xfrm>
            <a:off x="1188719" y="3352801"/>
            <a:ext cx="69570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ඈත පෙර දිග නුවණ ඇත්තෝ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දිමුත් තරු දැක නැකත් බැලුවෝ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ලොවට අදිපති රජකු ඉපදී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සිටින බව නිසැක ව ම දත්තෝ</a:t>
            </a:r>
          </a:p>
        </p:txBody>
      </p:sp>
      <p:pic>
        <p:nvPicPr>
          <p:cNvPr id="183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TextBox 1"/>
          <p:cNvSpPr txBox="1"/>
          <p:nvPr/>
        </p:nvSpPr>
        <p:spPr>
          <a:xfrm>
            <a:off x="1512569" y="914402"/>
            <a:ext cx="560451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සිගිති බිළිදුගෙ මුව</a:t>
            </a:r>
            <a:r>
              <a:t>’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 යස රැලි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කන්දේ හැලෙනා මනා දිය ඇලි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රසය එක් වූ කුසුම් සුවදට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මිහිරි හැම තැන පැතිරී ඇත්තේ</a:t>
            </a:r>
          </a:p>
        </p:txBody>
      </p:sp>
      <p:sp>
        <p:nvSpPr>
          <p:cNvPr id="1834" name="TextBox 2"/>
          <p:cNvSpPr txBox="1"/>
          <p:nvPr/>
        </p:nvSpPr>
        <p:spPr>
          <a:xfrm>
            <a:off x="1188719" y="3352801"/>
            <a:ext cx="69570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කුමරු ඔබ අද දිනත් අදිපති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කුමරු ඔබ හෙට දිනත් අදිපති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කුමරු ඔබ හැම දින ම අදිපති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නමෝ මාගේ කුමරු මා හිමි</a:t>
            </a:r>
          </a:p>
        </p:txBody>
      </p:sp>
      <p:pic>
        <p:nvPicPr>
          <p:cNvPr id="183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7" name="TextBox 1"/>
          <p:cNvSpPr txBox="1"/>
          <p:nvPr/>
        </p:nvSpPr>
        <p:spPr>
          <a:xfrm>
            <a:off x="1512569" y="914402"/>
            <a:ext cx="560451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සිගිති බිළිදුගෙ මුව</a:t>
            </a:r>
            <a:r>
              <a:t>’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 යස රැලි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කන්දේ හැලෙනා මනා දිය ඇලි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රසය එක් වූ කුසුම් සුවදට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මිහිරි හැම තැන පැතිරී ඇත්තේ</a:t>
            </a:r>
          </a:p>
        </p:txBody>
      </p:sp>
      <p:sp>
        <p:nvSpPr>
          <p:cNvPr id="1838" name="TextBox 2"/>
          <p:cNvSpPr txBox="1"/>
          <p:nvPr/>
        </p:nvSpPr>
        <p:spPr>
          <a:xfrm>
            <a:off x="1188719" y="3352801"/>
            <a:ext cx="69570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මිනිස් ලොව දුක් අදුර දුරු කර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සිතට හැම දින එළිය ගෙන දෙන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ගුරුනි ඔබගේ දහම සිහි කර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නිතිනි නමදිමි දොහොත බදිමින</a:t>
            </a:r>
          </a:p>
        </p:txBody>
      </p:sp>
      <p:pic>
        <p:nvPicPr>
          <p:cNvPr id="183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TextBox 3"/>
          <p:cNvSpPr txBox="1"/>
          <p:nvPr/>
        </p:nvSpPr>
        <p:spPr>
          <a:xfrm>
            <a:off x="579119" y="381002"/>
            <a:ext cx="746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90</a:t>
            </a:r>
          </a:p>
        </p:txBody>
      </p:sp>
      <p:sp>
        <p:nvSpPr>
          <p:cNvPr id="1842" name="TextBox 4"/>
          <p:cNvSpPr txBox="1"/>
          <p:nvPr/>
        </p:nvSpPr>
        <p:spPr>
          <a:xfrm>
            <a:off x="1032855" y="1027333"/>
            <a:ext cx="4671061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නැගෙව් ගොපලුනේ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පහන් එළිය මේ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කිම්ද නැගෙන්නේ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මහා රැ යාමේ</a:t>
            </a:r>
          </a:p>
        </p:txBody>
      </p:sp>
      <p:sp>
        <p:nvSpPr>
          <p:cNvPr id="1843" name="TextBox 6"/>
          <p:cNvSpPr txBox="1"/>
          <p:nvPr/>
        </p:nvSpPr>
        <p:spPr>
          <a:xfrm>
            <a:off x="970511" y="3505199"/>
            <a:ext cx="74523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සගෙන් පැමිණි දුත රැසක් ගීත ගයන්නේ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ගුවන් තලේ අගේ බලව් පට වැටෙන්නේ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පවන් මගේ ගීත හඩක් යලිත් දිවෙන්නේ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පුතුන් දෙවිදු උපන් වගක් ඔවුන් ගයන්නේ</a:t>
            </a:r>
          </a:p>
        </p:txBody>
      </p:sp>
      <p:pic>
        <p:nvPicPr>
          <p:cNvPr id="1844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TextBox 1"/>
          <p:cNvSpPr txBox="1"/>
          <p:nvPr/>
        </p:nvSpPr>
        <p:spPr>
          <a:xfrm>
            <a:off x="1032855" y="1027333"/>
            <a:ext cx="4671061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නැගෙව් ගොපලුනේ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පහන් එළිය මේ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කිම්ද නැගෙන්නේ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මහා රැ යාමේ</a:t>
            </a:r>
          </a:p>
        </p:txBody>
      </p:sp>
      <p:sp>
        <p:nvSpPr>
          <p:cNvPr id="1847" name="TextBox 2"/>
          <p:cNvSpPr txBox="1"/>
          <p:nvPr/>
        </p:nvSpPr>
        <p:spPr>
          <a:xfrm>
            <a:off x="1032855" y="3505199"/>
            <a:ext cx="7455826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යුදෙව් දනා පතා සිටිය ලොවේ මෙසායා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තබව් තබව් උපන් මගුල් තුඩින් තුඩේයා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අපේ රැහේ වහල් බැදුම් අදින් මිදේයා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ඉතින් අපේ රජෙක් සිටි නගව් ඔහෝයා</a:t>
            </a:r>
          </a:p>
        </p:txBody>
      </p:sp>
      <p:pic>
        <p:nvPicPr>
          <p:cNvPr id="184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TextBox 1"/>
          <p:cNvSpPr txBox="1"/>
          <p:nvPr/>
        </p:nvSpPr>
        <p:spPr>
          <a:xfrm>
            <a:off x="963584" y="914402"/>
            <a:ext cx="4671061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නැගෙව් ගොපලුනේ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පහන් එළිය මේ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කිම්ද නැගෙන්නේ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මහා රැ යාමේ</a:t>
            </a:r>
          </a:p>
        </p:txBody>
      </p:sp>
      <p:sp>
        <p:nvSpPr>
          <p:cNvPr id="1851" name="TextBox 2"/>
          <p:cNvSpPr txBox="1"/>
          <p:nvPr/>
        </p:nvSpPr>
        <p:spPr>
          <a:xfrm>
            <a:off x="883919" y="3505199"/>
            <a:ext cx="7985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සගේ සැපත් හැර දෙවී පුත් මෙලෝ වඩින්නේ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දුහුල් පලස් නො වේ පිදුරු ගොඩේ නිදන්නේ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දැනුත් පමා වැඩියි ඉතින් නැගෙව් කියන්නේ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ගොපල්ලනේ ඔබ යි මුලින් පුතුන් වදින්නේ   </a:t>
            </a:r>
          </a:p>
        </p:txBody>
      </p:sp>
      <p:pic>
        <p:nvPicPr>
          <p:cNvPr id="185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TextBox 1"/>
          <p:cNvSpPr txBox="1"/>
          <p:nvPr/>
        </p:nvSpPr>
        <p:spPr>
          <a:xfrm>
            <a:off x="3505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91</a:t>
            </a:r>
          </a:p>
        </p:txBody>
      </p:sp>
      <p:sp>
        <p:nvSpPr>
          <p:cNvPr id="1855" name="TextBox 2"/>
          <p:cNvSpPr txBox="1"/>
          <p:nvPr/>
        </p:nvSpPr>
        <p:spPr>
          <a:xfrm>
            <a:off x="1264919" y="1143002"/>
            <a:ext cx="40995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සිසිල සුළග වැදී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සිසිලස එයි ඇදී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ගව ඔරුවෙක වැදී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 පුතා නිදී</a:t>
            </a:r>
          </a:p>
        </p:txBody>
      </p:sp>
      <p:sp>
        <p:nvSpPr>
          <p:cNvPr id="1856" name="TextBox 3"/>
          <p:cNvSpPr txBox="1"/>
          <p:nvPr/>
        </p:nvSpPr>
        <p:spPr>
          <a:xfrm>
            <a:off x="4770119" y="4114801"/>
            <a:ext cx="39471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සුනිල ගගන තලේ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දිමුතු තරුව දිලේ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මනු ලොව ගව හලේ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බිලිදු මුහුණ දිලේ</a:t>
            </a:r>
          </a:p>
        </p:txBody>
      </p:sp>
      <p:pic>
        <p:nvPicPr>
          <p:cNvPr id="185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TextBox 1"/>
          <p:cNvSpPr txBox="1"/>
          <p:nvPr/>
        </p:nvSpPr>
        <p:spPr>
          <a:xfrm>
            <a:off x="1264919" y="1143002"/>
            <a:ext cx="40995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සිපැ නිදි දෙවි දුව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පුතු ලැබ නිදි සුව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සිටින විට දී මව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නර</a:t>
            </a:r>
            <a:r>
              <a:rPr>
                <a:latin typeface="FS-Anurada"/>
                <a:ea typeface="FS-Anurada"/>
                <a:cs typeface="FS-Anurada"/>
                <a:sym typeface="FS-Anurada"/>
              </a:rPr>
              <a:t>U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යි පුතු මුව</a:t>
            </a:r>
          </a:p>
        </p:txBody>
      </p:sp>
      <p:sp>
        <p:nvSpPr>
          <p:cNvPr id="1860" name="TextBox 2"/>
          <p:cNvSpPr txBox="1"/>
          <p:nvPr/>
        </p:nvSpPr>
        <p:spPr>
          <a:xfrm>
            <a:off x="4770119" y="4114801"/>
            <a:ext cx="39471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ගගන තලය පුරා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එකනිනාද දෙවා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ගද</a:t>
            </a:r>
            <a:r>
              <a:rPr>
                <a:latin typeface="FS-Anurada"/>
                <a:ea typeface="FS-Anurada"/>
                <a:cs typeface="FS-Anurada"/>
                <a:sym typeface="FS-Anurada"/>
              </a:rPr>
              <a:t>UQ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න් රැසා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පසසති දෙවි පුතා</a:t>
            </a:r>
          </a:p>
        </p:txBody>
      </p:sp>
      <p:pic>
        <p:nvPicPr>
          <p:cNvPr id="186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" name="TextBox 1"/>
          <p:cNvSpPr txBox="1"/>
          <p:nvPr/>
        </p:nvSpPr>
        <p:spPr>
          <a:xfrm>
            <a:off x="1264919" y="1143002"/>
            <a:ext cx="40995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කරදර හිවී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දුරු කොට සැම කලී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 ගලවන හිමී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මනු ලොව අද දිනී</a:t>
            </a:r>
          </a:p>
        </p:txBody>
      </p:sp>
      <p:sp>
        <p:nvSpPr>
          <p:cNvPr id="1864" name="TextBox 2"/>
          <p:cNvSpPr txBox="1"/>
          <p:nvPr/>
        </p:nvSpPr>
        <p:spPr>
          <a:xfrm>
            <a:off x="4770119" y="4114801"/>
            <a:ext cx="39471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කොහි ද ඔබට පුත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සුර සැප රජ සුව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දිළිදු දනට රජ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ලෙස ඉපදුණු ඔබ</a:t>
            </a:r>
          </a:p>
        </p:txBody>
      </p:sp>
      <p:pic>
        <p:nvPicPr>
          <p:cNvPr id="186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TextBox 1"/>
          <p:cNvSpPr txBox="1"/>
          <p:nvPr/>
        </p:nvSpPr>
        <p:spPr>
          <a:xfrm>
            <a:off x="3505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92</a:t>
            </a:r>
          </a:p>
        </p:txBody>
      </p:sp>
      <p:sp>
        <p:nvSpPr>
          <p:cNvPr id="1868" name="TextBox 2"/>
          <p:cNvSpPr txBox="1"/>
          <p:nvPr/>
        </p:nvSpPr>
        <p:spPr>
          <a:xfrm>
            <a:off x="922019" y="1295400"/>
            <a:ext cx="75666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පැතිරේ පැතිරේ සුර දු ගී හඩ පැතිරේ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හිමි රජු හට සුර දු ගී හඩ පැතිරේ</a:t>
            </a:r>
          </a:p>
        </p:txBody>
      </p:sp>
      <p:sp>
        <p:nvSpPr>
          <p:cNvPr id="1869" name="TextBox 3"/>
          <p:cNvSpPr txBox="1"/>
          <p:nvPr/>
        </p:nvSpPr>
        <p:spPr>
          <a:xfrm>
            <a:off x="922019" y="3124199"/>
            <a:ext cx="75666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පොළොවෙහි සාමය පැතිරේ වා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 වෙත මෙත් සිත ඉතිරේ 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හැම ජාතින් සිත් එක් වේ 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සුර දුතුන් හා ගී දෙත් වා</a:t>
            </a:r>
          </a:p>
        </p:txBody>
      </p:sp>
      <p:pic>
        <p:nvPicPr>
          <p:cNvPr id="187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TextBox 1"/>
          <p:cNvSpPr txBox="1"/>
          <p:nvPr/>
        </p:nvSpPr>
        <p:spPr>
          <a:xfrm>
            <a:off x="922019" y="1295400"/>
            <a:ext cx="75666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පැතිරේ පැතිරේ සුර දු ගී හඩ පැතිරේ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හිමි රජු හට සුර දු ගී හඩ පැතිරේ</a:t>
            </a:r>
          </a:p>
        </p:txBody>
      </p:sp>
      <p:sp>
        <p:nvSpPr>
          <p:cNvPr id="1873" name="TextBox 2"/>
          <p:cNvSpPr txBox="1"/>
          <p:nvPr/>
        </p:nvSpPr>
        <p:spPr>
          <a:xfrm>
            <a:off x="922019" y="3124199"/>
            <a:ext cx="75666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සුර වෙස් හැර දා මනු වේසේ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ගෙනැ දිනු කුමරියකගෙ පුතු සේ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මිනිසුන් හා වසනට එක සේ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වැඩි සිරි පා සදමුව සිරසේ</a:t>
            </a:r>
          </a:p>
        </p:txBody>
      </p:sp>
      <p:pic>
        <p:nvPicPr>
          <p:cNvPr id="187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TextBox 1"/>
          <p:cNvSpPr txBox="1"/>
          <p:nvPr/>
        </p:nvSpPr>
        <p:spPr>
          <a:xfrm>
            <a:off x="922019" y="1295400"/>
            <a:ext cx="75666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පැතිරේ පැතිරේ සුර දු ගී හඩ පැතිරේ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හිමි රජු හට සුර දු ගී හඩ පැතිරේ</a:t>
            </a:r>
          </a:p>
        </p:txBody>
      </p:sp>
      <p:sp>
        <p:nvSpPr>
          <p:cNvPr id="1877" name="TextBox 2"/>
          <p:cNvSpPr txBox="1"/>
          <p:nvPr/>
        </p:nvSpPr>
        <p:spPr>
          <a:xfrm>
            <a:off x="922019" y="3124199"/>
            <a:ext cx="75666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ඉහල මැ පිදුමෙන් පුද ලැබුවෝ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කාලයෙ අදුරට හිරු වුවෝ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ඉමානුවෙල් අප සමි දරුවෝ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බෙත්ලෙම් පුරයෙහි ලෝ දිනුවෝ</a:t>
            </a:r>
          </a:p>
        </p:txBody>
      </p:sp>
      <p:pic>
        <p:nvPicPr>
          <p:cNvPr id="187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" name="TextBox 1"/>
          <p:cNvSpPr txBox="1"/>
          <p:nvPr/>
        </p:nvSpPr>
        <p:spPr>
          <a:xfrm>
            <a:off x="922019" y="1295400"/>
            <a:ext cx="75666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පැතිරේ පැතිරේ සුර දු ගී හඩ පැතිරේ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හිමි රජු හට සුර දු ගී හඩ පැතිරේ</a:t>
            </a:r>
          </a:p>
        </p:txBody>
      </p:sp>
      <p:sp>
        <p:nvSpPr>
          <p:cNvPr id="1881" name="TextBox 2"/>
          <p:cNvSpPr txBox="1"/>
          <p:nvPr/>
        </p:nvSpPr>
        <p:spPr>
          <a:xfrm>
            <a:off x="922019" y="3124199"/>
            <a:ext cx="75666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සාමයෙ කුමරු ව දමිටුකමේ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ඉහළ මැ පහන ව මිදුම ගෙනේ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තේජස හැර දා සුසුදු පෙමේ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මී රස අම සුව ලොවට ගෙනේ</a:t>
            </a:r>
          </a:p>
        </p:txBody>
      </p:sp>
      <p:pic>
        <p:nvPicPr>
          <p:cNvPr id="188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TextBox 1"/>
          <p:cNvSpPr txBox="1"/>
          <p:nvPr/>
        </p:nvSpPr>
        <p:spPr>
          <a:xfrm>
            <a:off x="3505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93</a:t>
            </a:r>
          </a:p>
        </p:txBody>
      </p:sp>
      <p:sp>
        <p:nvSpPr>
          <p:cNvPr id="1885" name="TextBox 2"/>
          <p:cNvSpPr txBox="1"/>
          <p:nvPr/>
        </p:nvSpPr>
        <p:spPr>
          <a:xfrm>
            <a:off x="922019" y="1295400"/>
            <a:ext cx="75666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සුදු සද වතුරේ පිබිදෙන කුමුදක මල් කෙමියේ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කැටි වුණු මිහිරෙක අම රස මගෙ හද ඉතිර ගියේ</a:t>
            </a:r>
          </a:p>
        </p:txBody>
      </p:sp>
      <p:sp>
        <p:nvSpPr>
          <p:cNvPr id="1886" name="TextBox 3"/>
          <p:cNvSpPr txBox="1"/>
          <p:nvPr/>
        </p:nvSpPr>
        <p:spPr>
          <a:xfrm>
            <a:off x="350519" y="3352802"/>
            <a:ext cx="85953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සුර පුත් උපතෙක අම පැන් ගගුලෙක පුවත ඇසේ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සිරි සුබ මගුලෙක නත්තල් උපතෙක සිරිය දිසේ</a:t>
            </a:r>
          </a:p>
        </p:txBody>
      </p:sp>
      <p:pic>
        <p:nvPicPr>
          <p:cNvPr id="188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TextBox 1"/>
          <p:cNvSpPr txBox="1"/>
          <p:nvPr/>
        </p:nvSpPr>
        <p:spPr>
          <a:xfrm>
            <a:off x="922019" y="1295400"/>
            <a:ext cx="75666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සුදු සද වතුරේ පිබිදෙන කුමුදක මල් කෙමියේ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කැටි වුණු මිහිරෙක අම රස මගෙ හද ඉතිර ගියේ</a:t>
            </a:r>
          </a:p>
        </p:txBody>
      </p:sp>
      <p:sp>
        <p:nvSpPr>
          <p:cNvPr id="1890" name="TextBox 2"/>
          <p:cNvSpPr txBox="1"/>
          <p:nvPr/>
        </p:nvSpPr>
        <p:spPr>
          <a:xfrm>
            <a:off x="350519" y="3352802"/>
            <a:ext cx="85953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බැලු බැලු හැම අත අමුතු ම සිරියෙක පැහැය අගේ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මිණිමුතු කුසුමෙනි මගුලට තුරු ලිය සැරසී වගේ</a:t>
            </a:r>
          </a:p>
        </p:txBody>
      </p:sp>
      <p:pic>
        <p:nvPicPr>
          <p:cNvPr id="189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TextBox 1"/>
          <p:cNvSpPr txBox="1"/>
          <p:nvPr/>
        </p:nvSpPr>
        <p:spPr>
          <a:xfrm>
            <a:off x="922019" y="1295400"/>
            <a:ext cx="75666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සුදු සද වතුරේ පිබිදෙන කුමුදක මල් කෙමියේ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කැටි වුණු මිහිරෙක අම රස මගෙ හද ඉතිර ගියේ</a:t>
            </a:r>
          </a:p>
        </p:txBody>
      </p:sp>
      <p:sp>
        <p:nvSpPr>
          <p:cNvPr id="1894" name="TextBox 2"/>
          <p:cNvSpPr txBox="1"/>
          <p:nvPr/>
        </p:nvSpPr>
        <p:spPr>
          <a:xfrm>
            <a:off x="350519" y="3352802"/>
            <a:ext cx="85953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ගේ දොර සුදු වෙයි වතුපිටි එළි වෙයි සුවද කැවේ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බැති හද පිබිදෙයි සුර පුත් බිහි වෙයි මිහිර මැවේ</a:t>
            </a:r>
          </a:p>
        </p:txBody>
      </p:sp>
      <p:pic>
        <p:nvPicPr>
          <p:cNvPr id="189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TextBox 1"/>
          <p:cNvSpPr txBox="1"/>
          <p:nvPr/>
        </p:nvSpPr>
        <p:spPr>
          <a:xfrm>
            <a:off x="922019" y="1295400"/>
            <a:ext cx="75666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සුදු සද වතුරේ පිබිදෙන කුමුදක මල් කෙමියේ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කැටි වුණු මිහිරෙක අම රස මගෙ හද ඉතිර ගියේ</a:t>
            </a:r>
          </a:p>
        </p:txBody>
      </p:sp>
      <p:sp>
        <p:nvSpPr>
          <p:cNvPr id="1898" name="TextBox 2"/>
          <p:cNvSpPr txBox="1"/>
          <p:nvPr/>
        </p:nvSpPr>
        <p:spPr>
          <a:xfrm>
            <a:off x="350519" y="3352802"/>
            <a:ext cx="85953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බෙර ගුගුරයි දිව සළු ලෙළ දෙයි දිවිය සබේ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සුර දුතු ගීය යි සුර වෙණ වැයුම යි ගගන ගැබේ</a:t>
            </a:r>
          </a:p>
        </p:txBody>
      </p:sp>
      <p:pic>
        <p:nvPicPr>
          <p:cNvPr id="189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TextBox 1"/>
          <p:cNvSpPr txBox="1"/>
          <p:nvPr/>
        </p:nvSpPr>
        <p:spPr>
          <a:xfrm>
            <a:off x="922019" y="1295400"/>
            <a:ext cx="75666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සුදු සද වතුරේ පිබිදෙන කුමුදක මල් කෙමියේ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කැටි වුණු මිහිරෙක අම රස මගෙ හද ඉතිර ගියේ</a:t>
            </a:r>
          </a:p>
        </p:txBody>
      </p:sp>
      <p:sp>
        <p:nvSpPr>
          <p:cNvPr id="1902" name="TextBox 2"/>
          <p:cNvSpPr txBox="1"/>
          <p:nvPr/>
        </p:nvSpPr>
        <p:spPr>
          <a:xfrm>
            <a:off x="350519" y="3352802"/>
            <a:ext cx="85953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හැම අත බබළයි හැම වත පිබිදෙයි පියුම වගේ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හෙළය ම හෙළි වෙයි ඉපදුණු මගුලෙදී සමිදු මගේ</a:t>
            </a:r>
          </a:p>
        </p:txBody>
      </p:sp>
      <p:pic>
        <p:nvPicPr>
          <p:cNvPr id="190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TextBox 1"/>
          <p:cNvSpPr txBox="1"/>
          <p:nvPr/>
        </p:nvSpPr>
        <p:spPr>
          <a:xfrm>
            <a:off x="3505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94</a:t>
            </a:r>
          </a:p>
        </p:txBody>
      </p:sp>
      <p:sp>
        <p:nvSpPr>
          <p:cNvPr id="1906" name="TextBox 2"/>
          <p:cNvSpPr txBox="1"/>
          <p:nvPr/>
        </p:nvSpPr>
        <p:spPr>
          <a:xfrm>
            <a:off x="922019" y="1295400"/>
            <a:ext cx="7566662" cy="2180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තරුමල් සැණකෙළි අතරින් සැලි සැලි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ඉන් පෙර නුදුටුව රන් තරුවේ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පොළොවෙහි මල් පෙති ඔබෙ රන් මුව පෙති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දැක ගැනුමෙහි පින ඉන් මැවුණේ</a:t>
            </a:r>
          </a:p>
        </p:txBody>
      </p:sp>
      <p:sp>
        <p:nvSpPr>
          <p:cNvPr id="1907" name="TextBox 3"/>
          <p:cNvSpPr txBox="1"/>
          <p:nvPr/>
        </p:nvSpPr>
        <p:spPr>
          <a:xfrm>
            <a:off x="922019" y="3886200"/>
            <a:ext cx="6995162" cy="2275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ආසුර දුතුන් දුන් රැගුමේ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වසු පැටියන් හඩ වෙණ නද ගී නද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එකිනෙක වෙළෙමින් තිබු සැටියේ</a:t>
            </a:r>
          </a:p>
        </p:txBody>
      </p:sp>
      <p:pic>
        <p:nvPicPr>
          <p:cNvPr id="190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TextBox 1"/>
          <p:cNvSpPr txBox="1"/>
          <p:nvPr/>
        </p:nvSpPr>
        <p:spPr>
          <a:xfrm>
            <a:off x="922019" y="1295400"/>
            <a:ext cx="7566662" cy="2180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තරුමල් සැණකෙළි අතරින් සැලි සැලි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ඉන් පෙර නුදුටුව රන් තරුවේ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පොළොවෙහි මල් පෙති ඔබෙ රන් මුව පෙති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දැක ගැනුමෙහි පින ඉන් මැවුණේ</a:t>
            </a:r>
          </a:p>
        </p:txBody>
      </p:sp>
      <p:sp>
        <p:nvSpPr>
          <p:cNvPr id="1911" name="TextBox 2"/>
          <p:cNvSpPr txBox="1"/>
          <p:nvPr/>
        </p:nvSpPr>
        <p:spPr>
          <a:xfrm>
            <a:off x="922019" y="3886201"/>
            <a:ext cx="69951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සිවි දිග සෙනගට අවසර කුමට 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ගවලෙන් පිවිසුම් දොර ඇරුණේ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කරුණා දෑසට සාමයෙ කුමරුට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හිස් නැමෙනා සැටි ඉන් පෙනුණේ</a:t>
            </a:r>
          </a:p>
        </p:txBody>
      </p:sp>
      <p:pic>
        <p:nvPicPr>
          <p:cNvPr id="191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TextBox 1"/>
          <p:cNvSpPr txBox="1"/>
          <p:nvPr/>
        </p:nvSpPr>
        <p:spPr>
          <a:xfrm>
            <a:off x="922019" y="1295400"/>
            <a:ext cx="7566662" cy="2180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තරුමල් සැණකෙළි අතරින් සැලි සැලි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ඉන් පෙර නුදුටුව රන් තරුවේ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පොළොවෙහි මල් පෙති ඔබෙ රන් මුව පෙති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දැක ගැනුමෙහි පින ඉන් මැවුණේ</a:t>
            </a:r>
          </a:p>
        </p:txBody>
      </p:sp>
      <p:sp>
        <p:nvSpPr>
          <p:cNvPr id="1915" name="TextBox 2"/>
          <p:cNvSpPr txBox="1"/>
          <p:nvPr/>
        </p:nvSpPr>
        <p:spPr>
          <a:xfrm>
            <a:off x="922019" y="3886201"/>
            <a:ext cx="77952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 සනසා ලන පහළ වූ කිසිවෙක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 නිමිතිය ඉන් මෙහි මැවුණේ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පොළොවෙහි සැණකෙළි සාගර දිය රැලි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රැස් දිය කද ලොව තෙමුවේ</a:t>
            </a:r>
          </a:p>
        </p:txBody>
      </p:sp>
      <p:pic>
        <p:nvPicPr>
          <p:cNvPr id="191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TextBox 1"/>
          <p:cNvSpPr txBox="1"/>
          <p:nvPr/>
        </p:nvSpPr>
        <p:spPr>
          <a:xfrm>
            <a:off x="3505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95</a:t>
            </a:r>
          </a:p>
        </p:txBody>
      </p:sp>
      <p:sp>
        <p:nvSpPr>
          <p:cNvPr id="1919" name="TextBox 2"/>
          <p:cNvSpPr txBox="1"/>
          <p:nvPr/>
        </p:nvSpPr>
        <p:spPr>
          <a:xfrm>
            <a:off x="922019" y="1295399"/>
            <a:ext cx="7566662" cy="1792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අමුතු තරුවක් දැක අහසේ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පඩිවරු කලබල වූ නොලසේ</a:t>
            </a:r>
          </a:p>
        </p:txBody>
      </p:sp>
      <p:sp>
        <p:nvSpPr>
          <p:cNvPr id="1920" name="TextBox 3"/>
          <p:cNvSpPr txBox="1"/>
          <p:nvPr/>
        </p:nvSpPr>
        <p:spPr>
          <a:xfrm>
            <a:off x="2865119" y="3886381"/>
            <a:ext cx="58521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ඉපැදිණි රජ කුමරෙක් අමුතු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පඩුරු පුදා දැන් බැලිය යුතු</a:t>
            </a:r>
          </a:p>
        </p:txBody>
      </p:sp>
      <p:pic>
        <p:nvPicPr>
          <p:cNvPr id="192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TextBox 1"/>
          <p:cNvSpPr txBox="1"/>
          <p:nvPr/>
        </p:nvSpPr>
        <p:spPr>
          <a:xfrm>
            <a:off x="922019" y="1295399"/>
            <a:ext cx="7566662" cy="1792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 විට යුදයට බෙත්ලෙහෙමේ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ගව ලෙනක දි දුටුවා මහිමේ</a:t>
            </a:r>
          </a:p>
        </p:txBody>
      </p:sp>
      <p:sp>
        <p:nvSpPr>
          <p:cNvPr id="1924" name="TextBox 2"/>
          <p:cNvSpPr txBox="1"/>
          <p:nvPr/>
        </p:nvSpPr>
        <p:spPr>
          <a:xfrm>
            <a:off x="2865119" y="3886381"/>
            <a:ext cx="58521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පඩිවරු ගෙන ආ පඩුරු පුදා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නැමද සැමට කිව් තතු පහදා</a:t>
            </a:r>
          </a:p>
        </p:txBody>
      </p:sp>
      <p:pic>
        <p:nvPicPr>
          <p:cNvPr id="192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TextBox 1"/>
          <p:cNvSpPr txBox="1"/>
          <p:nvPr/>
        </p:nvSpPr>
        <p:spPr>
          <a:xfrm>
            <a:off x="922019" y="1295399"/>
            <a:ext cx="7566662" cy="1792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පාපී සත වෙත කරුණාවෙන්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 පහළට ඇත සුර කුමරුන්</a:t>
            </a:r>
          </a:p>
        </p:txBody>
      </p:sp>
      <p:sp>
        <p:nvSpPr>
          <p:cNvPr id="1928" name="TextBox 2"/>
          <p:cNvSpPr txBox="1"/>
          <p:nvPr/>
        </p:nvSpPr>
        <p:spPr>
          <a:xfrm>
            <a:off x="2865119" y="3886381"/>
            <a:ext cx="58521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හට බිහි වන ලෙසට ලොලා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සිතින් ඈත පුද කරලා</a:t>
            </a:r>
          </a:p>
        </p:txBody>
      </p:sp>
      <p:pic>
        <p:nvPicPr>
          <p:cNvPr id="192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TextBox 1"/>
          <p:cNvSpPr txBox="1"/>
          <p:nvPr/>
        </p:nvSpPr>
        <p:spPr>
          <a:xfrm>
            <a:off x="3505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96</a:t>
            </a:r>
          </a:p>
        </p:txBody>
      </p:sp>
      <p:sp>
        <p:nvSpPr>
          <p:cNvPr id="1932" name="TextBox 2"/>
          <p:cNvSpPr txBox="1"/>
          <p:nvPr/>
        </p:nvSpPr>
        <p:spPr>
          <a:xfrm>
            <a:off x="198119" y="1600202"/>
            <a:ext cx="87477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අමුතු දිමුත් තරුවක් පෙර නුදුටු කිසි දිනේ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විහිදයි කැළුමන් දස අත පායා අහසේ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මේ නම් පුදුමෙකි මහා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අසිරි දසුනෙකි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යමු යමු ඒ දෙසට වහා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විමසන ලෙසිනී</a:t>
            </a:r>
          </a:p>
        </p:txBody>
      </p:sp>
      <p:pic>
        <p:nvPicPr>
          <p:cNvPr id="193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TextBox 3"/>
          <p:cNvSpPr txBox="1"/>
          <p:nvPr/>
        </p:nvSpPr>
        <p:spPr>
          <a:xfrm>
            <a:off x="45719" y="1600202"/>
            <a:ext cx="89001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 කුමරෙක් ඉපැදී ඇත යුදා දේශයේ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බැහැ දකිනට එතුමන් යමු පේවී නොවලසේ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අගිල් සුවදලාටු ගෙනා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බැති සිතින් වෙළි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වදිමු බිළිදු ජේසු තුමා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දොහොත් මුදුන් දි</a:t>
            </a:r>
          </a:p>
        </p:txBody>
      </p:sp>
      <p:pic>
        <p:nvPicPr>
          <p:cNvPr id="193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8" name="TextBox 1"/>
          <p:cNvSpPr txBox="1"/>
          <p:nvPr/>
        </p:nvSpPr>
        <p:spPr>
          <a:xfrm>
            <a:off x="198119" y="1600199"/>
            <a:ext cx="8747762" cy="28913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දිමුතු ඒ රන් තරුව මෙතෙක් ඇදුණු ඉදිරියේ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බලව රැදුණු සැටි අහසේ බෙත්ලෙහෙම් පුරේ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	</a:t>
            </a:r>
            <a:r>
              <a:rPr sz="3600">
                <a:latin typeface="+mj-lt"/>
                <a:ea typeface="+mj-ea"/>
                <a:cs typeface="+mj-cs"/>
                <a:sym typeface="Helvetica"/>
              </a:rPr>
              <a:t>තුගු මහ පායකට නො වේ </a:t>
            </a:r>
            <a:r>
              <a:rPr sz="3600"/>
              <a:t>- </a:t>
            </a:r>
            <a:r>
              <a:rPr sz="3600">
                <a:latin typeface="+mj-lt"/>
                <a:ea typeface="+mj-ea"/>
                <a:cs typeface="+mj-cs"/>
                <a:sym typeface="Helvetica"/>
              </a:rPr>
              <a:t>රැස් එහි වැටුනේ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ගෝහලකට නොව අර 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මග පෙන්වන්නේ</a:t>
            </a:r>
          </a:p>
        </p:txBody>
      </p:sp>
      <p:pic>
        <p:nvPicPr>
          <p:cNvPr id="193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TextBox 1"/>
          <p:cNvSpPr txBox="1"/>
          <p:nvPr/>
        </p:nvSpPr>
        <p:spPr>
          <a:xfrm>
            <a:off x="426719" y="381002"/>
            <a:ext cx="8991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97</a:t>
            </a:r>
          </a:p>
        </p:txBody>
      </p:sp>
      <p:sp>
        <p:nvSpPr>
          <p:cNvPr id="1942" name="TextBox 2"/>
          <p:cNvSpPr txBox="1"/>
          <p:nvPr/>
        </p:nvSpPr>
        <p:spPr>
          <a:xfrm>
            <a:off x="1238026" y="914401"/>
            <a:ext cx="7376161" cy="668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 දයා ගග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ලෝක මුදුන් සිට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නික්ම ගල බසිනේ මේදා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 දුතුන් ගෙන 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ගීත බැදී සුබ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අස්න දේසේ ගුවනේ සෙදා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 පුතුන් දැක බෙත්ලෙහෙමේ වැසී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ගෝපදනා වදිනේ යැදා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 සසුන් මග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ආදී ලෙසින් අප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සිත්හි ඉදේ මේවනේ සෝදා</a:t>
            </a:r>
          </a:p>
        </p:txBody>
      </p:sp>
      <p:pic>
        <p:nvPicPr>
          <p:cNvPr id="194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Rectangle 1"/>
          <p:cNvSpPr txBox="1"/>
          <p:nvPr/>
        </p:nvSpPr>
        <p:spPr>
          <a:xfrm>
            <a:off x="1417319" y="533399"/>
            <a:ext cx="69951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රාජ පඩින් පෙර දුර දෙසින් එති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මාස ගෙවා ඔටුවන් අරා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ප්‍රීති සිතින් වැද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තෑගි පුදා ලති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මව් උකුලේ දරුවන් කරා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කේතුමයි තරු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රශ්මි ගැටී තම</a:t>
            </a:r>
            <a:r>
              <a:t>,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රාසි බිදේ එ ගුවන් පුරා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දේහ සිරෙන් දිනු 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බුමි පෙදෙස්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බබළේය කසුන් රසවන් යුරා</a:t>
            </a:r>
          </a:p>
        </p:txBody>
      </p:sp>
      <p:pic>
        <p:nvPicPr>
          <p:cNvPr id="194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Rectangle 1"/>
          <p:cNvSpPr txBox="1"/>
          <p:nvPr/>
        </p:nvSpPr>
        <p:spPr>
          <a:xfrm>
            <a:off x="1112519" y="507862"/>
            <a:ext cx="8138162" cy="668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 මව්‍න් නෙත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නීල  කැලුම් වැදෑ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දිස්නේ වැටේ ගොවූ දේ නුබේ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 අරක් පිය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රාජ බියෙන් දුටු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සීනවලින් පිබිදේ ඉබේ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බෝසෙ ඔවුන් ගෙන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වින්ද සිනේ රස</a:t>
            </a:r>
            <a:r>
              <a:t>,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දන්න අපේ සමිදේ ඔබේ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 දයා මෙත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පෑම සොදේ යනු</a:t>
            </a:r>
            <a:r>
              <a:t>,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වේය පැතුම් නෙ හදේ ගැබේ</a:t>
            </a:r>
          </a:p>
        </p:txBody>
      </p:sp>
      <p:pic>
        <p:nvPicPr>
          <p:cNvPr id="194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Rectangle 1"/>
          <p:cNvSpPr txBox="1"/>
          <p:nvPr/>
        </p:nvSpPr>
        <p:spPr>
          <a:xfrm>
            <a:off x="1341119" y="590551"/>
            <a:ext cx="7223762" cy="668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 බැලුම් ලැබ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සීල තෙදින් දුල</a:t>
            </a:r>
            <a:r>
              <a:t>,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 ඇනා වෙත පත් තැනේ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 හැගුම් ලෙස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 සිමියොන්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තම ගේ ද දෙ අත් දනයන් මෙනේ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 මවුන් ඔබ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දුන්නු විලස් දැන</a:t>
            </a:r>
            <a:r>
              <a:t>,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ප්‍රීති සිතින් මෙම සෙත් දිනේ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 විමන් වැදැ 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ඉන්න මෙ ඇප් හද</a:t>
            </a:r>
            <a:r>
              <a:t>,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තුළ්හි වසන් එබැවින් අනේ</a:t>
            </a:r>
          </a:p>
        </p:txBody>
      </p:sp>
      <p:pic>
        <p:nvPicPr>
          <p:cNvPr id="195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TextBox 1"/>
          <p:cNvSpPr txBox="1"/>
          <p:nvPr/>
        </p:nvSpPr>
        <p:spPr>
          <a:xfrm>
            <a:off x="3505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98</a:t>
            </a:r>
          </a:p>
        </p:txBody>
      </p:sp>
      <p:sp>
        <p:nvSpPr>
          <p:cNvPr id="1955" name="TextBox 2"/>
          <p:cNvSpPr txBox="1"/>
          <p:nvPr/>
        </p:nvSpPr>
        <p:spPr>
          <a:xfrm>
            <a:off x="1341119" y="813374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සීනු හඩින් ලොව පිබිදෙනවා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නත්තල දොර ලග හිනැහෙනවා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ගව හලකට තරුවක් යනවා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අහසට පොළොව ගැටේ</a:t>
            </a:r>
          </a:p>
        </p:txBody>
      </p:sp>
      <p:sp>
        <p:nvSpPr>
          <p:cNvPr id="1956" name="TextBox 3"/>
          <p:cNvSpPr txBox="1"/>
          <p:nvPr/>
        </p:nvSpPr>
        <p:spPr>
          <a:xfrm>
            <a:off x="3017519" y="4038599"/>
            <a:ext cx="5623562" cy="1830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තරු එළියේ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කදු වැටියේ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බෙත්ලෙහෙමේ මංගල එළියේ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මල් වැසී වසිනු පෙනේ</a:t>
            </a:r>
          </a:p>
        </p:txBody>
      </p:sp>
      <p:pic>
        <p:nvPicPr>
          <p:cNvPr id="195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TextBox 1"/>
          <p:cNvSpPr txBox="1"/>
          <p:nvPr/>
        </p:nvSpPr>
        <p:spPr>
          <a:xfrm>
            <a:off x="1341119" y="813374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තටු ගෙන සුදු හිම ඉගිලෙනවා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අතු මත මුතු මෙන් බබලනවා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හිරු කැන් සුදු ඊතල වෙනවා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තැන රිදී වගෙයි</a:t>
            </a:r>
          </a:p>
        </p:txBody>
      </p:sp>
      <p:sp>
        <p:nvSpPr>
          <p:cNvPr id="1960" name="TextBox 2"/>
          <p:cNvSpPr txBox="1"/>
          <p:nvPr/>
        </p:nvSpPr>
        <p:spPr>
          <a:xfrm>
            <a:off x="3017519" y="4038599"/>
            <a:ext cx="5623562" cy="1830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දිය සිරා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කදු පීරා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වන්නම් ගමනින් බැස එනවා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දිය බිදු ඇග සොලවා</a:t>
            </a:r>
          </a:p>
        </p:txBody>
      </p:sp>
      <p:pic>
        <p:nvPicPr>
          <p:cNvPr id="196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" name="TextBox 1"/>
          <p:cNvSpPr txBox="1"/>
          <p:nvPr/>
        </p:nvSpPr>
        <p:spPr>
          <a:xfrm>
            <a:off x="1341119" y="813374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දින දින වැහි කළු බර වෙනවා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 වැලි ගග දිය බොර වෙනවා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නත්තල කත් බැදගෙන එනවා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වැහි බර උදුවපයේ</a:t>
            </a:r>
          </a:p>
        </p:txBody>
      </p:sp>
      <p:sp>
        <p:nvSpPr>
          <p:cNvPr id="1964" name="TextBox 2"/>
          <p:cNvSpPr txBox="1"/>
          <p:nvPr/>
        </p:nvSpPr>
        <p:spPr>
          <a:xfrm>
            <a:off x="3017519" y="4038599"/>
            <a:ext cx="5623562" cy="1830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අරලිය මල්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වතු සුදු මල්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පිබිදී මල් අතු බර වෙනවා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නත්තල් මාසේ</a:t>
            </a:r>
          </a:p>
        </p:txBody>
      </p:sp>
      <p:pic>
        <p:nvPicPr>
          <p:cNvPr id="196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TextBox 1"/>
          <p:cNvSpPr txBox="1"/>
          <p:nvPr/>
        </p:nvSpPr>
        <p:spPr>
          <a:xfrm>
            <a:off x="3505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99</a:t>
            </a:r>
          </a:p>
        </p:txBody>
      </p:sp>
      <p:sp>
        <p:nvSpPr>
          <p:cNvPr id="1968" name="TextBox 2"/>
          <p:cNvSpPr txBox="1"/>
          <p:nvPr/>
        </p:nvSpPr>
        <p:spPr>
          <a:xfrm>
            <a:off x="1341119" y="813376"/>
            <a:ext cx="60807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රෑ තරු බබලනවා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මල් පිපිලා වාගේ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එළියෙන් නැහැවෙනවා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මල් වැහැලා වාගේ</a:t>
            </a:r>
          </a:p>
        </p:txBody>
      </p:sp>
      <p:sp>
        <p:nvSpPr>
          <p:cNvPr id="1969" name="TextBox 3"/>
          <p:cNvSpPr txBox="1"/>
          <p:nvPr/>
        </p:nvSpPr>
        <p:spPr>
          <a:xfrm>
            <a:off x="4427219" y="3810001"/>
            <a:ext cx="4404362" cy="3024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රැව් පිළිරැව් දෙනවා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ගීත නාද වාගේ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ගීත නාද වාගේ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බිළිදකු හිනැහෙනවා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මුහුදක රැලි වාගේ</a:t>
            </a:r>
          </a:p>
        </p:txBody>
      </p:sp>
      <p:pic>
        <p:nvPicPr>
          <p:cNvPr id="197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TextBox 1"/>
          <p:cNvSpPr txBox="1"/>
          <p:nvPr/>
        </p:nvSpPr>
        <p:spPr>
          <a:xfrm>
            <a:off x="1341119" y="813376"/>
            <a:ext cx="60807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 සුළං එනවා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උයනක සිරි වාගේ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ගොපලුන් දුර එනවා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පැණි බමරුන් වාගේ</a:t>
            </a:r>
          </a:p>
        </p:txBody>
      </p:sp>
      <p:sp>
        <p:nvSpPr>
          <p:cNvPr id="1973" name="TextBox 2"/>
          <p:cNvSpPr txBox="1"/>
          <p:nvPr/>
        </p:nvSpPr>
        <p:spPr>
          <a:xfrm>
            <a:off x="4427219" y="3810001"/>
            <a:ext cx="4404362" cy="3024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රැව් පිළිරැව් දෙනවා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ගීත නාද වාගේ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ගීත නාද වාගේ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බිළිදකු හිනැහෙනවා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මුහුදක රැලි වාගේ</a:t>
            </a:r>
          </a:p>
        </p:txBody>
      </p:sp>
      <p:pic>
        <p:nvPicPr>
          <p:cNvPr id="197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" name="TextBox 1"/>
          <p:cNvSpPr txBox="1"/>
          <p:nvPr/>
        </p:nvSpPr>
        <p:spPr>
          <a:xfrm>
            <a:off x="1341119" y="813376"/>
            <a:ext cx="60807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බිළිදකු හිනැහෙනවා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පොපියන කුසුම් වගේ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තුරුලක පෙරැළෙනවා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 මත හිම වාගේ</a:t>
            </a:r>
          </a:p>
        </p:txBody>
      </p:sp>
      <p:sp>
        <p:nvSpPr>
          <p:cNvPr id="1977" name="TextBox 2"/>
          <p:cNvSpPr txBox="1"/>
          <p:nvPr/>
        </p:nvSpPr>
        <p:spPr>
          <a:xfrm>
            <a:off x="4427219" y="3810001"/>
            <a:ext cx="4404362" cy="3024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රැව් පිළිරැව් දෙනවා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ගීත නාද වාගේ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ගීත නාද වාගේ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බිළිදකු හිනැහෙනවා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මුහුදක රැලි වාගේ</a:t>
            </a:r>
          </a:p>
        </p:txBody>
      </p:sp>
      <p:pic>
        <p:nvPicPr>
          <p:cNvPr id="197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TextBox 1"/>
          <p:cNvSpPr txBox="1"/>
          <p:nvPr/>
        </p:nvSpPr>
        <p:spPr>
          <a:xfrm>
            <a:off x="3505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100</a:t>
            </a:r>
          </a:p>
        </p:txBody>
      </p:sp>
      <p:sp>
        <p:nvSpPr>
          <p:cNvPr id="1981" name="TextBox 2"/>
          <p:cNvSpPr txBox="1"/>
          <p:nvPr/>
        </p:nvSpPr>
        <p:spPr>
          <a:xfrm>
            <a:off x="1322069" y="1447801"/>
            <a:ext cx="6080762" cy="3773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රෑ නිසල් රෑ නිමල්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නිසල් සව් උදුල්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කන්‍යාවන් හා පුත් පසස්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 මුදු මොලොක් බිළින්දා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සෙමෙන් සැතපෙයි</a:t>
            </a:r>
          </a:p>
        </p:txBody>
      </p:sp>
      <p:pic>
        <p:nvPicPr>
          <p:cNvPr id="198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TextBox 1"/>
          <p:cNvSpPr txBox="1"/>
          <p:nvPr/>
        </p:nvSpPr>
        <p:spPr>
          <a:xfrm>
            <a:off x="1322069" y="1447801"/>
            <a:ext cx="6080762" cy="3773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රෑ නිසල් රෑ නිමල්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දිස් ගෝපල් වේව්ලති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එයි තේජස් රැස් දෙවි ලොවින්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සෙන් ගයත් හලෙලුයා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කිත් මිදුම් නා දිනී</a:t>
            </a:r>
          </a:p>
        </p:txBody>
      </p:sp>
      <p:pic>
        <p:nvPicPr>
          <p:cNvPr id="198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TextBox 1"/>
          <p:cNvSpPr txBox="1"/>
          <p:nvPr/>
        </p:nvSpPr>
        <p:spPr>
          <a:xfrm>
            <a:off x="1322069" y="1447801"/>
            <a:ext cx="6080762" cy="3773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රෑ නිසල් රෑ නිමල්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පුත් රැස් දෝ නිමල්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දුල් ඔබ සුවිසුද්ද මුවේ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 මුක්ති අරුණෝදයේ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නා උපන්නා</a:t>
            </a:r>
          </a:p>
        </p:txBody>
      </p:sp>
      <p:pic>
        <p:nvPicPr>
          <p:cNvPr id="198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TextBox 1"/>
          <p:cNvSpPr txBox="1"/>
          <p:nvPr/>
        </p:nvSpPr>
        <p:spPr>
          <a:xfrm>
            <a:off x="3505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101</a:t>
            </a:r>
          </a:p>
        </p:txBody>
      </p:sp>
      <p:sp>
        <p:nvSpPr>
          <p:cNvPr id="1991" name="TextBox 2"/>
          <p:cNvSpPr txBox="1"/>
          <p:nvPr/>
        </p:nvSpPr>
        <p:spPr>
          <a:xfrm>
            <a:off x="1950719" y="813376"/>
            <a:ext cx="6309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අසත් වා නද සුපසන්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එන්නේ මිදුම්කරු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හද සිහසුන් කරමින්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නගව් ගී මියුරු</a:t>
            </a:r>
          </a:p>
        </p:txBody>
      </p:sp>
      <p:sp>
        <p:nvSpPr>
          <p:cNvPr id="1992" name="TextBox 3"/>
          <p:cNvSpPr txBox="1"/>
          <p:nvPr/>
        </p:nvSpPr>
        <p:spPr>
          <a:xfrm>
            <a:off x="1950719" y="3505201"/>
            <a:ext cx="6309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මුදුනට සිරකරුන්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සාතන් ලු යදිමින්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විමුත් හිමි තුම පෙමින්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වඩින්නේ තෙදසින්</a:t>
            </a:r>
          </a:p>
        </p:txBody>
      </p:sp>
      <p:pic>
        <p:nvPicPr>
          <p:cNvPr id="199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TextBox 1"/>
          <p:cNvSpPr txBox="1"/>
          <p:nvPr/>
        </p:nvSpPr>
        <p:spPr>
          <a:xfrm>
            <a:off x="1950719" y="813376"/>
            <a:ext cx="6309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බිදුණු සිත් සනසන්ටත්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ආත්මේට සෙත් දෙන්ටත්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දුගීන්ට සරණ වන්ටත්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වඩියි හිමි පෙමැත්</a:t>
            </a:r>
          </a:p>
        </p:txBody>
      </p:sp>
      <p:sp>
        <p:nvSpPr>
          <p:cNvPr id="1996" name="TextBox 2"/>
          <p:cNvSpPr txBox="1"/>
          <p:nvPr/>
        </p:nvSpPr>
        <p:spPr>
          <a:xfrm>
            <a:off x="1950719" y="3505201"/>
            <a:ext cx="6309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සාමයේ කුමරිදුනි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වණමු ඔබ කිත්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සේනාවෝ නිතිනි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ගුණ ගයත්</a:t>
            </a:r>
          </a:p>
        </p:txBody>
      </p:sp>
      <p:pic>
        <p:nvPicPr>
          <p:cNvPr id="199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TextBox 1"/>
          <p:cNvSpPr txBox="1"/>
          <p:nvPr/>
        </p:nvSpPr>
        <p:spPr>
          <a:xfrm>
            <a:off x="3505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102</a:t>
            </a:r>
          </a:p>
        </p:txBody>
      </p:sp>
      <p:sp>
        <p:nvSpPr>
          <p:cNvPr id="2000" name="TextBox 2"/>
          <p:cNvSpPr txBox="1"/>
          <p:nvPr/>
        </p:nvSpPr>
        <p:spPr>
          <a:xfrm>
            <a:off x="1950719" y="813376"/>
            <a:ext cx="6309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යොර්දාන් තිරේ සිට යොහාන්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දන්වන්නේ ය සුබ හසුන්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රජය ළං වෙයි දැන්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වඩින්නේ ය රජ උතුම්</a:t>
            </a:r>
          </a:p>
        </p:txBody>
      </p:sp>
      <p:sp>
        <p:nvSpPr>
          <p:cNvPr id="2001" name="TextBox 3"/>
          <p:cNvSpPr txBox="1"/>
          <p:nvPr/>
        </p:nvSpPr>
        <p:spPr>
          <a:xfrm>
            <a:off x="1950719" y="3505201"/>
            <a:ext cx="6309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ඇද තැන් ඉදු කරමින්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උස් තැන් පහත් කරමින්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මිටි තැන් සම කරමින්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සරසව් මේ ලෙසින</a:t>
            </a:r>
          </a:p>
        </p:txBody>
      </p:sp>
      <p:pic>
        <p:nvPicPr>
          <p:cNvPr id="200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TextBox 1"/>
          <p:cNvSpPr txBox="1"/>
          <p:nvPr/>
        </p:nvSpPr>
        <p:spPr>
          <a:xfrm>
            <a:off x="1950719" y="813376"/>
            <a:ext cx="6309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 රජ වෙයි නිමල්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සසුන් එ ලෙසම නිමල්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ඇතුළු වන් ඔබ සියල්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සුදුසු වන් වී සුනිමල්</a:t>
            </a:r>
          </a:p>
        </p:txBody>
      </p:sp>
      <p:sp>
        <p:nvSpPr>
          <p:cNvPr id="2005" name="TextBox 2"/>
          <p:cNvSpPr txBox="1"/>
          <p:nvPr/>
        </p:nvSpPr>
        <p:spPr>
          <a:xfrm>
            <a:off x="1950719" y="3505201"/>
            <a:ext cx="6309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කුල්ල සිය අතෙහි වෙයි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පාවර සුද්ද කරලයි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නිසරු බොල් ගිනි ලවයි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අටුවෙහි වී රැස් කරයි</a:t>
            </a:r>
          </a:p>
        </p:txBody>
      </p:sp>
      <p:pic>
        <p:nvPicPr>
          <p:cNvPr id="200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TextBox 1"/>
          <p:cNvSpPr txBox="1"/>
          <p:nvPr/>
        </p:nvSpPr>
        <p:spPr>
          <a:xfrm>
            <a:off x="1950719" y="813376"/>
            <a:ext cx="6309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රකින් සමි ඔබ සසුන්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ගෙනෙන් එහි සැම දනන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කරන් පිරිසුදු ඔවුන්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නිමල් සැප ලබන මෙන්</a:t>
            </a:r>
          </a:p>
        </p:txBody>
      </p:sp>
      <p:pic>
        <p:nvPicPr>
          <p:cNvPr id="200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TextBox 1"/>
          <p:cNvSpPr txBox="1"/>
          <p:nvPr/>
        </p:nvSpPr>
        <p:spPr>
          <a:xfrm>
            <a:off x="3505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103</a:t>
            </a:r>
          </a:p>
        </p:txBody>
      </p:sp>
      <p:sp>
        <p:nvSpPr>
          <p:cNvPr id="2012" name="TextBox 2"/>
          <p:cNvSpPr txBox="1"/>
          <p:nvPr/>
        </p:nvSpPr>
        <p:spPr>
          <a:xfrm>
            <a:off x="1493519" y="1142999"/>
            <a:ext cx="63093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වඩින්නේ රජ අහසින්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 බල මහිමෙන්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දහස් ගණනින් සුද සෙන්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පිරිවරමින් ජසෙන්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හලෙලුයා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වඩින්නේ ජේසුස් තෙදින්</a:t>
            </a:r>
          </a:p>
        </p:txBody>
      </p:sp>
      <p:pic>
        <p:nvPicPr>
          <p:cNvPr id="201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5" name="TextBox 1"/>
          <p:cNvSpPr txBox="1"/>
          <p:nvPr/>
        </p:nvSpPr>
        <p:spPr>
          <a:xfrm>
            <a:off x="1493519" y="1142999"/>
            <a:ext cx="63093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රාජාබිමානයෙන් එන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දකිත් ලෙව් දන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එතුමන් පාවා දුන් අයත්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ඇණ ගැසූ සතුරෝත්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වැළපෙමින්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මෙසියස් හිමි දකිත්</a:t>
            </a:r>
          </a:p>
        </p:txBody>
      </p:sp>
      <p:pic>
        <p:nvPicPr>
          <p:cNvPr id="201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" name="TextBox 1"/>
          <p:cNvSpPr txBox="1"/>
          <p:nvPr/>
        </p:nvSpPr>
        <p:spPr>
          <a:xfrm>
            <a:off x="1493519" y="1142999"/>
            <a:ext cx="63093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සිරුරෙහි දිමුත්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කුරුසි සටහන් ඇත්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මුදුන ලැබූ හැම සත්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රජු වෙතට ළං වෙත්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සොම්නස් සිතින්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මහිමැත් කැලැල් දකිත්</a:t>
            </a:r>
          </a:p>
        </p:txBody>
      </p:sp>
      <p:pic>
        <p:nvPicPr>
          <p:cNvPr id="201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" name="TextBox 1"/>
          <p:cNvSpPr txBox="1"/>
          <p:nvPr/>
        </p:nvSpPr>
        <p:spPr>
          <a:xfrm>
            <a:off x="1493519" y="1142999"/>
            <a:ext cx="63093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වැඩ වසන සිහසුන්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වේ බුහුමන්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කරනු ලොව රජකම්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 ඔබ බල විකුම්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පමා නොවන්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වඩින්න ජයශ්‍රියෙන්</a:t>
            </a:r>
          </a:p>
        </p:txBody>
      </p:sp>
      <p:pic>
        <p:nvPicPr>
          <p:cNvPr id="202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4" name="TextBox 1"/>
          <p:cNvSpPr txBox="1"/>
          <p:nvPr/>
        </p:nvSpPr>
        <p:spPr>
          <a:xfrm>
            <a:off x="3505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104</a:t>
            </a:r>
          </a:p>
        </p:txBody>
      </p:sp>
      <p:sp>
        <p:nvSpPr>
          <p:cNvPr id="2025" name="TextBox 2"/>
          <p:cNvSpPr txBox="1"/>
          <p:nvPr/>
        </p:nvSpPr>
        <p:spPr>
          <a:xfrm>
            <a:off x="1493519" y="1295399"/>
            <a:ext cx="6156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වඩින් හිමි එම්මානුවෙල්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මුදන්නට ඊසරායෙල්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පුත් මෙහි වඩින කල්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සෙන් සිටිත් වී වහල්</a:t>
            </a:r>
          </a:p>
        </p:txBody>
      </p:sp>
      <p:sp>
        <p:nvSpPr>
          <p:cNvPr id="2026" name="TextBox 3"/>
          <p:cNvSpPr txBox="1"/>
          <p:nvPr/>
        </p:nvSpPr>
        <p:spPr>
          <a:xfrm>
            <a:off x="2941319" y="4191000"/>
            <a:ext cx="53187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සොම්නස් වන්න ඊසරායෙල්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වඩින්නේ ය එම්මානුවෙල්</a:t>
            </a:r>
          </a:p>
        </p:txBody>
      </p:sp>
      <p:pic>
        <p:nvPicPr>
          <p:cNvPr id="202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TextBox 1"/>
          <p:cNvSpPr txBox="1"/>
          <p:nvPr/>
        </p:nvSpPr>
        <p:spPr>
          <a:xfrm>
            <a:off x="1493519" y="1295399"/>
            <a:ext cx="6156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දාවිත්ගේ පුතු ඔබ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දෙන්නා අප හට ජය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සාතන් සමග නිරය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කළ මැන පරාජය</a:t>
            </a:r>
          </a:p>
        </p:txBody>
      </p:sp>
      <p:sp>
        <p:nvSpPr>
          <p:cNvPr id="2030" name="TextBox 2"/>
          <p:cNvSpPr txBox="1"/>
          <p:nvPr/>
        </p:nvSpPr>
        <p:spPr>
          <a:xfrm>
            <a:off x="2941319" y="4191000"/>
            <a:ext cx="53187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සොම්නස් වන්න ඊසරායෙල්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වඩින්නේ ය එම්මානුවෙල්</a:t>
            </a:r>
          </a:p>
        </p:txBody>
      </p:sp>
      <p:pic>
        <p:nvPicPr>
          <p:cNvPr id="203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TextBox 1"/>
          <p:cNvSpPr txBox="1"/>
          <p:nvPr/>
        </p:nvSpPr>
        <p:spPr>
          <a:xfrm>
            <a:off x="1493519" y="1295399"/>
            <a:ext cx="6156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අරුණෝදයෙනි එන්න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අපාත්ම දිරි ගන්වන්න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ගනදුර දුර ලන්න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මරු බිය පලවන්න</a:t>
            </a:r>
          </a:p>
        </p:txBody>
      </p:sp>
      <p:sp>
        <p:nvSpPr>
          <p:cNvPr id="2034" name="TextBox 2"/>
          <p:cNvSpPr txBox="1"/>
          <p:nvPr/>
        </p:nvSpPr>
        <p:spPr>
          <a:xfrm>
            <a:off x="2941319" y="4191000"/>
            <a:ext cx="53187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සොම්නස් වන්න ඊසරායෙල්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වඩින්නේ ය එම්මානුවෙල්</a:t>
            </a:r>
          </a:p>
        </p:txBody>
      </p:sp>
      <p:pic>
        <p:nvPicPr>
          <p:cNvPr id="203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" name="TextBox 1"/>
          <p:cNvSpPr txBox="1"/>
          <p:nvPr/>
        </p:nvSpPr>
        <p:spPr>
          <a:xfrm>
            <a:off x="1493519" y="1295399"/>
            <a:ext cx="6156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දාවිත් පුතුනි වඩින්න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විනාසයේ මං වසන්න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මග පහදන්න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නිවෙස් දොර හරින්න</a:t>
            </a:r>
          </a:p>
        </p:txBody>
      </p:sp>
      <p:sp>
        <p:nvSpPr>
          <p:cNvPr id="2038" name="TextBox 2"/>
          <p:cNvSpPr txBox="1"/>
          <p:nvPr/>
        </p:nvSpPr>
        <p:spPr>
          <a:xfrm>
            <a:off x="2941319" y="4191000"/>
            <a:ext cx="53187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සොම්නස් වන්න ඊසරායෙල්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වඩින්නේ ය එම්මානුවෙල්</a:t>
            </a:r>
          </a:p>
        </p:txBody>
      </p:sp>
      <p:pic>
        <p:nvPicPr>
          <p:cNvPr id="203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TextBox 1"/>
          <p:cNvSpPr txBox="1"/>
          <p:nvPr/>
        </p:nvSpPr>
        <p:spPr>
          <a:xfrm>
            <a:off x="426719" y="3810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105</a:t>
            </a:r>
          </a:p>
        </p:txBody>
      </p:sp>
      <p:sp>
        <p:nvSpPr>
          <p:cNvPr id="2042" name="TextBox 2"/>
          <p:cNvSpPr txBox="1"/>
          <p:nvPr/>
        </p:nvSpPr>
        <p:spPr>
          <a:xfrm>
            <a:off x="979169" y="1066799"/>
            <a:ext cx="78333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ඔහෝ පුංචි බෙත්ලෙහෙම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කෙතෙක් නිසල ද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ඔබේ නිදිබරකම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තරු නො දකිනේ 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එහෙත් ඔබේ විදි වෙයි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සදාලොකෙන් දිලි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සියල් බිය පැතුම් දකියි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රැ නොපැකිලි</a:t>
            </a:r>
          </a:p>
        </p:txBody>
      </p:sp>
      <p:pic>
        <p:nvPicPr>
          <p:cNvPr id="204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TextBox 1"/>
          <p:cNvSpPr txBox="1"/>
          <p:nvPr/>
        </p:nvSpPr>
        <p:spPr>
          <a:xfrm>
            <a:off x="883919" y="914399"/>
            <a:ext cx="74523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පහන් තරුත් එක් වී වනව්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උපත සුද්ද වන්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රදුන්ටත් පසස් ගී දෙව්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සමගින් මිනිසුන්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මරියාවන් පුත් උපන්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කීවෝ දුතු ගුවන්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නිදි කළ සව් මිනිසුන්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රැක සිටිත් දෙව් සෙන්</a:t>
            </a:r>
          </a:p>
        </p:txBody>
      </p:sp>
      <p:pic>
        <p:nvPicPr>
          <p:cNvPr id="204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TextBox 1"/>
          <p:cNvSpPr txBox="1"/>
          <p:nvPr/>
        </p:nvSpPr>
        <p:spPr>
          <a:xfrm>
            <a:off x="960119" y="609599"/>
            <a:ext cx="69951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කොතෙක් නිසලකමින්ද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තුමී තිලිණ දුන්නේ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තුම් මිනිස් හද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සෙත සාදන්නේ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තුමන් එන සද්ද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පාපින්ටත් ඇසෙන්නේ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පිළිගන්ට සුදානම් 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 වඩින්නේ</a:t>
            </a:r>
          </a:p>
        </p:txBody>
      </p:sp>
      <p:pic>
        <p:nvPicPr>
          <p:cNvPr id="204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Box 1"/>
          <p:cNvSpPr txBox="1"/>
          <p:nvPr/>
        </p:nvSpPr>
        <p:spPr>
          <a:xfrm>
            <a:off x="579119" y="685799"/>
            <a:ext cx="80619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බෙත්ලෙම් සුද්ද පුතුනි දැන්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වෙත වඩින්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දොස් නසා ජනිත වන්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සිත් තුල දැන්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දුතුන් කි ඒ සුබසුන්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ඇසෙන්නේ මනකල්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ඇවිත් අප තුල වසන්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එම්මානුවෙල්</a:t>
            </a:r>
          </a:p>
        </p:txBody>
      </p:sp>
      <p:pic>
        <p:nvPicPr>
          <p:cNvPr id="205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TextBox 1"/>
          <p:cNvSpPr txBox="1"/>
          <p:nvPr/>
        </p:nvSpPr>
        <p:spPr>
          <a:xfrm>
            <a:off x="426719" y="3048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106</a:t>
            </a:r>
          </a:p>
        </p:txBody>
      </p:sp>
      <p:sp>
        <p:nvSpPr>
          <p:cNvPr id="2055" name="TextBox 2"/>
          <p:cNvSpPr txBox="1"/>
          <p:nvPr/>
        </p:nvSpPr>
        <p:spPr>
          <a:xfrm>
            <a:off x="731519" y="842845"/>
            <a:ext cx="76809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අසව් දුත ගී නද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රජුට උපන් අද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පොළොවේ සාමදානෙනත්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සතට වේ දයාවත්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ජාතින් නැගිටිව්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දුතයන් හා ගී කියව්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බෙත්ලෙහෙම් පුරවරේ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 උපන් මේ වරේ</a:t>
            </a:r>
          </a:p>
        </p:txBody>
      </p:sp>
      <p:sp>
        <p:nvSpPr>
          <p:cNvPr id="2056" name="TextBox 3"/>
          <p:cNvSpPr txBox="1"/>
          <p:nvPr/>
        </p:nvSpPr>
        <p:spPr>
          <a:xfrm>
            <a:off x="4922519" y="5367158"/>
            <a:ext cx="495681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අසව් දුත ගී නද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රජුට උපන් අද</a:t>
            </a:r>
          </a:p>
        </p:txBody>
      </p:sp>
      <p:pic>
        <p:nvPicPr>
          <p:cNvPr id="205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TextBox 1"/>
          <p:cNvSpPr txBox="1"/>
          <p:nvPr/>
        </p:nvSpPr>
        <p:spPr>
          <a:xfrm>
            <a:off x="4922519" y="5334000"/>
            <a:ext cx="495681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අසව් දුත ගී නද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රජුට උපන් අද</a:t>
            </a:r>
          </a:p>
        </p:txBody>
      </p:sp>
      <p:sp>
        <p:nvSpPr>
          <p:cNvPr id="2060" name="TextBox 2"/>
          <p:cNvSpPr txBox="1"/>
          <p:nvPr/>
        </p:nvSpPr>
        <p:spPr>
          <a:xfrm>
            <a:off x="883919" y="685802"/>
            <a:ext cx="72999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උසස් තැන්හි වැදුම් ලත්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සදා තෙදින් යුත්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 තුම එයි බලව්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කන්‍යා ලද පුත් මේ ලෙව්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වසා දේව ලීලාව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සැබෑ මිනිසකු ව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මිනිසුන් හා වසන්ට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එම්මානුවෙල් වී තුට</a:t>
            </a:r>
          </a:p>
        </p:txBody>
      </p:sp>
      <p:pic>
        <p:nvPicPr>
          <p:cNvPr id="206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TextBox 1"/>
          <p:cNvSpPr txBox="1"/>
          <p:nvPr/>
        </p:nvSpPr>
        <p:spPr>
          <a:xfrm>
            <a:off x="4598669" y="5181600"/>
            <a:ext cx="495681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අසව් දුත ගී නද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රජුට උපන් අද</a:t>
            </a:r>
          </a:p>
        </p:txBody>
      </p:sp>
      <p:sp>
        <p:nvSpPr>
          <p:cNvPr id="2064" name="TextBox 2"/>
          <p:cNvSpPr txBox="1"/>
          <p:nvPr/>
        </p:nvSpPr>
        <p:spPr>
          <a:xfrm>
            <a:off x="731519" y="647702"/>
            <a:ext cx="72999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සාමදානේ කුමරු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දමිටුකමේ හිරු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සැමට විමුක්තියත්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ගෙනාවේ ය එළියත්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තේජස හැර දමා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මිනිසුන්ට වී පෙමා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සදාතන ජිවනේ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දෙන්නට ලෝ උපන්නේ</a:t>
            </a:r>
          </a:p>
        </p:txBody>
      </p:sp>
      <p:pic>
        <p:nvPicPr>
          <p:cNvPr id="206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TextBox 1"/>
          <p:cNvSpPr txBox="1"/>
          <p:nvPr/>
        </p:nvSpPr>
        <p:spPr>
          <a:xfrm>
            <a:off x="634537" y="457198"/>
            <a:ext cx="144347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107</a:t>
            </a:r>
          </a:p>
        </p:txBody>
      </p:sp>
      <p:sp>
        <p:nvSpPr>
          <p:cNvPr id="2068" name="TextBox 2"/>
          <p:cNvSpPr txBox="1"/>
          <p:nvPr/>
        </p:nvSpPr>
        <p:spPr>
          <a:xfrm>
            <a:off x="1493519" y="1142999"/>
            <a:ext cx="5852162" cy="4745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සැදැත් සැම එව්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සොම්නසින් ජයෙන් යුත්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බෙත්ලෙහෙමට විත් බලව්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දුතුන්ගේ දෙව්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පුරේ උපන් බැව්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ඇවිත් හිමි වදිව් දැන් </a:t>
            </a:r>
            <a:r>
              <a:t>///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ක්‍රිස්තුස් </a:t>
            </a:r>
          </a:p>
        </p:txBody>
      </p:sp>
      <p:pic>
        <p:nvPicPr>
          <p:cNvPr id="206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1" name="TextBox 1"/>
          <p:cNvSpPr txBox="1"/>
          <p:nvPr/>
        </p:nvSpPr>
        <p:spPr>
          <a:xfrm>
            <a:off x="1341119" y="838199"/>
            <a:ext cx="6080762" cy="4745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දේවාති දේව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 ආලෝකය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මව් කුසය සුළු නො කොට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පියාණන් පුත් වූ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මැවුම් නොලද්දා වූ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ඇවිත් හිමි වදිව් දැන් </a:t>
            </a:r>
            <a:r>
              <a:t>///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ක්‍රිස්තුස් </a:t>
            </a:r>
          </a:p>
        </p:txBody>
      </p:sp>
      <p:pic>
        <p:nvPicPr>
          <p:cNvPr id="207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" name="TextBox 1"/>
          <p:cNvSpPr txBox="1"/>
          <p:nvPr/>
        </p:nvSpPr>
        <p:spPr>
          <a:xfrm>
            <a:off x="1417319" y="900544"/>
            <a:ext cx="6156962" cy="4745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දුත සෙන් ගී දෙව්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සන්තොසින් ගී දෙව්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රැව් නගව් සගයේ සේනා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දෙව් තෙදැත්තන්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රජුට උසස් තැන් 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ඇවිත් හිමි වදිව් දැන් </a:t>
            </a:r>
            <a:r>
              <a:t>///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ක්‍රිස්තුස් </a:t>
            </a:r>
          </a:p>
        </p:txBody>
      </p:sp>
      <p:pic>
        <p:nvPicPr>
          <p:cNvPr id="207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TextBox 1"/>
          <p:cNvSpPr txBox="1"/>
          <p:nvPr/>
        </p:nvSpPr>
        <p:spPr>
          <a:xfrm>
            <a:off x="1147155" y="990599"/>
            <a:ext cx="6690361" cy="4745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ට සෙත් වේ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උපන් අද ලොවේ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ක්‍රිස්තුස්නි වේ ඔබට තේජස්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පියාණන් බස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ගන්තේ මිනිස් වෙස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ඇවිත් හිමි වදිව් දැන් </a:t>
            </a:r>
            <a:r>
              <a:t>///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ක්‍රිස්තුස් </a:t>
            </a:r>
          </a:p>
        </p:txBody>
      </p:sp>
      <p:pic>
        <p:nvPicPr>
          <p:cNvPr id="207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0" name="TextBox 1"/>
          <p:cNvSpPr txBox="1"/>
          <p:nvPr/>
        </p:nvSpPr>
        <p:spPr>
          <a:xfrm>
            <a:off x="3505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108</a:t>
            </a:r>
          </a:p>
        </p:txBody>
      </p:sp>
      <p:sp>
        <p:nvSpPr>
          <p:cNvPr id="2081" name="TextBox 3"/>
          <p:cNvSpPr txBox="1"/>
          <p:nvPr/>
        </p:nvSpPr>
        <p:spPr>
          <a:xfrm>
            <a:off x="1264919" y="990599"/>
            <a:ext cx="6918962" cy="1792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කව්රු ද ගවලෙනේ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එඩේරු නමදින්නේ</a:t>
            </a:r>
          </a:p>
        </p:txBody>
      </p:sp>
      <p:sp>
        <p:nvSpPr>
          <p:cNvPr id="2082" name="TextBox 4"/>
          <p:cNvSpPr txBox="1"/>
          <p:nvPr/>
        </p:nvSpPr>
        <p:spPr>
          <a:xfrm>
            <a:off x="3550919" y="3200399"/>
            <a:ext cx="4632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තුමා ජේසුස් සමිදු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තුමා ක්‍රිස්තුස් රජිදු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වදිමු ශ්‍රී පා කමල්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ගයමු ගී සැම කල්</a:t>
            </a:r>
          </a:p>
        </p:txBody>
      </p:sp>
      <p:pic>
        <p:nvPicPr>
          <p:cNvPr id="2083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TextBox 1"/>
          <p:cNvSpPr txBox="1"/>
          <p:nvPr/>
        </p:nvSpPr>
        <p:spPr>
          <a:xfrm>
            <a:off x="1264919" y="990599"/>
            <a:ext cx="6918962" cy="1792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කව්රු ද නිරාහාරේ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තනි වී වනාන්තරේ</a:t>
            </a:r>
          </a:p>
        </p:txBody>
      </p:sp>
      <p:sp>
        <p:nvSpPr>
          <p:cNvPr id="2086" name="TextBox 2"/>
          <p:cNvSpPr txBox="1"/>
          <p:nvPr/>
        </p:nvSpPr>
        <p:spPr>
          <a:xfrm>
            <a:off x="3550919" y="3200399"/>
            <a:ext cx="4632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තුමා ජේසුස් සමිදු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තුමා ක්‍රිස්තුස් රජිදු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වදිමු ශ්‍රී පා කමල්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ගයමු ගී සැම කල්</a:t>
            </a:r>
          </a:p>
        </p:txBody>
      </p:sp>
      <p:pic>
        <p:nvPicPr>
          <p:cNvPr id="208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TextBox 1"/>
          <p:cNvSpPr txBox="1"/>
          <p:nvPr/>
        </p:nvSpPr>
        <p:spPr>
          <a:xfrm>
            <a:off x="1264919" y="990599"/>
            <a:ext cx="6918962" cy="1792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කව්රු ද මෙත් කුළුණින්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සුව පත් කළේ රෝගීන්</a:t>
            </a:r>
          </a:p>
        </p:txBody>
      </p:sp>
      <p:sp>
        <p:nvSpPr>
          <p:cNvPr id="2090" name="TextBox 2"/>
          <p:cNvSpPr txBox="1"/>
          <p:nvPr/>
        </p:nvSpPr>
        <p:spPr>
          <a:xfrm>
            <a:off x="3550919" y="3200399"/>
            <a:ext cx="4632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තුමා ජේසුස් සමිදු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තුමා ක්‍රිස්තුස් රජිදු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වදිමු ශ්‍රී පා කමල්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ගයමු ගී සැම කල්</a:t>
            </a:r>
          </a:p>
        </p:txBody>
      </p:sp>
      <p:pic>
        <p:nvPicPr>
          <p:cNvPr id="209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" name="TextBox 1"/>
          <p:cNvSpPr txBox="1"/>
          <p:nvPr/>
        </p:nvSpPr>
        <p:spPr>
          <a:xfrm>
            <a:off x="1264919" y="990599"/>
            <a:ext cx="6918962" cy="1792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කව්රු ද බෝ දුක් වන්නේ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අදුරේ ගෙත්සෙමනේ</a:t>
            </a:r>
          </a:p>
        </p:txBody>
      </p:sp>
      <p:sp>
        <p:nvSpPr>
          <p:cNvPr id="2094" name="TextBox 2"/>
          <p:cNvSpPr txBox="1"/>
          <p:nvPr/>
        </p:nvSpPr>
        <p:spPr>
          <a:xfrm>
            <a:off x="3550919" y="3200399"/>
            <a:ext cx="4632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තුමා ජේසුස් සමිදු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තුමා ක්‍රිස්තුස් රජිදු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වදිමු ශ්‍රී පා කමල්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ගයමු ගී සැම කල්</a:t>
            </a:r>
          </a:p>
        </p:txBody>
      </p:sp>
      <p:pic>
        <p:nvPicPr>
          <p:cNvPr id="209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" name="TextBox 1"/>
          <p:cNvSpPr txBox="1"/>
          <p:nvPr/>
        </p:nvSpPr>
        <p:spPr>
          <a:xfrm>
            <a:off x="1264919" y="990599"/>
            <a:ext cx="6918962" cy="1792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කව්රු ද කුරුසියේ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මැරෙන්නේ පැලී හර්දේ</a:t>
            </a:r>
          </a:p>
        </p:txBody>
      </p:sp>
      <p:sp>
        <p:nvSpPr>
          <p:cNvPr id="2098" name="TextBox 2"/>
          <p:cNvSpPr txBox="1"/>
          <p:nvPr/>
        </p:nvSpPr>
        <p:spPr>
          <a:xfrm>
            <a:off x="3550919" y="3200399"/>
            <a:ext cx="4632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තුමා ජේසුස් සමිදු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තුමා ක්‍රිස්තුස් රජිදු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වදිමු ශ්‍රී පා කමල්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ගයමු ගී සැම කල්</a:t>
            </a:r>
          </a:p>
        </p:txBody>
      </p:sp>
      <p:pic>
        <p:nvPicPr>
          <p:cNvPr id="209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TextBox 1"/>
          <p:cNvSpPr txBox="1"/>
          <p:nvPr/>
        </p:nvSpPr>
        <p:spPr>
          <a:xfrm>
            <a:off x="1264919" y="990599"/>
            <a:ext cx="6918962" cy="1792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කව්රු ද තෙද පාමින්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යටපත් කළේ මරුන්</a:t>
            </a:r>
          </a:p>
        </p:txBody>
      </p:sp>
      <p:sp>
        <p:nvSpPr>
          <p:cNvPr id="2102" name="TextBox 2"/>
          <p:cNvSpPr txBox="1"/>
          <p:nvPr/>
        </p:nvSpPr>
        <p:spPr>
          <a:xfrm>
            <a:off x="3550919" y="3200399"/>
            <a:ext cx="4632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තුමා ජේසුස් සමිදු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තුමා ක්‍රිස්තුස් රජිදු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වදිමු ශ්‍රී පා කමල්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ගයමු ගී සැම කල්</a:t>
            </a:r>
          </a:p>
        </p:txBody>
      </p:sp>
      <p:pic>
        <p:nvPicPr>
          <p:cNvPr id="210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" name="TextBox 1"/>
          <p:cNvSpPr txBox="1"/>
          <p:nvPr/>
        </p:nvSpPr>
        <p:spPr>
          <a:xfrm>
            <a:off x="1264919" y="990599"/>
            <a:ext cx="6918962" cy="1792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කව්රු ද ලෙව් අග පත්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විමුත් හිමි සුපින්වත්</a:t>
            </a:r>
          </a:p>
        </p:txBody>
      </p:sp>
      <p:sp>
        <p:nvSpPr>
          <p:cNvPr id="2106" name="TextBox 2"/>
          <p:cNvSpPr txBox="1"/>
          <p:nvPr/>
        </p:nvSpPr>
        <p:spPr>
          <a:xfrm>
            <a:off x="3550919" y="3200399"/>
            <a:ext cx="4632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තුමා ජේසුස් සමිදු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තුමා ක්‍රිස්තුස් රජිදු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වදිමු ශ්‍රී පා කමල්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ගයමු ගී සැම කල්</a:t>
            </a:r>
          </a:p>
        </p:txBody>
      </p:sp>
      <p:pic>
        <p:nvPicPr>
          <p:cNvPr id="210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TextBox 1"/>
          <p:cNvSpPr txBox="1"/>
          <p:nvPr/>
        </p:nvSpPr>
        <p:spPr>
          <a:xfrm>
            <a:off x="3505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109</a:t>
            </a:r>
          </a:p>
        </p:txBody>
      </p:sp>
      <p:sp>
        <p:nvSpPr>
          <p:cNvPr id="2110" name="TextBox 2"/>
          <p:cNvSpPr txBox="1"/>
          <p:nvPr/>
        </p:nvSpPr>
        <p:spPr>
          <a:xfrm>
            <a:off x="1226819" y="534264"/>
            <a:ext cx="68427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නිසල් ව රෑ තිබේ මැ 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බෙත්ලෙහෙම් හෙල් පිට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එඩේරු සිටිත් මැ 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රැළ වෙත තුට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අසා පුදුම ගී තොස්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ගලා එන සගෙන්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කදු හෙල් පිළිරැව් දෙයි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තේජස් වේ උසස් තැන්</a:t>
            </a:r>
          </a:p>
        </p:txBody>
      </p:sp>
      <p:sp>
        <p:nvSpPr>
          <p:cNvPr id="2111" name="TextBox 3"/>
          <p:cNvSpPr txBox="1"/>
          <p:nvPr/>
        </p:nvSpPr>
        <p:spPr>
          <a:xfrm>
            <a:off x="4236719" y="5125255"/>
            <a:ext cx="4404362" cy="1113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උසස් තැන්හි වේ තේජස් නිත්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සෙත් වේ සත් හට ඇසෙයි ගී</a:t>
            </a:r>
          </a:p>
        </p:txBody>
      </p:sp>
      <p:pic>
        <p:nvPicPr>
          <p:cNvPr id="211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TextBox 1"/>
          <p:cNvSpPr txBox="1"/>
          <p:nvPr/>
        </p:nvSpPr>
        <p:spPr>
          <a:xfrm>
            <a:off x="1226819" y="534264"/>
            <a:ext cx="68427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තොස් යුත් එඩේරුන් හා එන්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පිටත් ව සැණෙකින්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පඩුවන් සමගින්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පදුරුත්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යටත් සිතැත් දුගී එන්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වටින් රැස් වී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සොම්නස් සිතින් පවසන්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පසන් දෙවි දුත ගී</a:t>
            </a:r>
          </a:p>
        </p:txBody>
      </p:sp>
      <p:sp>
        <p:nvSpPr>
          <p:cNvPr id="2115" name="TextBox 2"/>
          <p:cNvSpPr txBox="1"/>
          <p:nvPr/>
        </p:nvSpPr>
        <p:spPr>
          <a:xfrm>
            <a:off x="4236719" y="5125255"/>
            <a:ext cx="4404362" cy="1113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උසස් තැන්හි වේ තේජස් නිත්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සෙත් වේ සත් හට ඇසෙයි ගී</a:t>
            </a:r>
          </a:p>
        </p:txBody>
      </p:sp>
      <p:pic>
        <p:nvPicPr>
          <p:cNvPr id="211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TextBox 1"/>
          <p:cNvSpPr txBox="1"/>
          <p:nvPr/>
        </p:nvSpPr>
        <p:spPr>
          <a:xfrm>
            <a:off x="1226819" y="534264"/>
            <a:ext cx="68427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සුපුල් මලින් සරසව්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ගේ දොර දෙව් නිවෙස්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කරන් පැසසුම් දෙවි පුත්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බැතින දැන් සිත් ලෙස්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එන කුඩා දරුන්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නත්තල් දින අදයි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දුර ලන් දොම්නස් සිතෙන්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ලෝ වැඩිය</a:t>
            </a:r>
          </a:p>
        </p:txBody>
      </p:sp>
      <p:sp>
        <p:nvSpPr>
          <p:cNvPr id="2119" name="TextBox 2"/>
          <p:cNvSpPr txBox="1"/>
          <p:nvPr/>
        </p:nvSpPr>
        <p:spPr>
          <a:xfrm>
            <a:off x="4236719" y="5125255"/>
            <a:ext cx="4404362" cy="1113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උසස් තැන්හි වේ තේජස් නිත්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සෙත් වේ සත් හට ඇසෙයි ගී</a:t>
            </a:r>
          </a:p>
        </p:txBody>
      </p:sp>
      <p:pic>
        <p:nvPicPr>
          <p:cNvPr id="212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TextBox 1"/>
          <p:cNvSpPr txBox="1"/>
          <p:nvPr/>
        </p:nvSpPr>
        <p:spPr>
          <a:xfrm>
            <a:off x="3505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110</a:t>
            </a:r>
          </a:p>
        </p:txBody>
      </p:sp>
      <p:sp>
        <p:nvSpPr>
          <p:cNvPr id="2123" name="TextBox 2"/>
          <p:cNvSpPr txBox="1"/>
          <p:nvPr/>
        </p:nvSpPr>
        <p:spPr>
          <a:xfrm>
            <a:off x="1207769" y="991464"/>
            <a:ext cx="68427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මිනිස් බැව් ගත් දෙවි කුමරා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ගවහලේ නිදන්නේ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ඔරුව තුල වැතිරී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 සේ සැතපෙන්නේ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පින්වත් ම ය ඒ එඩේරු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දුත් හඩ ඇසුවෝ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පින්වත් ම ය දෙවි කුමරු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දැක වැද පිදුවෝ</a:t>
            </a:r>
          </a:p>
        </p:txBody>
      </p:sp>
      <p:pic>
        <p:nvPicPr>
          <p:cNvPr id="212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TextBox 1"/>
          <p:cNvSpPr txBox="1"/>
          <p:nvPr/>
        </p:nvSpPr>
        <p:spPr>
          <a:xfrm>
            <a:off x="1207769" y="991464"/>
            <a:ext cx="68427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පින්වත් ම ය ජේසුස් වැඩි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පුවත දැන් අසන්නෝ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පින්වත් ම ය ඊටත් වැඩි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පුවත් පවසන්නෝ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ඔරුවේ සැතපෙන මෙන්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යටත් වූ සමිදුනේ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සිත්හි ද වසන මෙන්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තුටු වන්න පෙමිනේ</a:t>
            </a:r>
          </a:p>
        </p:txBody>
      </p:sp>
      <p:pic>
        <p:nvPicPr>
          <p:cNvPr id="212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" name="TextBox 1"/>
          <p:cNvSpPr txBox="1"/>
          <p:nvPr/>
        </p:nvSpPr>
        <p:spPr>
          <a:xfrm>
            <a:off x="1207769" y="991464"/>
            <a:ext cx="68427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 මල මා සිත් තුල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ඇතත් වඩිමින් අනේ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තබන් හිස සුනිමල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එහි බෝ දයාවෙනේ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ඇතුළුවන් හිමි මේ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සිත්හි වෙයි නත්තලක්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වෙයි සග ඔබ ඉන්න තැන්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සිතත් වෙයි සගයක්</a:t>
            </a:r>
          </a:p>
        </p:txBody>
      </p:sp>
      <p:pic>
        <p:nvPicPr>
          <p:cNvPr id="213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2" name="TextBox 1"/>
          <p:cNvSpPr txBox="1"/>
          <p:nvPr/>
        </p:nvSpPr>
        <p:spPr>
          <a:xfrm>
            <a:off x="1207769" y="991464"/>
            <a:ext cx="68427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ලෝ සැපත් හසුන්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තකා වෙසෙන්නන්ට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සාමයේ නත්තල් වදන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සලසනු ඇසෙන්ට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නත්තල් සුබසුන් හැම තැන්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පැතිරී ගී ගයන්ට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රජිදුන් හට උසස් තැන්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වරම් දෙන් සව් සතුන්ට</a:t>
            </a:r>
          </a:p>
        </p:txBody>
      </p:sp>
      <p:pic>
        <p:nvPicPr>
          <p:cNvPr id="213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TextBox 1"/>
          <p:cNvSpPr txBox="1"/>
          <p:nvPr/>
        </p:nvSpPr>
        <p:spPr>
          <a:xfrm>
            <a:off x="3505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111</a:t>
            </a:r>
          </a:p>
        </p:txBody>
      </p:sp>
      <p:sp>
        <p:nvSpPr>
          <p:cNvPr id="2136" name="TextBox 2"/>
          <p:cNvSpPr txBox="1"/>
          <p:nvPr/>
        </p:nvSpPr>
        <p:spPr>
          <a:xfrm>
            <a:off x="1188719" y="990599"/>
            <a:ext cx="7299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අති දිමුත් පෙර දිග්හි තරු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පායා ගනදුර පහ කරන්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බිලිදු සැතපෙන්නේ කො තැන්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පෙන්වා අපගේ හද පිනවන්</a:t>
            </a:r>
          </a:p>
        </p:txBody>
      </p:sp>
      <p:sp>
        <p:nvSpPr>
          <p:cNvPr id="2137" name="TextBox 3"/>
          <p:cNvSpPr txBox="1"/>
          <p:nvPr/>
        </p:nvSpPr>
        <p:spPr>
          <a:xfrm>
            <a:off x="1188719" y="3581399"/>
            <a:ext cx="7299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තෙත් වී ඇත ගව ඔරුව පින්නෙන්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නැලැවේ සුනිමල් දෙවි බිලිදුන්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එතුමට නම කරත් සග සෙන්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මවුම්කරුන් හා ලොවේ රජිදුන්</a:t>
            </a:r>
          </a:p>
        </p:txBody>
      </p:sp>
      <p:pic>
        <p:nvPicPr>
          <p:cNvPr id="213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TextBox 1"/>
          <p:cNvSpPr txBox="1"/>
          <p:nvPr/>
        </p:nvSpPr>
        <p:spPr>
          <a:xfrm>
            <a:off x="1188719" y="990599"/>
            <a:ext cx="7299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කුමක් අප රජුට පුදමු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බිම් කැන රුවන් මුතු සයුරෙන්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මිහිතලින් රන් සුවද වනයෙන්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බැති සිත් පමණි අනගි වන්</a:t>
            </a:r>
          </a:p>
        </p:txBody>
      </p:sp>
      <p:sp>
        <p:nvSpPr>
          <p:cNvPr id="2141" name="TextBox 2"/>
          <p:cNvSpPr txBox="1"/>
          <p:nvPr/>
        </p:nvSpPr>
        <p:spPr>
          <a:xfrm>
            <a:off x="1188719" y="3581399"/>
            <a:ext cx="7299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නිස්පල යි මේ වන් පිදුම් ඒ හා නැත් නම්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අචල බැතින් පිදෙන යැදුම්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දුගී දනන්ගේ යටහත් සිත් පැතුම්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පමණි දෙවි අගයන පිදුම්</a:t>
            </a:r>
          </a:p>
        </p:txBody>
      </p:sp>
      <p:pic>
        <p:nvPicPr>
          <p:cNvPr id="214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TextBox 1"/>
          <p:cNvSpPr txBox="1"/>
          <p:nvPr/>
        </p:nvSpPr>
        <p:spPr>
          <a:xfrm>
            <a:off x="1188719" y="990599"/>
            <a:ext cx="7299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අති දිමුත්  පෙර දිග්හි තරු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පායා ගනදුර පහ කරන්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බිලිදු සැතපෙන්නේ කො තැන්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පෙන්වා අපගේ හද පිනවන්</a:t>
            </a:r>
          </a:p>
        </p:txBody>
      </p:sp>
      <p:pic>
        <p:nvPicPr>
          <p:cNvPr id="214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7" name="TextBox 1"/>
          <p:cNvSpPr txBox="1"/>
          <p:nvPr/>
        </p:nvSpPr>
        <p:spPr>
          <a:xfrm>
            <a:off x="3505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112</a:t>
            </a:r>
          </a:p>
        </p:txBody>
      </p:sp>
      <p:sp>
        <p:nvSpPr>
          <p:cNvPr id="2148" name="TextBox 2"/>
          <p:cNvSpPr txBox="1"/>
          <p:nvPr/>
        </p:nvSpPr>
        <p:spPr>
          <a:xfrm>
            <a:off x="1188719" y="1295399"/>
            <a:ext cx="72999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 පඩිවරයන්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දැක තරුවක් නෙතින්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බැස සතොසින්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අනුව ගියා මෙන්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මෙත් යුත් හිමි අපටත්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එන්ට ඔබ වරම් දෙන්</a:t>
            </a:r>
          </a:p>
        </p:txBody>
      </p:sp>
      <p:pic>
        <p:nvPicPr>
          <p:cNvPr id="214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TextBox 1"/>
          <p:cNvSpPr txBox="1"/>
          <p:nvPr/>
        </p:nvSpPr>
        <p:spPr>
          <a:xfrm>
            <a:off x="1188719" y="1295399"/>
            <a:ext cx="72999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දැක දෙවි බිළිදුන්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මව් තුරුලේ නිදා හුන්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පිනමින් සිත් බුහුමන්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කරමින් වැටි දණින්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අපටත් දයා අසුන්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වෙතෙන්ට සිය දෙන් නිතින්</a:t>
            </a:r>
          </a:p>
        </p:txBody>
      </p:sp>
      <p:pic>
        <p:nvPicPr>
          <p:cNvPr id="215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TextBox 1"/>
          <p:cNvSpPr txBox="1"/>
          <p:nvPr/>
        </p:nvSpPr>
        <p:spPr>
          <a:xfrm>
            <a:off x="1188719" y="1295399"/>
            <a:ext cx="72999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ආදරයෙන්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පඩුරු පිදු ලෙසින්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ද මහත් තුටින්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තොර වී සැම පවින්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සතු දේ බැතින්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දෙන්ට ඔබට සිත් දෙන්</a:t>
            </a:r>
          </a:p>
        </p:txBody>
      </p:sp>
      <p:pic>
        <p:nvPicPr>
          <p:cNvPr id="215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TextBox 1"/>
          <p:cNvSpPr txBox="1"/>
          <p:nvPr/>
        </p:nvSpPr>
        <p:spPr>
          <a:xfrm>
            <a:off x="1188719" y="1295399"/>
            <a:ext cx="72999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ජේසුනි අප නිතින්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පටු මග තබමින්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ලොවින් පහ වූ සදින්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සගට ම ගෙන යන්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නෑ එහි යමි අදුරක්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නෑ කිසි වලාකුළක්</a:t>
            </a:r>
          </a:p>
        </p:txBody>
      </p:sp>
      <p:pic>
        <p:nvPicPr>
          <p:cNvPr id="215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TextBox 1"/>
          <p:cNvSpPr txBox="1"/>
          <p:nvPr/>
        </p:nvSpPr>
        <p:spPr>
          <a:xfrm>
            <a:off x="1188719" y="1295399"/>
            <a:ext cx="72999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දිමුත් සග පුරේ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එළි ඕනෑ නො කෙරේ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එහි එළියත්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වෙයි කිරුළ හා හිරුත්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දෙමු රජිදුට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හලෙලුයා නදට</a:t>
            </a:r>
          </a:p>
        </p:txBody>
      </p:sp>
      <p:pic>
        <p:nvPicPr>
          <p:cNvPr id="216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3" name="TextBox 1"/>
          <p:cNvSpPr txBox="1"/>
          <p:nvPr/>
        </p:nvSpPr>
        <p:spPr>
          <a:xfrm>
            <a:off x="3505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113</a:t>
            </a:r>
          </a:p>
        </p:txBody>
      </p:sp>
      <p:sp>
        <p:nvSpPr>
          <p:cNvPr id="2164" name="TextBox 2"/>
          <p:cNvSpPr txBox="1"/>
          <p:nvPr/>
        </p:nvSpPr>
        <p:spPr>
          <a:xfrm>
            <a:off x="1188719" y="813374"/>
            <a:ext cx="72999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පොරණ ගීය තෙද වන්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ඇසිණි රෑ දිනේ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පැවසු දුතුන් විත් සගෙන්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විණා වයමිනේ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වා සෙත මිහි පිට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සතට කරුණා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දුතයින් ගී අසනට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නිහඩ වුණා</a:t>
            </a:r>
          </a:p>
        </p:txBody>
      </p:sp>
      <p:pic>
        <p:nvPicPr>
          <p:cNvPr id="216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TextBox 1"/>
          <p:cNvSpPr txBox="1"/>
          <p:nvPr/>
        </p:nvSpPr>
        <p:spPr>
          <a:xfrm>
            <a:off x="1188719" y="813374"/>
            <a:ext cx="72999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දැනුත් දුතයෝ අහසින්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විදහා පියාපත්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සාමදානය ගෙනතින්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කෙරේ යුත් විපත්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කරදරැති හැම තැන්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බලා යත් නීතියෙන්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වියවුල් ඇත් කල වටින්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සැනසුම් ගී ගයත්</a:t>
            </a:r>
          </a:p>
        </p:txBody>
      </p:sp>
      <p:pic>
        <p:nvPicPr>
          <p:cNvPr id="216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" name="TextBox 1"/>
          <p:cNvSpPr txBox="1"/>
          <p:nvPr/>
        </p:nvSpPr>
        <p:spPr>
          <a:xfrm>
            <a:off x="1188719" y="813374"/>
            <a:ext cx="72999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ලෝ ජිවිතේ දුක් බරින්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පෙළි වසන්නෙනි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කදු මග සෙමෙන් සෙමෙන්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ගමන් කරන්නෙනි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එයි තොස් යුත් මනරම් කලක්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විගසින්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</a:t>
            </a:r>
            <a:r>
              <a:t>’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සල නවතිමින්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අසව් ගී දුතයින්</a:t>
            </a:r>
          </a:p>
        </p:txBody>
      </p:sp>
      <p:pic>
        <p:nvPicPr>
          <p:cNvPr id="217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3" name="TextBox 1"/>
          <p:cNvSpPr txBox="1"/>
          <p:nvPr/>
        </p:nvSpPr>
        <p:spPr>
          <a:xfrm>
            <a:off x="1188719" y="813374"/>
            <a:ext cx="72999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එන්නේ ය දවස් විගසින්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 දිවැස්වරුන්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පැවසු වදන ලෙසින්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කාලය සුපසන්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අලුත් අහසත් පොළොවත්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රජ වන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දින මේ ගී ගයත් ලෝ සත්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දුතුන් ගයන</a:t>
            </a:r>
          </a:p>
        </p:txBody>
      </p:sp>
      <p:pic>
        <p:nvPicPr>
          <p:cNvPr id="217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6" name="TextBox 5"/>
          <p:cNvSpPr txBox="1"/>
          <p:nvPr/>
        </p:nvSpPr>
        <p:spPr>
          <a:xfrm>
            <a:off x="655319" y="838514"/>
            <a:ext cx="7376162" cy="428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තේජස් හා කිරුළත් හැර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මේහි ආ කළ මා නිසා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නිවහනේ බෙත්ලෙහෙම් නුවර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ලැබිණි ඉඩක් එදා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2177" name="TextBox 7"/>
          <p:cNvSpPr txBox="1"/>
          <p:nvPr/>
        </p:nvSpPr>
        <p:spPr>
          <a:xfrm>
            <a:off x="3703319" y="3964058"/>
            <a:ext cx="4861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මා සිතට වඩින්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එහි ඉඩ ඇත්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මා සිතට වඩින්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එහි ඉඩ ඇත්</a:t>
            </a:r>
          </a:p>
        </p:txBody>
      </p:sp>
      <p:sp>
        <p:nvSpPr>
          <p:cNvPr id="2178" name="Rectangle 8"/>
          <p:cNvSpPr txBox="1"/>
          <p:nvPr/>
        </p:nvSpPr>
        <p:spPr>
          <a:xfrm>
            <a:off x="502921" y="130629"/>
            <a:ext cx="997110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114</a:t>
            </a:r>
          </a:p>
        </p:txBody>
      </p:sp>
      <p:pic>
        <p:nvPicPr>
          <p:cNvPr id="217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Rectangle 3"/>
          <p:cNvSpPr txBox="1"/>
          <p:nvPr/>
        </p:nvSpPr>
        <p:spPr>
          <a:xfrm>
            <a:off x="3398519" y="4038599"/>
            <a:ext cx="6309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මා සිතට වඩින්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එහි ඉඩ ඇත්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මා සිතට වඩින්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එහි ඉඩ ඇත්</a:t>
            </a:r>
          </a:p>
        </p:txBody>
      </p:sp>
      <p:sp>
        <p:nvSpPr>
          <p:cNvPr id="2182" name="TextBox 4"/>
          <p:cNvSpPr txBox="1"/>
          <p:nvPr/>
        </p:nvSpPr>
        <p:spPr>
          <a:xfrm>
            <a:off x="568233" y="838202"/>
            <a:ext cx="7071361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දුතයන් ඔබ අවට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නිතින පැසසුම් දුන් මුත්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දිලිදකු සේ ඔබ ලොවට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වැඩියේය වෙමින් දුක්පත්</a:t>
            </a:r>
          </a:p>
        </p:txBody>
      </p:sp>
      <p:pic>
        <p:nvPicPr>
          <p:cNvPr id="2183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Rectangle 3"/>
          <p:cNvSpPr txBox="1"/>
          <p:nvPr/>
        </p:nvSpPr>
        <p:spPr>
          <a:xfrm>
            <a:off x="3246119" y="3886199"/>
            <a:ext cx="6156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මා සිතට වඩින්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එහි ඉඩ ඇත්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මා සිතට වඩින්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එහි ඉඩ ඇත්</a:t>
            </a:r>
          </a:p>
        </p:txBody>
      </p:sp>
      <p:sp>
        <p:nvSpPr>
          <p:cNvPr id="2186" name="TextBox 4"/>
          <p:cNvSpPr txBox="1"/>
          <p:nvPr/>
        </p:nvSpPr>
        <p:spPr>
          <a:xfrm>
            <a:off x="579119" y="609601"/>
            <a:ext cx="71475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සිවලුන්ට හා සියොතුන් හට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වනයේ ඉඩ ඇත්තේ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එනමුත් යේසු හිමි ඔබට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ඉඩමක් මෙහි නැත් විය</a:t>
            </a:r>
          </a:p>
        </p:txBody>
      </p:sp>
      <p:pic>
        <p:nvPicPr>
          <p:cNvPr id="2187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9" name="Rectangle 3"/>
          <p:cNvSpPr txBox="1"/>
          <p:nvPr/>
        </p:nvSpPr>
        <p:spPr>
          <a:xfrm>
            <a:off x="3093719" y="3657599"/>
            <a:ext cx="5623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මා සිතට වඩින්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එහි ඉඩ ඇත්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මා සිතට වඩින්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එහි ඉඩ ඇත්</a:t>
            </a:r>
          </a:p>
        </p:txBody>
      </p:sp>
      <p:sp>
        <p:nvSpPr>
          <p:cNvPr id="2190" name="TextBox 4"/>
          <p:cNvSpPr txBox="1"/>
          <p:nvPr/>
        </p:nvSpPr>
        <p:spPr>
          <a:xfrm>
            <a:off x="655319" y="381001"/>
            <a:ext cx="63855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ජිවනේ බස රැගෙන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මුදනට වැඩි කල්හි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කටු ඔටුන්නක් හිස ලමින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මරුවෝය ය කුරුසේහි</a:t>
            </a:r>
          </a:p>
        </p:txBody>
      </p:sp>
      <p:pic>
        <p:nvPicPr>
          <p:cNvPr id="2191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3" name="TextBox 5"/>
          <p:cNvSpPr txBox="1"/>
          <p:nvPr/>
        </p:nvSpPr>
        <p:spPr>
          <a:xfrm>
            <a:off x="579119" y="381001"/>
            <a:ext cx="66141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තේජසින් ජය ගන්නට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 කල් සග සෙන් ගීයෙන්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කැදවා මා ද ඔබ සමග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සදහට වසන්ට දෙන්</a:t>
            </a:r>
          </a:p>
        </p:txBody>
      </p:sp>
      <p:sp>
        <p:nvSpPr>
          <p:cNvPr id="2194" name="TextBox 6"/>
          <p:cNvSpPr txBox="1"/>
          <p:nvPr/>
        </p:nvSpPr>
        <p:spPr>
          <a:xfrm>
            <a:off x="2788919" y="3581399"/>
            <a:ext cx="6385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මා සිත වෙයි සොම්නස්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මා කැදවන කල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මා සිත වෙයි සොම්නස්දැන්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මා කැදවන කල</a:t>
            </a:r>
          </a:p>
        </p:txBody>
      </p:sp>
      <p:pic>
        <p:nvPicPr>
          <p:cNvPr id="219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7" name="TextBox 3"/>
          <p:cNvSpPr txBox="1"/>
          <p:nvPr/>
        </p:nvSpPr>
        <p:spPr>
          <a:xfrm>
            <a:off x="426719" y="304802"/>
            <a:ext cx="975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115</a:t>
            </a:r>
          </a:p>
        </p:txBody>
      </p:sp>
      <p:sp>
        <p:nvSpPr>
          <p:cNvPr id="2198" name="TextBox 4"/>
          <p:cNvSpPr txBox="1"/>
          <p:nvPr/>
        </p:nvSpPr>
        <p:spPr>
          <a:xfrm>
            <a:off x="960119" y="1066802"/>
            <a:ext cx="72999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ක්‍රිස්තුස් වැඩියේ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විශ්වය තොස් විය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මුළු ලොව රජ වේ ය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දෙව් සොබා දම</a:t>
            </a:r>
          </a:p>
        </p:txBody>
      </p:sp>
      <p:sp>
        <p:nvSpPr>
          <p:cNvPr id="2199" name="TextBox 5"/>
          <p:cNvSpPr txBox="1"/>
          <p:nvPr/>
        </p:nvSpPr>
        <p:spPr>
          <a:xfrm>
            <a:off x="960119" y="4191000"/>
            <a:ext cx="72999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දෙව් සොබා දම්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දෙව් ගී දෙව් සොබා දම</a:t>
            </a:r>
          </a:p>
        </p:txBody>
      </p:sp>
      <p:pic>
        <p:nvPicPr>
          <p:cNvPr id="2200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TextBox 3"/>
          <p:cNvSpPr txBox="1"/>
          <p:nvPr/>
        </p:nvSpPr>
        <p:spPr>
          <a:xfrm>
            <a:off x="960119" y="4191000"/>
            <a:ext cx="72999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ගීය ගයන්නට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ගීය ගීය ගයන්නට</a:t>
            </a:r>
          </a:p>
        </p:txBody>
      </p:sp>
      <p:sp>
        <p:nvSpPr>
          <p:cNvPr id="2203" name="TextBox 4"/>
          <p:cNvSpPr txBox="1"/>
          <p:nvPr/>
        </p:nvSpPr>
        <p:spPr>
          <a:xfrm>
            <a:off x="807719" y="914402"/>
            <a:ext cx="71475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මිදුම්කරු වැඩියේ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මිනිස් හඩින් ගී දෙව්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කදු හෙල් හා ගං හෝ එක් වව්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ගීය ගයන්නට</a:t>
            </a:r>
          </a:p>
        </p:txBody>
      </p:sp>
      <p:pic>
        <p:nvPicPr>
          <p:cNvPr id="2204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TextBox 1"/>
          <p:cNvSpPr txBox="1"/>
          <p:nvPr/>
        </p:nvSpPr>
        <p:spPr>
          <a:xfrm>
            <a:off x="960119" y="4191000"/>
            <a:ext cx="72999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සුන් වෙයි පාප මල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සුන් වෙයි සුන් වෙයි පාප මල </a:t>
            </a:r>
          </a:p>
        </p:txBody>
      </p:sp>
      <p:sp>
        <p:nvSpPr>
          <p:cNvPr id="2207" name="TextBox 2"/>
          <p:cNvSpPr txBox="1"/>
          <p:nvPr/>
        </p:nvSpPr>
        <p:spPr>
          <a:xfrm>
            <a:off x="960119" y="685801"/>
            <a:ext cx="5166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විමුත් හිමි වැඩියේ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ශාන්තිය අත් විය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කරුණා උල්පත ගලයි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සුන් වෙයි පාප මල </a:t>
            </a:r>
          </a:p>
        </p:txBody>
      </p:sp>
      <p:pic>
        <p:nvPicPr>
          <p:cNvPr id="220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TextBox 1"/>
          <p:cNvSpPr txBox="1"/>
          <p:nvPr/>
        </p:nvSpPr>
        <p:spPr>
          <a:xfrm>
            <a:off x="883919" y="685801"/>
            <a:ext cx="62331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දමින් රජ කරයි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සත් දණ නමත්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යාපත්කම තෙදැත්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 වෙයි විස්ම පත්</a:t>
            </a:r>
          </a:p>
        </p:txBody>
      </p:sp>
      <p:sp>
        <p:nvSpPr>
          <p:cNvPr id="2211" name="TextBox 2"/>
          <p:cNvSpPr txBox="1"/>
          <p:nvPr/>
        </p:nvSpPr>
        <p:spPr>
          <a:xfrm>
            <a:off x="883919" y="4191000"/>
            <a:ext cx="50139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 වෙයි විස්මපත්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 පෙම වෙයි විස්මපත්  </a:t>
            </a:r>
          </a:p>
        </p:txBody>
      </p:sp>
      <p:pic>
        <p:nvPicPr>
          <p:cNvPr id="221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4" name="TextBox 1"/>
          <p:cNvSpPr txBox="1"/>
          <p:nvPr/>
        </p:nvSpPr>
        <p:spPr>
          <a:xfrm>
            <a:off x="3505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116</a:t>
            </a:r>
          </a:p>
        </p:txBody>
      </p:sp>
      <p:sp>
        <p:nvSpPr>
          <p:cNvPr id="2215" name="TextBox 2"/>
          <p:cNvSpPr txBox="1"/>
          <p:nvPr/>
        </p:nvSpPr>
        <p:spPr>
          <a:xfrm>
            <a:off x="902969" y="1219202"/>
            <a:ext cx="7604762" cy="1113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කුමරා දෙව් ලො හැරා මෙ ලොව දිවි දරා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මෙහෙ කෙළේ ය ලොවට පෙමින කුළුණු ගුණය පා</a:t>
            </a:r>
          </a:p>
        </p:txBody>
      </p:sp>
      <p:sp>
        <p:nvSpPr>
          <p:cNvPr id="2216" name="TextBox 3"/>
          <p:cNvSpPr txBox="1"/>
          <p:nvPr/>
        </p:nvSpPr>
        <p:spPr>
          <a:xfrm>
            <a:off x="941069" y="2819399"/>
            <a:ext cx="6995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දුකින පෙළෙන දුබල රෝගි කොරු ද අද දනා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අතින වතින මුවින හිමිගෙ ලැබුවො සුව මනා</a:t>
            </a:r>
          </a:p>
        </p:txBody>
      </p:sp>
      <p:pic>
        <p:nvPicPr>
          <p:cNvPr id="221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TextBox 1"/>
          <p:cNvSpPr txBox="1"/>
          <p:nvPr/>
        </p:nvSpPr>
        <p:spPr>
          <a:xfrm>
            <a:off x="902969" y="1219202"/>
            <a:ext cx="7604762" cy="1113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කුමරා දෙව් ලො හැරා මෙ ලොව දිවි දරා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මෙහෙ කෙළේ ය ලොවට පෙමින කුළුණු ගුණය පා</a:t>
            </a:r>
          </a:p>
        </p:txBody>
      </p:sp>
      <p:sp>
        <p:nvSpPr>
          <p:cNvPr id="2220" name="TextBox 2"/>
          <p:cNvSpPr txBox="1"/>
          <p:nvPr/>
        </p:nvSpPr>
        <p:spPr>
          <a:xfrm>
            <a:off x="941069" y="2819399"/>
            <a:ext cx="6995162" cy="1379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අවිදු ගෝල දනට නුවණ දෙන උවම් මගින්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විසල මහරු කුරුණු කී ය සරල රස බසින්</a:t>
            </a:r>
          </a:p>
        </p:txBody>
      </p:sp>
      <p:pic>
        <p:nvPicPr>
          <p:cNvPr id="222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3" name="TextBox 1"/>
          <p:cNvSpPr txBox="1"/>
          <p:nvPr/>
        </p:nvSpPr>
        <p:spPr>
          <a:xfrm>
            <a:off x="902969" y="1219202"/>
            <a:ext cx="7604762" cy="1113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කුමරා දෙව් ලො හැරා මෙ ලොව දිවි දරා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මෙහෙ කෙළේ ය ලොවට පෙමින කුළුණු ගුණය පා</a:t>
            </a:r>
          </a:p>
        </p:txBody>
      </p:sp>
      <p:sp>
        <p:nvSpPr>
          <p:cNvPr id="2224" name="TextBox 2"/>
          <p:cNvSpPr txBox="1"/>
          <p:nvPr/>
        </p:nvSpPr>
        <p:spPr>
          <a:xfrm>
            <a:off x="941069" y="2819399"/>
            <a:ext cx="6995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පවින බැදුණු සතට සදා මිදුම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සලසනා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කුරුසි මරණ සගට විවර මගකි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තිර වනා</a:t>
            </a:r>
          </a:p>
        </p:txBody>
      </p:sp>
      <p:pic>
        <p:nvPicPr>
          <p:cNvPr id="222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TextBox 1"/>
          <p:cNvSpPr txBox="1"/>
          <p:nvPr/>
        </p:nvSpPr>
        <p:spPr>
          <a:xfrm>
            <a:off x="902969" y="1219202"/>
            <a:ext cx="7604762" cy="1113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කුමරා දෙව් ලො හැරා මෙ ලොව දිවි දරා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මෙහෙ කෙළේ ය ලොවට පෙමින කුළුණු ගුණය පා</a:t>
            </a:r>
          </a:p>
        </p:txBody>
      </p:sp>
      <p:sp>
        <p:nvSpPr>
          <p:cNvPr id="2228" name="TextBox 2"/>
          <p:cNvSpPr txBox="1"/>
          <p:nvPr/>
        </p:nvSpPr>
        <p:spPr>
          <a:xfrm>
            <a:off x="941069" y="2819399"/>
            <a:ext cx="6995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සුහද එඩේර පහන් තරුව අළුව ලොවතුරා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සුතන දෙවිදු හිමි ය පවිටු දනගෙ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සුමිතුරු</a:t>
            </a:r>
          </a:p>
        </p:txBody>
      </p:sp>
      <p:pic>
        <p:nvPicPr>
          <p:cNvPr id="222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1" name="TextBox 1"/>
          <p:cNvSpPr txBox="1"/>
          <p:nvPr/>
        </p:nvSpPr>
        <p:spPr>
          <a:xfrm>
            <a:off x="3505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117</a:t>
            </a:r>
          </a:p>
        </p:txBody>
      </p:sp>
      <p:sp>
        <p:nvSpPr>
          <p:cNvPr id="2232" name="TextBox 3"/>
          <p:cNvSpPr txBox="1"/>
          <p:nvPr/>
        </p:nvSpPr>
        <p:spPr>
          <a:xfrm>
            <a:off x="655319" y="813377"/>
            <a:ext cx="79857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පින්සරා දෙවි කුමරා වසන වරා මෙදියතුරා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බාල කල්හි ම පෙන්වී දුකා විදිනයුරා</a:t>
            </a:r>
          </a:p>
        </p:txBody>
      </p:sp>
      <p:sp>
        <p:nvSpPr>
          <p:cNvPr id="2233" name="TextBox 9"/>
          <p:cNvSpPr txBox="1"/>
          <p:nvPr/>
        </p:nvSpPr>
        <p:spPr>
          <a:xfrm>
            <a:off x="655319" y="2438402"/>
            <a:ext cx="79857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පෙමිණි වූ රමණි ඒ සුර හිමී කිත් සිරිනි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නොදිලි කිසි ලෙසිනි විසිය දුගීන් හා නිතිනි</a:t>
            </a:r>
          </a:p>
        </p:txBody>
      </p:sp>
      <p:sp>
        <p:nvSpPr>
          <p:cNvPr id="2234" name="TextBox 10"/>
          <p:cNvSpPr txBox="1"/>
          <p:nvPr/>
        </p:nvSpPr>
        <p:spPr>
          <a:xfrm>
            <a:off x="731519" y="4191002"/>
            <a:ext cx="79857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පුරා ගැන අදුර බිදින හිරා සිසිරකරා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මැව් ඒ හිමි පවරා දිනි ය ගොපලුවන් අතරා</a:t>
            </a:r>
          </a:p>
        </p:txBody>
      </p:sp>
      <p:pic>
        <p:nvPicPr>
          <p:cNvPr id="2235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7" name="TextBox 1"/>
          <p:cNvSpPr txBox="1"/>
          <p:nvPr/>
        </p:nvSpPr>
        <p:spPr>
          <a:xfrm>
            <a:off x="655319" y="813377"/>
            <a:ext cx="79857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නිතිනා අණ බෙලෙනා දුත ගණා මෙහෙයවනා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ලෝනා පුත් තුමනා වඩුකම් කරමින් රැකුණා</a:t>
            </a:r>
          </a:p>
        </p:txBody>
      </p:sp>
      <p:sp>
        <p:nvSpPr>
          <p:cNvPr id="2238" name="TextBox 2"/>
          <p:cNvSpPr txBox="1"/>
          <p:nvPr/>
        </p:nvSpPr>
        <p:spPr>
          <a:xfrm>
            <a:off x="655319" y="2590802"/>
            <a:ext cx="79857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ජේසුනි හිමි තුමෙනි ඔබ විසිනි සිතු තුට්නි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පෙන්වා යටහතිනි සරසනු අප සැම නිතිනි</a:t>
            </a:r>
          </a:p>
        </p:txBody>
      </p:sp>
      <p:pic>
        <p:nvPicPr>
          <p:cNvPr id="223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TextBox 3"/>
          <p:cNvSpPr txBox="1"/>
          <p:nvPr/>
        </p:nvSpPr>
        <p:spPr>
          <a:xfrm>
            <a:off x="1645919" y="685801"/>
            <a:ext cx="7071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පාමුල ඉන්ටවත්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නොවටින කෙනෙක්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මිතුරකු සේ සලකෙත්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එය පුදුමයක්</a:t>
            </a:r>
          </a:p>
        </p:txBody>
      </p:sp>
      <p:sp>
        <p:nvSpPr>
          <p:cNvPr id="2242" name="TextBox 4"/>
          <p:cNvSpPr txBox="1"/>
          <p:nvPr/>
        </p:nvSpPr>
        <p:spPr>
          <a:xfrm>
            <a:off x="1569719" y="3429001"/>
            <a:ext cx="72999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දයාවන් යුත් සමිදුනි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පා දුලි වන්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මට නැත් බැවි හොදක් කිසි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කියම් යටහතින්</a:t>
            </a:r>
          </a:p>
        </p:txBody>
      </p:sp>
      <p:sp>
        <p:nvSpPr>
          <p:cNvPr id="2243" name="TextBox 5"/>
          <p:cNvSpPr txBox="1"/>
          <p:nvPr/>
        </p:nvSpPr>
        <p:spPr>
          <a:xfrm>
            <a:off x="116639" y="228599"/>
            <a:ext cx="1514041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118</a:t>
            </a:r>
          </a:p>
        </p:txBody>
      </p:sp>
      <p:pic>
        <p:nvPicPr>
          <p:cNvPr id="2244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6" name="TextBox 1"/>
          <p:cNvSpPr txBox="1"/>
          <p:nvPr/>
        </p:nvSpPr>
        <p:spPr>
          <a:xfrm>
            <a:off x="1493519" y="457201"/>
            <a:ext cx="79095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අදුරක් කොහෙත් නොමැති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ආලෝකේ වසන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වේ ද ඔබ ඉසිලී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පව් සතොසින </a:t>
            </a:r>
          </a:p>
        </p:txBody>
      </p:sp>
      <p:sp>
        <p:nvSpPr>
          <p:cNvPr id="2247" name="TextBox 2"/>
          <p:cNvSpPr txBox="1"/>
          <p:nvPr/>
        </p:nvSpPr>
        <p:spPr>
          <a:xfrm>
            <a:off x="1493519" y="3200401"/>
            <a:ext cx="79857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අහෝ සිහසුන හැර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තකා අගය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මනු කය අගේ කර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වැඩියේ මේ ලොව</a:t>
            </a:r>
          </a:p>
        </p:txBody>
      </p:sp>
      <p:pic>
        <p:nvPicPr>
          <p:cNvPr id="224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0" name="TextBox 1"/>
          <p:cNvSpPr txBox="1"/>
          <p:nvPr/>
        </p:nvSpPr>
        <p:spPr>
          <a:xfrm>
            <a:off x="1417319" y="609601"/>
            <a:ext cx="72237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කුරුසි මත දුන් වද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ඉවසුවේද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වන් අයකුට සුද්ද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කිනම් නමක් දෙම් ද</a:t>
            </a:r>
          </a:p>
        </p:txBody>
      </p:sp>
      <p:sp>
        <p:nvSpPr>
          <p:cNvPr id="2251" name="TextBox 2"/>
          <p:cNvSpPr txBox="1"/>
          <p:nvPr/>
        </p:nvSpPr>
        <p:spPr>
          <a:xfrm>
            <a:off x="1417319" y="3352801"/>
            <a:ext cx="67665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මට ඇති පෙම් නිසා ම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මිනිස් බැව්ගත් හිමි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බලන්ට නොහැකි මම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ලජ්ජාවෙන් පෙළෙමි</a:t>
            </a:r>
          </a:p>
        </p:txBody>
      </p:sp>
      <p:pic>
        <p:nvPicPr>
          <p:cNvPr id="225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" name="TextBox 1"/>
          <p:cNvSpPr txBox="1"/>
          <p:nvPr/>
        </p:nvSpPr>
        <p:spPr>
          <a:xfrm>
            <a:off x="1341119" y="914402"/>
            <a:ext cx="68427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තුළ වටින දෙයක්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ඇත් නම් ඒ ඔබෙන් ය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එහෙයින් රකිනු උදක්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ඔබෙන් ලැබූ දෙය</a:t>
            </a:r>
          </a:p>
        </p:txBody>
      </p:sp>
      <p:pic>
        <p:nvPicPr>
          <p:cNvPr id="225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TextBox 1"/>
          <p:cNvSpPr txBox="1"/>
          <p:nvPr/>
        </p:nvSpPr>
        <p:spPr>
          <a:xfrm>
            <a:off x="3505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119</a:t>
            </a:r>
          </a:p>
        </p:txBody>
      </p:sp>
      <p:sp>
        <p:nvSpPr>
          <p:cNvPr id="2258" name="TextBox 3"/>
          <p:cNvSpPr txBox="1"/>
          <p:nvPr/>
        </p:nvSpPr>
        <p:spPr>
          <a:xfrm>
            <a:off x="1341119" y="835698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 බලයෙන් උදුළ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ජේසුස්නි ඔබට සම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කෙනෙක් නෑ මේ දිය තුළ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පතළ කළ දෙවි පෙම</a:t>
            </a:r>
          </a:p>
        </p:txBody>
      </p:sp>
      <p:sp>
        <p:nvSpPr>
          <p:cNvPr id="2259" name="TextBox 4"/>
          <p:cNvSpPr txBox="1"/>
          <p:nvPr/>
        </p:nvSpPr>
        <p:spPr>
          <a:xfrm>
            <a:off x="1341119" y="3505199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දෙන ආහාරය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ය සග බොදුන් නිතින්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දුරලන්ට පිපාසය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දෙන්නේ ජිවන පැන්</a:t>
            </a:r>
          </a:p>
        </p:txBody>
      </p:sp>
      <p:pic>
        <p:nvPicPr>
          <p:cNvPr id="2260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TextBox 1"/>
          <p:cNvSpPr txBox="1"/>
          <p:nvPr/>
        </p:nvSpPr>
        <p:spPr>
          <a:xfrm>
            <a:off x="1341119" y="835698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අදුරේ ගමන් ගත් විට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ආලෝකය ඔබ 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වැටි සිටින්නන් පවට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මුදා සෙත දෙන්නෙත් ඔබ යි</a:t>
            </a:r>
          </a:p>
        </p:txBody>
      </p:sp>
      <p:sp>
        <p:nvSpPr>
          <p:cNvPr id="2263" name="TextBox 2"/>
          <p:cNvSpPr txBox="1"/>
          <p:nvPr/>
        </p:nvSpPr>
        <p:spPr>
          <a:xfrm>
            <a:off x="1341119" y="3505199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සළුවෙන් පවර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රෝගීන් සුව වුණේ පෙර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කුළුණින් මේ වර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කරන් අප දුක් බැහැර</a:t>
            </a:r>
          </a:p>
        </p:txBody>
      </p:sp>
      <p:pic>
        <p:nvPicPr>
          <p:cNvPr id="226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TextBox 1"/>
          <p:cNvSpPr txBox="1"/>
          <p:nvPr/>
        </p:nvSpPr>
        <p:spPr>
          <a:xfrm>
            <a:off x="1341119" y="835698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අනාතවුන් රැක ගත්තෝ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 ය දෙවි පියාණෝ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කෙරේ අදහන්නෝ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වෙති සැනසුම් ලබන්නෝ</a:t>
            </a:r>
          </a:p>
        </p:txBody>
      </p:sp>
      <p:sp>
        <p:nvSpPr>
          <p:cNvPr id="2267" name="TextBox 2"/>
          <p:cNvSpPr txBox="1"/>
          <p:nvPr/>
        </p:nvSpPr>
        <p:spPr>
          <a:xfrm>
            <a:off x="1341119" y="3505199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ජේසුස්නි පෙම්බර හඩින්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අපට කතා කරන්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ගලවන් අප පාපයෙන්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ජිවන උරුමය දෙන්</a:t>
            </a:r>
          </a:p>
        </p:txBody>
      </p:sp>
      <p:pic>
        <p:nvPicPr>
          <p:cNvPr id="226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0" name="TextBox 1"/>
          <p:cNvSpPr txBox="1"/>
          <p:nvPr/>
        </p:nvSpPr>
        <p:spPr>
          <a:xfrm>
            <a:off x="3505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120</a:t>
            </a:r>
          </a:p>
        </p:txBody>
      </p:sp>
      <p:sp>
        <p:nvSpPr>
          <p:cNvPr id="2271" name="TextBox 2"/>
          <p:cNvSpPr txBox="1"/>
          <p:nvPr/>
        </p:nvSpPr>
        <p:spPr>
          <a:xfrm>
            <a:off x="1341119" y="835698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කුමරුනි එම්මානුවෙල්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අපට සුව දෙන්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තැළුණු බිදුණු සිතින්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එමු අපි බැතින්</a:t>
            </a:r>
          </a:p>
        </p:txBody>
      </p:sp>
      <p:sp>
        <p:nvSpPr>
          <p:cNvPr id="2272" name="TextBox 3"/>
          <p:cNvSpPr txBox="1"/>
          <p:nvPr/>
        </p:nvSpPr>
        <p:spPr>
          <a:xfrm>
            <a:off x="1341119" y="3505199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ඇදහිල්ල මද බව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කියා සිටිමු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ඔබ කරුණාව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වලක්වන් අපෙන්</a:t>
            </a:r>
          </a:p>
        </p:txBody>
      </p:sp>
      <p:pic>
        <p:nvPicPr>
          <p:cNvPr id="227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TextBox 1"/>
          <p:cNvSpPr txBox="1"/>
          <p:nvPr/>
        </p:nvSpPr>
        <p:spPr>
          <a:xfrm>
            <a:off x="1341119" y="835698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ඇදහිල්ල දුබල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සරණ 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එසේ ඔබට කි අය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පිළිගත් සේ සැණෙන්</a:t>
            </a:r>
          </a:p>
        </p:txBody>
      </p:sp>
      <p:sp>
        <p:nvSpPr>
          <p:cNvPr id="2276" name="TextBox 2"/>
          <p:cNvSpPr txBox="1"/>
          <p:nvPr/>
        </p:nvSpPr>
        <p:spPr>
          <a:xfrm>
            <a:off x="1341119" y="3505199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වෙත පිළිගෙන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අනුකම්පා කරන්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වෙව්ලමින් ඔබේ වත් කොණ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 ගසමු දැන්</a:t>
            </a:r>
          </a:p>
        </p:txBody>
      </p:sp>
      <p:pic>
        <p:nvPicPr>
          <p:cNvPr id="227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9" name="TextBox 1"/>
          <p:cNvSpPr txBox="1"/>
          <p:nvPr/>
        </p:nvSpPr>
        <p:spPr>
          <a:xfrm>
            <a:off x="1341119" y="835698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 ඔබ වෙත් අවුදින්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 ගැසූ ඈට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කිවේ ඔබ සමදානෙන්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යන්න දියණිය</a:t>
            </a:r>
          </a:p>
        </p:txBody>
      </p:sp>
      <p:sp>
        <p:nvSpPr>
          <p:cNvPr id="2280" name="TextBox 2"/>
          <p:cNvSpPr txBox="1"/>
          <p:nvPr/>
        </p:nvSpPr>
        <p:spPr>
          <a:xfrm>
            <a:off x="1341119" y="3505199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අනේ ඈ මෙන් සිත් දුක් බිය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ඇති ව එන්නෙමු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දි අපට සුවය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 නො හරිනු</a:t>
            </a:r>
          </a:p>
        </p:txBody>
      </p:sp>
      <p:pic>
        <p:nvPicPr>
          <p:cNvPr id="228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" name="Content Placeholder 2"/>
          <p:cNvSpPr txBox="1"/>
          <p:nvPr>
            <p:ph type="body" idx="1"/>
          </p:nvPr>
        </p:nvSpPr>
        <p:spPr>
          <a:xfrm>
            <a:off x="457200" y="813376"/>
            <a:ext cx="8229600" cy="5592765"/>
          </a:xfrm>
          <a:prstGeom prst="rect">
            <a:avLst/>
          </a:prstGeom>
        </p:spPr>
        <p:txBody>
          <a:bodyPr/>
          <a:lstStyle/>
          <a:p>
            <a:pPr marL="0" indent="0" defTabSz="397763">
              <a:spcBef>
                <a:spcPts val="800"/>
              </a:spcBef>
              <a:buSzTx/>
              <a:buFont typeface="Wingdings 3"/>
              <a:buNone/>
              <a:defRPr sz="313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තල් අතු ගෙනතින් සේසත් දරමින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97763">
              <a:spcBef>
                <a:spcPts val="800"/>
              </a:spcBef>
              <a:buSzTx/>
              <a:buFont typeface="Wingdings 3"/>
              <a:buNone/>
              <a:defRPr sz="313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 මග සරසාලා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97763">
              <a:spcBef>
                <a:spcPts val="800"/>
              </a:spcBef>
              <a:buSzTx/>
              <a:buFont typeface="Wingdings 3"/>
              <a:buNone/>
              <a:defRPr sz="313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බුහුමන් පුදමින තුති ගොස නගමින</a:t>
            </a:r>
            <a:r>
              <a:t>,</a:t>
            </a:r>
          </a:p>
          <a:p>
            <a:pPr marL="0" indent="0" defTabSz="397763">
              <a:spcBef>
                <a:spcPts val="800"/>
              </a:spcBef>
              <a:buSzTx/>
              <a:buFont typeface="Wingdings 3"/>
              <a:buNone/>
              <a:defRPr sz="313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යමු යමු පිය නගලා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97763">
              <a:spcBef>
                <a:spcPts val="800"/>
              </a:spcBef>
              <a:buSzTx/>
              <a:buFont typeface="Wingdings 3"/>
              <a:buNone/>
              <a:defRPr sz="313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ජෙරුසලම් පුර දෙව් මැදුරට හිමි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97763">
              <a:spcBef>
                <a:spcPts val="800"/>
              </a:spcBef>
              <a:buSzTx/>
              <a:buFont typeface="Wingdings 3"/>
              <a:buNone/>
              <a:defRPr sz="313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ගිය හැටි සිහි කරලා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97763">
              <a:spcBef>
                <a:spcPts val="800"/>
              </a:spcBef>
              <a:buSzTx/>
              <a:buFont typeface="Wingdings 3"/>
              <a:buNone/>
              <a:defRPr sz="313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තුති ගී නගමින හිමි ගුණ වනමිණ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97763">
              <a:spcBef>
                <a:spcPts val="800"/>
              </a:spcBef>
              <a:buSzTx/>
              <a:buFont typeface="Wingdings 3"/>
              <a:buNone/>
              <a:defRPr sz="313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යමු යමු බෙර වයලා </a:t>
            </a:r>
          </a:p>
        </p:txBody>
      </p:sp>
      <p:sp>
        <p:nvSpPr>
          <p:cNvPr id="2284" name="Rectangle 1"/>
          <p:cNvSpPr txBox="1"/>
          <p:nvPr/>
        </p:nvSpPr>
        <p:spPr>
          <a:xfrm>
            <a:off x="350520" y="228602"/>
            <a:ext cx="818516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121</a:t>
            </a:r>
          </a:p>
        </p:txBody>
      </p:sp>
      <p:pic>
        <p:nvPicPr>
          <p:cNvPr id="228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7" name="Content Placeholder 2"/>
          <p:cNvSpPr txBox="1"/>
          <p:nvPr>
            <p:ph type="body" idx="1"/>
          </p:nvPr>
        </p:nvSpPr>
        <p:spPr>
          <a:xfrm>
            <a:off x="457200" y="609601"/>
            <a:ext cx="8229600" cy="5668965"/>
          </a:xfrm>
          <a:prstGeom prst="rect">
            <a:avLst/>
          </a:prstGeom>
        </p:spPr>
        <p:txBody>
          <a:bodyPr/>
          <a:lstStyle/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32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කොටලුවකුගේ පිට හිමි තුම නගමින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32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වැඩි කළ පිරිවරිනා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32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දෙපසින් සිටි දන හොසන්නා නද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32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නැගුවෝ ය මහා හඩිනා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32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ගැන සිහි කොට අප අද සැම දෙන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32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ජය ගී නද දෙමිනා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32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සැම වරදට සමාව ලබනට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32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යමු අද බැති සිතිනා </a:t>
            </a:r>
          </a:p>
        </p:txBody>
      </p:sp>
      <p:pic>
        <p:nvPicPr>
          <p:cNvPr id="228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Content Placeholder 2"/>
          <p:cNvSpPr txBox="1"/>
          <p:nvPr>
            <p:ph type="body" idx="1"/>
          </p:nvPr>
        </p:nvSpPr>
        <p:spPr>
          <a:xfrm>
            <a:off x="457200" y="609601"/>
            <a:ext cx="8229600" cy="5668965"/>
          </a:xfrm>
          <a:prstGeom prst="rect">
            <a:avLst/>
          </a:prstGeom>
        </p:spPr>
        <p:txBody>
          <a:bodyPr/>
          <a:lstStyle/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32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ජෙරුසලම් පුර දෙව් මැදුරට හිමි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32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පැමිණෙන විට ඒ දිනේ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32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සිව්පා සියොතුන් වෙළදාම් කරමින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32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සිටි දන දැක රොසිනේ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32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කසයක් අර ගෙන ත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ැලුවෙ ය විගසින </a:t>
            </a:r>
            <a:endParaRPr>
              <a:latin typeface="Iskoola Pota"/>
              <a:ea typeface="Iskoola Pota"/>
              <a:cs typeface="Iskoola Pota"/>
              <a:sym typeface="Iskoola Pota"/>
            </a:endParaRPr>
          </a:p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32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මේසද පෙරලමිනේ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32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යැදුම් මැදුරට මගේ සොර විමනක් කෙළෙ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32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කිම් ද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ැ යි පවසමිනේ </a:t>
            </a:r>
            <a:r>
              <a:t> </a:t>
            </a:r>
          </a:p>
        </p:txBody>
      </p:sp>
      <p:pic>
        <p:nvPicPr>
          <p:cNvPr id="229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Content Placeholder 2"/>
          <p:cNvSpPr txBox="1"/>
          <p:nvPr>
            <p:ph type="body" idx="1"/>
          </p:nvPr>
        </p:nvSpPr>
        <p:spPr>
          <a:xfrm>
            <a:off x="457200" y="609601"/>
            <a:ext cx="8229600" cy="5668965"/>
          </a:xfrm>
          <a:prstGeom prst="rect">
            <a:avLst/>
          </a:prstGeom>
        </p:spPr>
        <p:txBody>
          <a:bodyPr/>
          <a:lstStyle/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32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 විමන් තුළ මේ ලෙස හැසිරෙන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32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දන හට අද දවසේ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32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ජිවිත ගමනට සරි ලන නිදසුන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32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දුනි හිමි යස සේ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32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 දෙව් නිවහන අප අයදින තැන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32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 ගෙන හැම රිසි සේ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32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යදමින තුති දෙමු ජිවිත ගෙන යමු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32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දෙවිදුගේ අණ විලසේ </a:t>
            </a:r>
          </a:p>
        </p:txBody>
      </p:sp>
      <p:pic>
        <p:nvPicPr>
          <p:cNvPr id="229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Rectangle 1"/>
          <p:cNvSpPr txBox="1"/>
          <p:nvPr/>
        </p:nvSpPr>
        <p:spPr>
          <a:xfrm>
            <a:off x="1036319" y="990602"/>
            <a:ext cx="6309362" cy="600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සද්දාවතුනි බැහැ දකිව්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මෙහි විත් මිනිස් දෙව්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වූ දිනේ අතු තාල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මංගල්ලෙ නම් වූ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බෝ සේ තෙදින් පෙරහරින්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වැඩි ජේසු රාජා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බෝ උස් තැනා සමිදුටා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වා හොසන්නා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 </a:t>
            </a:r>
          </a:p>
        </p:txBody>
      </p:sp>
      <p:sp>
        <p:nvSpPr>
          <p:cNvPr id="2297" name="Rectangle 2"/>
          <p:cNvSpPr txBox="1"/>
          <p:nvPr/>
        </p:nvSpPr>
        <p:spPr>
          <a:xfrm>
            <a:off x="350522" y="228602"/>
            <a:ext cx="818516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122</a:t>
            </a:r>
          </a:p>
        </p:txBody>
      </p:sp>
      <p:pic>
        <p:nvPicPr>
          <p:cNvPr id="229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" name="Rectangle 1"/>
          <p:cNvSpPr txBox="1"/>
          <p:nvPr/>
        </p:nvSpPr>
        <p:spPr>
          <a:xfrm>
            <a:off x="1031064" y="609601"/>
            <a:ext cx="6156961" cy="654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දෙන්නකු තමන් ගෝලයින්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කැදවා නො ලස්සේ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යවමින් අසල් ගමකටා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 මේ විලාසේ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වස්සකු කොටළු බැද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තබා ඇත පාර අයිනේ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බෝ උස් තැනා සමිදුටා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වා හොසන්නා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 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 </a:t>
            </a:r>
          </a:p>
        </p:txBody>
      </p:sp>
      <p:pic>
        <p:nvPicPr>
          <p:cNvPr id="230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Rectangle 1"/>
          <p:cNvSpPr txBox="1"/>
          <p:nvPr/>
        </p:nvSpPr>
        <p:spPr>
          <a:xfrm>
            <a:off x="1036319" y="762002"/>
            <a:ext cx="55473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වූ සතා ලිහමිනා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නොපමා ව මා වෙත්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දක්කා ගෙනෙව් බිය නො වී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කිසිවකු විචාලොත්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ඌගෙන් අපේ සමිදුටා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පවසව් වැඩෙක් ඇත්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බෝ උස් තැනා සමිදුටා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වා හොසන්නා </a:t>
            </a:r>
          </a:p>
        </p:txBody>
      </p:sp>
      <p:pic>
        <p:nvPicPr>
          <p:cNvPr id="230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Rectangle 1"/>
          <p:cNvSpPr txBox="1"/>
          <p:nvPr/>
        </p:nvSpPr>
        <p:spPr>
          <a:xfrm>
            <a:off x="862898" y="762002"/>
            <a:ext cx="5471161" cy="600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ගෝලයින් දෙදෙන ගොස්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ගෙනැවිත් සතා 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ලුවෝ තමන් සළු තුටින්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පිට මත්තෙ ඌගේ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නා සමිදු ජේසු තුම්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ඌ පිටේ වැඩියේ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බෝ උස් තැනා සමිදුටා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වා හොසන්නා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 </a:t>
            </a:r>
          </a:p>
        </p:txBody>
      </p:sp>
      <p:pic>
        <p:nvPicPr>
          <p:cNvPr id="230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Rectangle 1"/>
          <p:cNvSpPr txBox="1"/>
          <p:nvPr/>
        </p:nvSpPr>
        <p:spPr>
          <a:xfrm>
            <a:off x="883919" y="609602"/>
            <a:ext cx="5242562" cy="600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 පසු වටින් අවටින්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 සෙන් සතොස්නෙන්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බෝ සේ තමන් සළු පිළි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සහ තාල සාකා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පාවාඩ මෙන් අතුරමින්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ලෙසින් පසන් කි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බෝ උස්‌ තැනා සමිදුටා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වා හොසන්නා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 </a:t>
            </a:r>
          </a:p>
        </p:txBody>
      </p:sp>
      <p:pic>
        <p:nvPicPr>
          <p:cNvPr id="231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2" name="Rectangle 1"/>
          <p:cNvSpPr txBox="1"/>
          <p:nvPr/>
        </p:nvSpPr>
        <p:spPr>
          <a:xfrm>
            <a:off x="883919" y="762002"/>
            <a:ext cx="51663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දෙවිදුන් නමින් එන උතුම්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සුපසන් ගුණෙන් යුත්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රජිදුන්ට දෙව් සිරි නිතින්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ලැබෙ වා දවිදු පුත්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ගයමින් ඒ සෙන් තුති ගී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පැසසුම් වදන් යුත්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 උස් තැනා සමිදුටා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වා හොසන්නා </a:t>
            </a:r>
          </a:p>
        </p:txBody>
      </p:sp>
      <p:pic>
        <p:nvPicPr>
          <p:cNvPr id="231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" name="Rectangle 1"/>
          <p:cNvSpPr txBox="1"/>
          <p:nvPr/>
        </p:nvSpPr>
        <p:spPr>
          <a:xfrm>
            <a:off x="1722119" y="1060370"/>
            <a:ext cx="4480562" cy="5951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රස මුසු වදන් දෙන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 සිත ඇලුම් වන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ගුණ වණමින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ගයනෙමි හැම දින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	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එනු එනු සබදුනේ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සවනත නමාගෙනේ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 බස නොරොසිනේ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හිමි තුමා ගැනේ </a:t>
            </a:r>
          </a:p>
        </p:txBody>
      </p:sp>
      <p:sp>
        <p:nvSpPr>
          <p:cNvPr id="2316" name="TextBox 3"/>
          <p:cNvSpPr txBox="1"/>
          <p:nvPr/>
        </p:nvSpPr>
        <p:spPr>
          <a:xfrm>
            <a:off x="426719" y="457201"/>
            <a:ext cx="8991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123</a:t>
            </a:r>
          </a:p>
        </p:txBody>
      </p:sp>
      <p:pic>
        <p:nvPicPr>
          <p:cNvPr id="231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9" name="Rectangle 1"/>
          <p:cNvSpPr txBox="1"/>
          <p:nvPr/>
        </p:nvSpPr>
        <p:spPr>
          <a:xfrm>
            <a:off x="1569719" y="685801"/>
            <a:ext cx="4480562" cy="654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පිය තුමා අද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ඇති ගුණ දයා කද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 පුතු තුමා ලද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නිසා කෙලේ පුද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 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කල බොහෝ පවින්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ගලවන ලෙසින්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දිව් නිසා උතුම්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දිව් දුනි හිමි තුමන්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 </a:t>
            </a:r>
          </a:p>
        </p:txBody>
      </p:sp>
      <p:pic>
        <p:nvPicPr>
          <p:cNvPr id="232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2" name="Rectangle 1"/>
          <p:cNvSpPr txBox="1"/>
          <p:nvPr/>
        </p:nvSpPr>
        <p:spPr>
          <a:xfrm>
            <a:off x="1264919" y="761999"/>
            <a:ext cx="4480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හැර එනු මැනේ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නිර පත් නො වන් අනේ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තුම වරම් ගෙනේ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ගැලවීම ලබන් සැණේ</a:t>
            </a:r>
          </a:p>
        </p:txBody>
      </p:sp>
      <p:pic>
        <p:nvPicPr>
          <p:cNvPr id="232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5" name="Content Placeholder 2"/>
          <p:cNvSpPr txBox="1"/>
          <p:nvPr>
            <p:ph type="body" sz="half" idx="1"/>
          </p:nvPr>
        </p:nvSpPr>
        <p:spPr>
          <a:xfrm>
            <a:off x="685800" y="1088885"/>
            <a:ext cx="5715000" cy="3429001"/>
          </a:xfrm>
          <a:prstGeom prst="rect">
            <a:avLst/>
          </a:prstGeom>
        </p:spPr>
        <p:txBody>
          <a:bodyPr/>
          <a:lstStyle/>
          <a:p>
            <a:pPr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සම්පත් හැර දමමින්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පව්කරුවන් සන්දා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ගැලවුම්කරු තෙද මරණය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කල්වරියේ වින්දා</a:t>
            </a:r>
          </a:p>
        </p:txBody>
      </p:sp>
      <p:sp>
        <p:nvSpPr>
          <p:cNvPr id="2326" name="TextBox 3"/>
          <p:cNvSpPr txBox="1"/>
          <p:nvPr/>
        </p:nvSpPr>
        <p:spPr>
          <a:xfrm>
            <a:off x="502919" y="380999"/>
            <a:ext cx="143256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124</a:t>
            </a:r>
          </a:p>
        </p:txBody>
      </p:sp>
      <p:sp>
        <p:nvSpPr>
          <p:cNvPr id="2327" name="Rectangle 1"/>
          <p:cNvSpPr txBox="1"/>
          <p:nvPr/>
        </p:nvSpPr>
        <p:spPr>
          <a:xfrm>
            <a:off x="3779519" y="4068095"/>
            <a:ext cx="60045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ගලමින් එන ලේ ගග දෙස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බලමින් පව් කරුනේ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ගිලෙමින් පව් සෝදාගෙන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ගනු ගැලවීම මෙ දිනේ </a:t>
            </a:r>
          </a:p>
        </p:txBody>
      </p:sp>
      <p:pic>
        <p:nvPicPr>
          <p:cNvPr id="232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Content Placeholder 2"/>
          <p:cNvSpPr txBox="1"/>
          <p:nvPr>
            <p:ph type="body" sz="half" idx="1"/>
          </p:nvPr>
        </p:nvSpPr>
        <p:spPr>
          <a:xfrm>
            <a:off x="457200" y="838201"/>
            <a:ext cx="5638800" cy="3229897"/>
          </a:xfrm>
          <a:prstGeom prst="rect">
            <a:avLst/>
          </a:prstGeom>
        </p:spPr>
        <p:txBody>
          <a:bodyPr/>
          <a:lstStyle/>
          <a:p>
            <a:pPr marL="318897" indent="-318897" defTabSz="425195">
              <a:spcBef>
                <a:spcPts val="900"/>
              </a:spcBef>
              <a:buSzTx/>
              <a:buFont typeface="Wingdings 3"/>
              <a:buNone/>
              <a:defRPr sz="37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ගෙත්සෙමෙනේ දහදිය බිදු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318897" indent="-318897" defTabSz="425195">
              <a:spcBef>
                <a:spcPts val="900"/>
              </a:spcBef>
              <a:buSzTx/>
              <a:buFont typeface="Wingdings 3"/>
              <a:buNone/>
              <a:defRPr sz="37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ගැලුවා ලේ ලෙසිනෙ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318897" indent="-318897" defTabSz="425195">
              <a:spcBef>
                <a:spcPts val="900"/>
              </a:spcBef>
              <a:buSzTx/>
              <a:buFont typeface="Wingdings 3"/>
              <a:buNone/>
              <a:defRPr sz="37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අයදින හඬ වැටිලා බිම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318897" indent="-318897" defTabSz="425195">
              <a:spcBef>
                <a:spcPts val="900"/>
              </a:spcBef>
              <a:buSzTx/>
              <a:buFont typeface="Wingdings 3"/>
              <a:buNone/>
              <a:defRPr sz="37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නෑසෙ ද පව්කරුනේ</a:t>
            </a:r>
          </a:p>
        </p:txBody>
      </p:sp>
      <p:sp>
        <p:nvSpPr>
          <p:cNvPr id="2331" name="Rectangle 3"/>
          <p:cNvSpPr txBox="1"/>
          <p:nvPr/>
        </p:nvSpPr>
        <p:spPr>
          <a:xfrm>
            <a:off x="3779519" y="4068095"/>
            <a:ext cx="60045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ගලමින් එන ලේ ගග දෙස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බලමින් පව් කරුනේ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ගිලෙමින් පව් සෝදාගෙන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ගනු ගැලවීම මෙ දිනේ </a:t>
            </a:r>
          </a:p>
        </p:txBody>
      </p:sp>
      <p:pic>
        <p:nvPicPr>
          <p:cNvPr id="233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" name="Content Placeholder 2"/>
          <p:cNvSpPr txBox="1"/>
          <p:nvPr>
            <p:ph type="body" sz="half" idx="1"/>
          </p:nvPr>
        </p:nvSpPr>
        <p:spPr>
          <a:xfrm>
            <a:off x="533400" y="696295"/>
            <a:ext cx="5791200" cy="3371803"/>
          </a:xfrm>
          <a:prstGeom prst="rect">
            <a:avLst/>
          </a:prstGeom>
        </p:spPr>
        <p:txBody>
          <a:bodyPr/>
          <a:lstStyle/>
          <a:p>
            <a:pPr marL="339470" indent="-339470" defTabSz="452627">
              <a:spcBef>
                <a:spcPts val="900"/>
              </a:spcBef>
              <a:buSzTx/>
              <a:buFont typeface="Wingdings 3"/>
              <a:buNone/>
              <a:defRPr sz="39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ඇනිලා කටු සිරසින් ලේ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339470" indent="-339470" defTabSz="452627">
              <a:spcBef>
                <a:spcPts val="900"/>
              </a:spcBef>
              <a:buSzTx/>
              <a:buFont typeface="Wingdings 3"/>
              <a:buNone/>
              <a:defRPr sz="39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ද්‍රරාවන් එන්නා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339470" indent="-339470" defTabSz="452627">
              <a:spcBef>
                <a:spcPts val="900"/>
              </a:spcBef>
              <a:buSzTx/>
              <a:buFont typeface="Wingdings 3"/>
              <a:buNone/>
              <a:defRPr sz="39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උසුලා කුරුසිය වැටි වැටී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339470" indent="-339470" defTabSz="452627">
              <a:spcBef>
                <a:spcPts val="900"/>
              </a:spcBef>
              <a:buSzTx/>
              <a:buFont typeface="Wingdings 3"/>
              <a:buNone/>
              <a:defRPr sz="39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කල්වරියට යන්නා </a:t>
            </a:r>
          </a:p>
        </p:txBody>
      </p:sp>
      <p:sp>
        <p:nvSpPr>
          <p:cNvPr id="2335" name="Rectangle 3"/>
          <p:cNvSpPr txBox="1"/>
          <p:nvPr/>
        </p:nvSpPr>
        <p:spPr>
          <a:xfrm>
            <a:off x="3779519" y="4068095"/>
            <a:ext cx="60045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ගලමින් එන ලේ ගග දෙස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බලමින් පව් කරුනේ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ගිලෙමින් පව් සෝදාගෙන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ගනු ගැලවීම මෙ දිනේ </a:t>
            </a:r>
          </a:p>
        </p:txBody>
      </p:sp>
      <p:pic>
        <p:nvPicPr>
          <p:cNvPr id="233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Content Placeholder 2"/>
          <p:cNvSpPr txBox="1"/>
          <p:nvPr>
            <p:ph type="body" sz="half" idx="1"/>
          </p:nvPr>
        </p:nvSpPr>
        <p:spPr>
          <a:xfrm>
            <a:off x="609600" y="838200"/>
            <a:ext cx="5410200" cy="3352800"/>
          </a:xfrm>
          <a:prstGeom prst="rect">
            <a:avLst/>
          </a:prstGeom>
        </p:spPr>
        <p:txBody>
          <a:bodyPr/>
          <a:lstStyle/>
          <a:p>
            <a:pPr marL="339470" indent="-339470" defTabSz="452627">
              <a:spcBef>
                <a:spcPts val="900"/>
              </a:spcBef>
              <a:buSzTx/>
              <a:buFont typeface="Wingdings 3"/>
              <a:buNone/>
              <a:defRPr sz="39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 විදලා පය විදලා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339470" indent="-339470" defTabSz="452627">
              <a:spcBef>
                <a:spcPts val="900"/>
              </a:spcBef>
              <a:buSzTx/>
              <a:buFont typeface="Wingdings 3"/>
              <a:buNone/>
              <a:defRPr sz="39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ඇණ තුනකින් එල්ලී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339470" indent="-339470" defTabSz="452627">
              <a:spcBef>
                <a:spcPts val="900"/>
              </a:spcBef>
              <a:buSzTx/>
              <a:buFont typeface="Wingdings 3"/>
              <a:buNone/>
              <a:defRPr sz="39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 විදලා එතුම මළා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339470" indent="-339470" defTabSz="452627">
              <a:spcBef>
                <a:spcPts val="900"/>
              </a:spcBef>
              <a:buSzTx/>
              <a:buFont typeface="Wingdings 3"/>
              <a:buNone/>
              <a:defRPr sz="39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කල්වරියේ මුදුනේ </a:t>
            </a:r>
          </a:p>
        </p:txBody>
      </p:sp>
      <p:sp>
        <p:nvSpPr>
          <p:cNvPr id="2339" name="Rectangle 3"/>
          <p:cNvSpPr txBox="1"/>
          <p:nvPr/>
        </p:nvSpPr>
        <p:spPr>
          <a:xfrm>
            <a:off x="3779519" y="4068095"/>
            <a:ext cx="51663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ගලමින් එන ලේ ගග දෙස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බලමින් පව් කරුනේ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ගිලෙමින් පව් සෝදාගෙන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ගනු ගැලවීම මෙ දිනේ </a:t>
            </a:r>
          </a:p>
        </p:txBody>
      </p:sp>
      <p:pic>
        <p:nvPicPr>
          <p:cNvPr id="234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2" name="Content Placeholder 2"/>
          <p:cNvSpPr txBox="1"/>
          <p:nvPr>
            <p:ph type="body" sz="half" idx="1"/>
          </p:nvPr>
        </p:nvSpPr>
        <p:spPr>
          <a:xfrm>
            <a:off x="744072" y="696294"/>
            <a:ext cx="5618631" cy="3266108"/>
          </a:xfrm>
          <a:prstGeom prst="rect">
            <a:avLst/>
          </a:prstGeom>
        </p:spPr>
        <p:txBody>
          <a:bodyPr/>
          <a:lstStyle/>
          <a:p>
            <a:pPr marL="329184" indent="-329184" defTabSz="438911">
              <a:spcBef>
                <a:spcPts val="900"/>
              </a:spcBef>
              <a:buSzTx/>
              <a:buFont typeface="Wingdings 3"/>
              <a:buNone/>
              <a:defRPr sz="38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පවිටුනි පැමිණෙයි මරණය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329184" indent="-329184" defTabSz="438911">
              <a:spcBef>
                <a:spcPts val="900"/>
              </a:spcBef>
              <a:buSzTx/>
              <a:buFont typeface="Wingdings 3"/>
              <a:buNone/>
              <a:defRPr sz="38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විනිසය දින නියමා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329184" indent="-329184" defTabSz="438911">
              <a:spcBef>
                <a:spcPts val="900"/>
              </a:spcBef>
              <a:buSzTx/>
              <a:buFont typeface="Wingdings 3"/>
              <a:buNone/>
              <a:defRPr sz="38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හරිමින අද දින පාපය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329184" indent="-329184" defTabSz="438911">
              <a:spcBef>
                <a:spcPts val="900"/>
              </a:spcBef>
              <a:buSzTx/>
              <a:buFont typeface="Wingdings 3"/>
              <a:buNone/>
              <a:defRPr sz="38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ලබනුව ගැලවීමා  </a:t>
            </a:r>
          </a:p>
        </p:txBody>
      </p:sp>
      <p:sp>
        <p:nvSpPr>
          <p:cNvPr id="2343" name="Rectangle 3"/>
          <p:cNvSpPr txBox="1"/>
          <p:nvPr/>
        </p:nvSpPr>
        <p:spPr>
          <a:xfrm>
            <a:off x="3779519" y="4068095"/>
            <a:ext cx="51663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ගලමින් එන ලේ ගග දෙස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බලමින් පව් කරුනේ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ගිලෙමින් පව් සෝදාගෙන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ගනු ගැලවීම මෙ දිනේ </a:t>
            </a:r>
          </a:p>
        </p:txBody>
      </p:sp>
      <p:pic>
        <p:nvPicPr>
          <p:cNvPr id="234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6" name="Rectangle 1"/>
          <p:cNvSpPr txBox="1"/>
          <p:nvPr/>
        </p:nvSpPr>
        <p:spPr>
          <a:xfrm>
            <a:off x="426722" y="304802"/>
            <a:ext cx="90781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125</a:t>
            </a:r>
          </a:p>
        </p:txBody>
      </p:sp>
      <p:sp>
        <p:nvSpPr>
          <p:cNvPr id="2347" name="Rectangle 2"/>
          <p:cNvSpPr txBox="1"/>
          <p:nvPr/>
        </p:nvSpPr>
        <p:spPr>
          <a:xfrm>
            <a:off x="1112519" y="1295399"/>
            <a:ext cx="6537962" cy="5882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පවින් මුදන ලෙස ලෙව් සත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මිනිස් වෙසින් බට මෙලොවට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සමිදු දේව පුත්‍ර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 දිව් පිදුවා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මනු සත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 සුව උදෙසා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නොමග ගිය සදා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දුදන කැළ එදා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නොසරු බස් දොඩා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කළ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ගහට විද දරා</a:t>
            </a:r>
          </a:p>
        </p:txBody>
      </p:sp>
      <p:pic>
        <p:nvPicPr>
          <p:cNvPr id="234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Rectangle 1"/>
          <p:cNvSpPr txBox="1"/>
          <p:nvPr/>
        </p:nvSpPr>
        <p:spPr>
          <a:xfrm>
            <a:off x="960119" y="657284"/>
            <a:ext cx="7299962" cy="5882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මුවින් නො බැණ කෝප බසක්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වඩා සිතෙහි මෙත් බවුනක්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කමා කෙළේ ඔවුන් වරද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ආදරය නිසයි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සත හට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ආදරය නිසයි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කටු කිරුළක් ලා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කටුක පැන් පොවා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මුහුණ කෙළ ගසා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අහෝ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මහත් දුන් නිගා</a:t>
            </a:r>
          </a:p>
        </p:txBody>
      </p:sp>
      <p:pic>
        <p:nvPicPr>
          <p:cNvPr id="235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3" name="Rectangle 2"/>
          <p:cNvSpPr txBox="1"/>
          <p:nvPr/>
        </p:nvSpPr>
        <p:spPr>
          <a:xfrm>
            <a:off x="1188719" y="761999"/>
            <a:ext cx="5928362" cy="5882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ගන ඇදුරක දස</a:t>
            </a:r>
            <a:r>
              <a:t>’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 ගිලි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මැදුරෙහි තිර ද ඉරි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සොහොන් ගෙවල දොරටු ඇරී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පොළෝ තල පැලී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සැම අත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 පෙළහර වී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පිදුණු හිමි තුමන්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ගැලු රුදිරයෙන්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සදාතන දිවි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දෙන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උල්පතක් මැවී </a:t>
            </a:r>
          </a:p>
        </p:txBody>
      </p:sp>
      <p:pic>
        <p:nvPicPr>
          <p:cNvPr id="235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TextBox 3"/>
          <p:cNvSpPr txBox="1"/>
          <p:nvPr/>
        </p:nvSpPr>
        <p:spPr>
          <a:xfrm>
            <a:off x="350519" y="304802"/>
            <a:ext cx="975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126</a:t>
            </a:r>
          </a:p>
        </p:txBody>
      </p:sp>
      <p:sp>
        <p:nvSpPr>
          <p:cNvPr id="2357" name="TextBox 4"/>
          <p:cNvSpPr txBox="1"/>
          <p:nvPr/>
        </p:nvSpPr>
        <p:spPr>
          <a:xfrm>
            <a:off x="579119" y="1600202"/>
            <a:ext cx="79095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මුළු ලෝක සැම පාපෙන් මුදනා මෙන </a:t>
            </a:r>
            <a:r>
              <a:t>-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පත් උතුම් යේසුස් සුරණේ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දිව්‍ය ප්‍රේමය මහද දැදුරු කර දැමුවෙන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      නැත මට  සැනසිමා</a:t>
            </a:r>
          </a:p>
        </p:txBody>
      </p:sp>
      <p:pic>
        <p:nvPicPr>
          <p:cNvPr id="2358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0" name="TextBox 1"/>
          <p:cNvSpPr txBox="1"/>
          <p:nvPr/>
        </p:nvSpPr>
        <p:spPr>
          <a:xfrm>
            <a:off x="657280" y="1556791"/>
            <a:ext cx="9052561" cy="3570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තුමනි ඔබේ ඒ මවිත වූ ප්‍රේමය 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සන්දා වේ මා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පෙම් ඔබටා 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ම වේ එ රුදු නිරයෙන් ගැලවෙන්නට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හෝ ලැබ ගන්නට සග සැපතා </a:t>
            </a:r>
          </a:p>
        </p:txBody>
      </p:sp>
      <p:pic>
        <p:nvPicPr>
          <p:cNvPr id="236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TextBox 1"/>
          <p:cNvSpPr txBox="1"/>
          <p:nvPr/>
        </p:nvSpPr>
        <p:spPr>
          <a:xfrm>
            <a:off x="579119" y="1600202"/>
            <a:ext cx="79095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මුළු ලෝක සැම පාපෙන් මුදනා මෙන </a:t>
            </a:r>
            <a:r>
              <a:t>-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පත් උතුම් යේසුස් සුරණේ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දිව්‍ය ප්‍රේමය මහද දැදුරු කර දැමුවෙන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      නැත මට  සැනසිමා</a:t>
            </a:r>
          </a:p>
        </p:txBody>
      </p:sp>
      <p:pic>
        <p:nvPicPr>
          <p:cNvPr id="236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6" name="TextBox 1"/>
          <p:cNvSpPr txBox="1"/>
          <p:nvPr/>
        </p:nvSpPr>
        <p:spPr>
          <a:xfrm>
            <a:off x="45719" y="304799"/>
            <a:ext cx="9052562" cy="445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අපමණ දුක් කරදර ද නොයෙක් ලෙස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පහර ද නින්දා ලැබ බෝ සේ 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පිදු වේ එ සිය දිවි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 උදෙසා ම ය 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ප්‍රේම නො කර ඉදිනෙම් ද කෙසේ</a:t>
            </a:r>
          </a:p>
        </p:txBody>
      </p:sp>
      <p:pic>
        <p:nvPicPr>
          <p:cNvPr id="236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9" name="TextBox 1"/>
          <p:cNvSpPr txBox="1"/>
          <p:nvPr/>
        </p:nvSpPr>
        <p:spPr>
          <a:xfrm>
            <a:off x="579119" y="1600202"/>
            <a:ext cx="79095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මුළු ලෝක සැම පාපෙන් මුදනා මෙන </a:t>
            </a:r>
            <a:r>
              <a:t>-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පත් උතුම් යේසුස් සුරණේ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දිව්‍ය ප්‍රේමය මහද දැදුරු කර දැමුවෙන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      නැත මට  සැනසිමා</a:t>
            </a:r>
          </a:p>
        </p:txBody>
      </p:sp>
      <p:pic>
        <p:nvPicPr>
          <p:cNvPr id="237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TextBox 3"/>
          <p:cNvSpPr txBox="1"/>
          <p:nvPr/>
        </p:nvSpPr>
        <p:spPr>
          <a:xfrm>
            <a:off x="426719" y="228602"/>
            <a:ext cx="12801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127</a:t>
            </a:r>
          </a:p>
        </p:txBody>
      </p:sp>
      <p:sp>
        <p:nvSpPr>
          <p:cNvPr id="2373" name="TextBox 4"/>
          <p:cNvSpPr txBox="1"/>
          <p:nvPr/>
        </p:nvSpPr>
        <p:spPr>
          <a:xfrm>
            <a:off x="960119" y="1142999"/>
            <a:ext cx="6614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සගයේ තේජස අත හැරලා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ලොවට විත් යේසුස්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පාපයෙ බල සැම නැති කරලා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ගැලවීම දුනිය උසස්</a:t>
            </a:r>
          </a:p>
        </p:txBody>
      </p:sp>
      <p:sp>
        <p:nvSpPr>
          <p:cNvPr id="2374" name="TextBox 5"/>
          <p:cNvSpPr txBox="1"/>
          <p:nvPr/>
        </p:nvSpPr>
        <p:spPr>
          <a:xfrm>
            <a:off x="960119" y="3809999"/>
            <a:ext cx="6614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වරද මෙමා අත ම යි තිබුනේ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එය ඉසුලුවේ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සුමුදු පිටට හිමි තුමගෙ අනේ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කස පහරින් තැළුවේ</a:t>
            </a:r>
          </a:p>
        </p:txBody>
      </p:sp>
      <p:pic>
        <p:nvPicPr>
          <p:cNvPr id="2375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7" name="TextBox 3"/>
          <p:cNvSpPr txBox="1"/>
          <p:nvPr/>
        </p:nvSpPr>
        <p:spPr>
          <a:xfrm>
            <a:off x="960119" y="1142999"/>
            <a:ext cx="6614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එතුමගෙ අත් සහ පා විදලා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ඇණ ගැසුවෝ කුරුසේ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ඇලය ද බලනුව රුදිර ගලා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 සැටි දියර ලෙසේ </a:t>
            </a:r>
          </a:p>
        </p:txBody>
      </p:sp>
      <p:sp>
        <p:nvSpPr>
          <p:cNvPr id="2378" name="TextBox 4"/>
          <p:cNvSpPr txBox="1"/>
          <p:nvPr/>
        </p:nvSpPr>
        <p:spPr>
          <a:xfrm>
            <a:off x="960119" y="3809999"/>
            <a:ext cx="6614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කටුයෙන් කිරුළක් ගෙතු එවරා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සිරසෙහි තැබූ පවරා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එයිනුදු ගලනා ලේ දහරා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බලනු ය දෙනෙත හැරා</a:t>
            </a:r>
          </a:p>
        </p:txBody>
      </p:sp>
      <p:pic>
        <p:nvPicPr>
          <p:cNvPr id="2379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1" name="TextBox 3"/>
          <p:cNvSpPr txBox="1"/>
          <p:nvPr/>
        </p:nvSpPr>
        <p:spPr>
          <a:xfrm>
            <a:off x="960119" y="1142999"/>
            <a:ext cx="6614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කුරුසෙක ඇණ ගසමින් නින්දා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මරණය හිමි වින්දා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පාපය සහ එහි බල බින්දා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සහ මා සන්දා</a:t>
            </a:r>
          </a:p>
        </p:txBody>
      </p:sp>
      <p:pic>
        <p:nvPicPr>
          <p:cNvPr id="238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4" name="TextBox 3"/>
          <p:cNvSpPr txBox="1"/>
          <p:nvPr/>
        </p:nvSpPr>
        <p:spPr>
          <a:xfrm>
            <a:off x="426719" y="228602"/>
            <a:ext cx="12801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12</a:t>
            </a:r>
            <a:r>
              <a:t>8</a:t>
            </a:r>
          </a:p>
        </p:txBody>
      </p:sp>
      <p:sp>
        <p:nvSpPr>
          <p:cNvPr id="2385" name="TextBox 4"/>
          <p:cNvSpPr txBox="1"/>
          <p:nvPr/>
        </p:nvSpPr>
        <p:spPr>
          <a:xfrm>
            <a:off x="995978" y="1295402"/>
            <a:ext cx="6614161" cy="5272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හිරු අදුරු වී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 කම්පා වී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රුදු කුරුසිය මත ජේසු වී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මුදු මුව මැල වී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ගත පොඩි වී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ලේ ඒ වී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රුදු කුරුසිය මත ජේසු වී</a:t>
            </a:r>
          </a:p>
        </p:txBody>
      </p:sp>
      <p:pic>
        <p:nvPicPr>
          <p:cNvPr id="2386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8" name="TextBox 1"/>
          <p:cNvSpPr txBox="1"/>
          <p:nvPr/>
        </p:nvSpPr>
        <p:spPr>
          <a:xfrm>
            <a:off x="995978" y="1295402"/>
            <a:ext cx="6614161" cy="5272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ජේසුනේ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ඇයි අනේ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රුදු කුරුසියෙ වද විදිනේ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 තල පැලුණේ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සොහොනරුණේ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රුදු කුරුසියෙ වද විදිනේ</a:t>
            </a:r>
          </a:p>
        </p:txBody>
      </p:sp>
      <p:pic>
        <p:nvPicPr>
          <p:cNvPr id="238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1" name="TextBox 1"/>
          <p:cNvSpPr txBox="1"/>
          <p:nvPr/>
        </p:nvSpPr>
        <p:spPr>
          <a:xfrm>
            <a:off x="995978" y="1295402"/>
            <a:ext cx="6614161" cy="5272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ඔබේ පව් නිසා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මිනිසා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රුදු කුරුසිය පිට මේ ලෙසා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හැර පව් එ නිසා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එනු නොලසා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දෙයි සනසා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රුදු කුරුසිය පිට මේ ලෙසා</a:t>
            </a:r>
          </a:p>
        </p:txBody>
      </p:sp>
      <p:pic>
        <p:nvPicPr>
          <p:cNvPr id="239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TextBox 3"/>
          <p:cNvSpPr txBox="1"/>
          <p:nvPr/>
        </p:nvSpPr>
        <p:spPr>
          <a:xfrm>
            <a:off x="426719" y="228602"/>
            <a:ext cx="12801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12</a:t>
            </a:r>
            <a:r>
              <a:t>9</a:t>
            </a:r>
          </a:p>
        </p:txBody>
      </p:sp>
      <p:sp>
        <p:nvSpPr>
          <p:cNvPr id="2395" name="TextBox 4"/>
          <p:cNvSpPr txBox="1"/>
          <p:nvPr/>
        </p:nvSpPr>
        <p:spPr>
          <a:xfrm>
            <a:off x="1112519" y="1295402"/>
            <a:ext cx="74523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දුකෙහි ගිලෙන මිනිසෙකි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මහා පුදුම නාමෙකි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කළ දෙය නොකියනු හැකි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පුදුම මිදුම්කරු</a:t>
            </a:r>
          </a:p>
        </p:txBody>
      </p:sp>
      <p:sp>
        <p:nvSpPr>
          <p:cNvPr id="2396" name="TextBox 5"/>
          <p:cNvSpPr txBox="1"/>
          <p:nvPr/>
        </p:nvSpPr>
        <p:spPr>
          <a:xfrm>
            <a:off x="1112519" y="3810001"/>
            <a:ext cx="74523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නිගා වින්දේ මා නිසා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බිරම් කුරුසෙ ඇණ ගසා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සිටියේ එල්ලී එ ඉවසා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පුදුම මිදුම්කරු</a:t>
            </a:r>
          </a:p>
        </p:txBody>
      </p:sp>
      <p:pic>
        <p:nvPicPr>
          <p:cNvPr id="2397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9" name="TextBox 3"/>
          <p:cNvSpPr txBox="1"/>
          <p:nvPr/>
        </p:nvSpPr>
        <p:spPr>
          <a:xfrm>
            <a:off x="1112519" y="1295402"/>
            <a:ext cx="74523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මිදුම් මිලය මුළුමනින්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හින අප සැම වෙනුවෙන්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ගෙවී අනගි රුදිරයෙන්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පුදුම මිදුම්කරු</a:t>
            </a:r>
          </a:p>
        </p:txBody>
      </p:sp>
      <p:sp>
        <p:nvSpPr>
          <p:cNvPr id="2400" name="TextBox 4"/>
          <p:cNvSpPr txBox="1"/>
          <p:nvPr/>
        </p:nvSpPr>
        <p:spPr>
          <a:xfrm>
            <a:off x="1112519" y="3810001"/>
            <a:ext cx="74523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නිමයි හඩක් කුරුසියෙන්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එයි දෙවි පුත් සමිදුගෙන්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උස් තැන් සිටියි දැන්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පුදුම මිදුම්කරු</a:t>
            </a:r>
          </a:p>
        </p:txBody>
      </p:sp>
      <p:pic>
        <p:nvPicPr>
          <p:cNvPr id="2401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3" name="TextBox 3"/>
          <p:cNvSpPr txBox="1"/>
          <p:nvPr/>
        </p:nvSpPr>
        <p:spPr>
          <a:xfrm>
            <a:off x="1112519" y="1295402"/>
            <a:ext cx="74523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මහිමැත් සමි තුමන්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රැස් කරන්ට තමන් සෙන්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 ගී දෙමු විරියෙන්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පුදුම මිදුම්කරු</a:t>
            </a:r>
          </a:p>
        </p:txBody>
      </p:sp>
      <p:pic>
        <p:nvPicPr>
          <p:cNvPr id="240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TextBox 3"/>
          <p:cNvSpPr txBox="1"/>
          <p:nvPr/>
        </p:nvSpPr>
        <p:spPr>
          <a:xfrm>
            <a:off x="426719" y="228602"/>
            <a:ext cx="12801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1</a:t>
            </a:r>
            <a:r>
              <a:t>30</a:t>
            </a:r>
          </a:p>
        </p:txBody>
      </p:sp>
      <p:sp>
        <p:nvSpPr>
          <p:cNvPr id="2407" name="TextBox 4"/>
          <p:cNvSpPr txBox="1"/>
          <p:nvPr/>
        </p:nvSpPr>
        <p:spPr>
          <a:xfrm>
            <a:off x="1112519" y="1219202"/>
            <a:ext cx="72999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දිනිදු වූවන දොහොතින් වසතේ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සොබා දහම වැළපේ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සොවින් පෙළෙන මිහි කත සැලෙතේ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කුරුසෙ ම හිමි පිදුණේ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 දෙ අත විහිදී ඇත්තේ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සකල සතන පෙමිනේ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ළයට තුරුලු කරගනු ලෙසිනේ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නෙතින කදුළු සැලුණේ</a:t>
            </a:r>
          </a:p>
        </p:txBody>
      </p:sp>
      <p:pic>
        <p:nvPicPr>
          <p:cNvPr id="2408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0" name="TextBox 3"/>
          <p:cNvSpPr txBox="1"/>
          <p:nvPr/>
        </p:nvSpPr>
        <p:spPr>
          <a:xfrm>
            <a:off x="1112519" y="1219202"/>
            <a:ext cx="72999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සොරකු යැදුම සවනත වැටුණේ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ඔහුට සමිද පෙමිනේ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ඔබත් මමත් එක් වමු මෙ දිනේ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 විමානෙ පැවසේ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පැතිර ගියේ ගනදුර අහසේ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මහත් හඩක් නැගුණේ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 කියයි ඔබ මා දෙවිදේ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කිමි ද අතැර දැමුයේ</a:t>
            </a:r>
          </a:p>
        </p:txBody>
      </p:sp>
      <p:pic>
        <p:nvPicPr>
          <p:cNvPr id="241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3" name="TextBox 3"/>
          <p:cNvSpPr txBox="1"/>
          <p:nvPr/>
        </p:nvSpPr>
        <p:spPr>
          <a:xfrm>
            <a:off x="1112519" y="1219202"/>
            <a:ext cx="72999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 පිදිණි කල්වරි මුදුනේ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විමුක්ති මං සැදුයේ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සමගි කෙළේ මනු සත එ දිනේ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දිවිදු සමග පෙමිනේ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ඉතින් මෙ මට පවසක් දැනෙනේ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මෙහෙය මගේ අවසන්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 පිය ඔබගෙ සුරතට බාර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තුරුලු වෙමි ය කියනේ </a:t>
            </a:r>
          </a:p>
        </p:txBody>
      </p:sp>
      <p:pic>
        <p:nvPicPr>
          <p:cNvPr id="241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" name="TextBox 3"/>
          <p:cNvSpPr txBox="1"/>
          <p:nvPr/>
        </p:nvSpPr>
        <p:spPr>
          <a:xfrm>
            <a:off x="1112519" y="1219202"/>
            <a:ext cx="72999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අපට විමුත් මහ මග පෙන්වී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 කමා කැරුණි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මැවුණි කුරුසි සේයා ම සිතේ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මැකිය නොහෙන ලෙසිනේ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ඇලෙන් ගැලූ ඔබගේ රුහිරෙන්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 සුසුදු වුණේ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මම ද කුරුස පා මුල වැතිරී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කියමි ඔබෙයි සමිදේ</a:t>
            </a:r>
          </a:p>
        </p:txBody>
      </p:sp>
      <p:pic>
        <p:nvPicPr>
          <p:cNvPr id="241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9" name="TextBox 1"/>
          <p:cNvSpPr txBox="1"/>
          <p:nvPr/>
        </p:nvSpPr>
        <p:spPr>
          <a:xfrm>
            <a:off x="426719" y="228602"/>
            <a:ext cx="12801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1</a:t>
            </a:r>
            <a:r>
              <a:t>31</a:t>
            </a:r>
          </a:p>
        </p:txBody>
      </p:sp>
      <p:sp>
        <p:nvSpPr>
          <p:cNvPr id="2420" name="TextBox 2"/>
          <p:cNvSpPr txBox="1"/>
          <p:nvPr/>
        </p:nvSpPr>
        <p:spPr>
          <a:xfrm>
            <a:off x="1112519" y="1295402"/>
            <a:ext cx="74523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දරණා සිතකින් සොරොස ව   		නොමිනී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කරුණා නොම දැන මුන් මෙය       කෙළෙනී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කරුණා මහිමෙන් මගෙ පිය              තුමෙනී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සරණා වෙනු මැන කමාව  	            දෙමිනී</a:t>
            </a:r>
          </a:p>
        </p:txBody>
      </p:sp>
      <p:sp>
        <p:nvSpPr>
          <p:cNvPr id="2421" name="TextBox 3"/>
          <p:cNvSpPr txBox="1"/>
          <p:nvPr/>
        </p:nvSpPr>
        <p:spPr>
          <a:xfrm>
            <a:off x="1112519" y="3810001"/>
            <a:ext cx="74523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මුදා සමිදු තැබූ සළුවට 			   ළකලා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තදා සිතින් සෙබලෝ සිතු   		ලොබලා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බෙදා ගන්න ලෙස පහ කර   		    අවුලා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දා දාදු දැම්මාහු ය 			 ගැණලා</a:t>
            </a:r>
          </a:p>
        </p:txBody>
      </p:sp>
      <p:pic>
        <p:nvPicPr>
          <p:cNvPr id="242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4" name="TextBox 1"/>
          <p:cNvSpPr txBox="1"/>
          <p:nvPr/>
        </p:nvSpPr>
        <p:spPr>
          <a:xfrm>
            <a:off x="467060" y="1143002"/>
            <a:ext cx="8595361" cy="4218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තෙදස පුරවර බබුළුවා තෙද මහිම බල අනුසස්  පමින්නේ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අහස පොළොව ද මුහුදු ගංගා සියල මැවූ අණසක ලමින්නේ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නිදොස පුත් දෙවි කුමර මෙ ලෙසින් කුරුසියක් පිට වද විදෙන්නේ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සදොස නිරයන් නිසා ව ද කිවූ තෙදස පුර සෙන් රැස් වෙමින්නේ</a:t>
            </a:r>
          </a:p>
        </p:txBody>
      </p:sp>
      <p:pic>
        <p:nvPicPr>
          <p:cNvPr id="242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7" name="TextBox 1"/>
          <p:cNvSpPr txBox="1"/>
          <p:nvPr/>
        </p:nvSpPr>
        <p:spPr>
          <a:xfrm>
            <a:off x="467060" y="1143002"/>
            <a:ext cx="8595361" cy="3621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තවද නිසි කල අදුරු සලසා සමිදු හට අවරණ කරන්නෙම්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වරද ගොරතර නපුරු දුදනන් යළිදු ඉන් බිය කර ලවන්නෙම්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ලෙද කි සද දිනිදු මිහි කත කී ය හිමි ඔබෙ බස් අසන්නෙම්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මම් ද කම්පා වෙමින් අද දින මොවුන් සැම දෙන වෙවුලුවන්නෙම් </a:t>
            </a:r>
          </a:p>
        </p:txBody>
      </p:sp>
      <p:pic>
        <p:nvPicPr>
          <p:cNvPr id="242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0" name="TextBox 1"/>
          <p:cNvSpPr txBox="1"/>
          <p:nvPr/>
        </p:nvSpPr>
        <p:spPr>
          <a:xfrm>
            <a:off x="1112519" y="1295402"/>
            <a:ext cx="74523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දිලිදුන් හට සැප පහසේ   		දෙන සේ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සතතින් නැගු අත් නොදොසේ   	 වෙසෙස්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ගනිමින් අදිමින් සරොසේ 		   විලසේ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තබමින් ඇණ ගැසූ කුරුසේ 	       නොලසේ</a:t>
            </a:r>
          </a:p>
        </p:txBody>
      </p:sp>
      <p:sp>
        <p:nvSpPr>
          <p:cNvPr id="2431" name="TextBox 2"/>
          <p:cNvSpPr txBox="1"/>
          <p:nvPr/>
        </p:nvSpPr>
        <p:spPr>
          <a:xfrm>
            <a:off x="1112519" y="3810001"/>
            <a:ext cx="74523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ළා මක සෙබලෝ කිපෙමින් 		බණිමින්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 දෙක සමිදුගෙ විදිමින්		 තබමින්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පානෙක රුදුකම් මිටියෙන් 		 ගසමින්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දී දුක ඇණ ලු විගසින් 		         නියමින්</a:t>
            </a:r>
          </a:p>
        </p:txBody>
      </p:sp>
      <p:pic>
        <p:nvPicPr>
          <p:cNvPr id="243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TextBox 1"/>
          <p:cNvSpPr txBox="1"/>
          <p:nvPr/>
        </p:nvSpPr>
        <p:spPr>
          <a:xfrm>
            <a:off x="1112519" y="1295402"/>
            <a:ext cx="74523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නිස්සා නැති දුක වන සේ   		  සිරුරට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ගස්සා කුරුසිය සොලවා   		  පිට පිට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උස්සා සිටුවන විලසින් 			  වළකට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බස් සා ලුවො ය එම විට තර 		   කොට</a:t>
            </a:r>
          </a:p>
        </p:txBody>
      </p:sp>
      <p:sp>
        <p:nvSpPr>
          <p:cNvPr id="2435" name="TextBox 2"/>
          <p:cNvSpPr txBox="1"/>
          <p:nvPr/>
        </p:nvSpPr>
        <p:spPr>
          <a:xfrm>
            <a:off x="1112519" y="3810001"/>
            <a:ext cx="74523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යන අය හිස් සලමින්   		 බලමින්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සුරිදුන මැදුරය කඩමින්   	       හෙළමින්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තෙදිනෙන සදනා නු</a:t>
            </a:r>
            <a:r>
              <a:rPr>
                <a:latin typeface="FS-Chami."/>
                <a:ea typeface="FS-Chami."/>
                <a:cs typeface="FS-Chami."/>
                <a:sym typeface="FS-Chami."/>
              </a:rPr>
              <a:t>U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දැන්  	         නියමින්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කුරුසෙ න බැසපන් කිවූ නන් 	       දොඩමින්</a:t>
            </a:r>
          </a:p>
        </p:txBody>
      </p:sp>
      <p:pic>
        <p:nvPicPr>
          <p:cNvPr id="243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8" name="TextBox 1"/>
          <p:cNvSpPr txBox="1"/>
          <p:nvPr/>
        </p:nvSpPr>
        <p:spPr>
          <a:xfrm>
            <a:off x="1112519" y="1295402"/>
            <a:ext cx="74523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නරවර සෙබලෝ සමිදුට  		මත් පැන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 කර බීපන් කියමින් 		       සිත් මෙන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නරවර නම් යුදයින්ගේ   		 සත් වන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මෙම වර ගැලවෙනු කිවූ 	  නිදිරුත්නෙන</a:t>
            </a:r>
          </a:p>
        </p:txBody>
      </p:sp>
      <p:sp>
        <p:nvSpPr>
          <p:cNvPr id="2439" name="TextBox 2"/>
          <p:cNvSpPr txBox="1"/>
          <p:nvPr/>
        </p:nvSpPr>
        <p:spPr>
          <a:xfrm>
            <a:off x="1112519" y="3810001"/>
            <a:ext cx="74523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වැඩිමල් දන සහ පුජක 			 දන සැම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සුවිමල් සමිදුට බණිමින් 	        නොතරම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 තුල් වන අය මිදුවෙ ය           මේ තෙම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මෙම කල් ඔහුට ම බැරි කිවූ 	   	  ගැලවුම</a:t>
            </a:r>
          </a:p>
        </p:txBody>
      </p:sp>
      <p:pic>
        <p:nvPicPr>
          <p:cNvPr id="244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2" name="TextBox 1"/>
          <p:cNvSpPr txBox="1"/>
          <p:nvPr/>
        </p:nvSpPr>
        <p:spPr>
          <a:xfrm>
            <a:off x="426719" y="228602"/>
            <a:ext cx="12801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1</a:t>
            </a:r>
            <a:r>
              <a:t>32</a:t>
            </a:r>
          </a:p>
        </p:txBody>
      </p:sp>
      <p:sp>
        <p:nvSpPr>
          <p:cNvPr id="2443" name="TextBox 2"/>
          <p:cNvSpPr txBox="1"/>
          <p:nvPr/>
        </p:nvSpPr>
        <p:spPr>
          <a:xfrm>
            <a:off x="1112519" y="1295402"/>
            <a:ext cx="74523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හිමින් සමග දුක විදිනා 			 විලසේ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සොරුන් දෙදෙනකුත් ඇණ ගැසූ 	දෙපසේ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එයින් එකෙක් හිමි රුව දැක 	      නිදොසේ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වන් බසක් කීවෙය එම 		 විගසේ</a:t>
            </a:r>
          </a:p>
        </p:txBody>
      </p:sp>
      <p:sp>
        <p:nvSpPr>
          <p:cNvPr id="2444" name="TextBox 3"/>
          <p:cNvSpPr txBox="1"/>
          <p:nvPr/>
        </p:nvSpPr>
        <p:spPr>
          <a:xfrm>
            <a:off x="1112519" y="3810001"/>
            <a:ext cx="74523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සමිදුනි ඔබගේ රජයට එන   		     වර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ළපෙමිනි මා සැලකුව මැන සිහි  	    කර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කියුවෙනි ඔබ අද පාරාදිස්  		     පුර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සමගින මා සිටිනෙහි කී 			හිමිවර</a:t>
            </a:r>
          </a:p>
        </p:txBody>
      </p:sp>
      <p:pic>
        <p:nvPicPr>
          <p:cNvPr id="244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" name="TextBox 1"/>
          <p:cNvSpPr txBox="1"/>
          <p:nvPr/>
        </p:nvSpPr>
        <p:spPr>
          <a:xfrm>
            <a:off x="1112519" y="1295402"/>
            <a:ext cx="74523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අනික් හොරා සමිදුට අපහස   		        කර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ලෙසින් තිරා දෙවි පුතු නම්   		  ගරුතර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නොඉන් අරා අප හා කුරුසිය 		       හැර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තෙදින් සරා බසිනුය කී මෙම 		        වර</a:t>
            </a:r>
          </a:p>
        </p:txBody>
      </p:sp>
      <p:sp>
        <p:nvSpPr>
          <p:cNvPr id="2448" name="TextBox 2"/>
          <p:cNvSpPr txBox="1"/>
          <p:nvPr/>
        </p:nvSpPr>
        <p:spPr>
          <a:xfrm>
            <a:off x="1112519" y="3810001"/>
            <a:ext cx="74523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පොළොව තෙමෙන යුරු ලේ ගැලු එම   තැන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දුලව පෙනෙන ලෙස හසුනක්		  ලියමින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බලව යුදෙව් රජ මොහු වෙයි 		  කියමින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අලව වමින තැබූ කුරුසිය   		   මුදුනින</a:t>
            </a:r>
          </a:p>
        </p:txBody>
      </p:sp>
      <p:pic>
        <p:nvPicPr>
          <p:cNvPr id="244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1" name="Rectangle 1"/>
          <p:cNvSpPr txBox="1"/>
          <p:nvPr/>
        </p:nvSpPr>
        <p:spPr>
          <a:xfrm>
            <a:off x="483871" y="317213"/>
            <a:ext cx="818516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133</a:t>
            </a:r>
          </a:p>
        </p:txBody>
      </p:sp>
      <p:sp>
        <p:nvSpPr>
          <p:cNvPr id="2452" name="Rectangle 2"/>
          <p:cNvSpPr txBox="1"/>
          <p:nvPr/>
        </p:nvSpPr>
        <p:spPr>
          <a:xfrm>
            <a:off x="731519" y="990599"/>
            <a:ext cx="7680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වැහෙමි න් ලේ කද සිරුරය	බින්දා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පෙලෙමින් කුරුසිය  පිට 		කුමරින්දා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සිටි යෙ න් දුක වැද සිය මවූ 	ළන්දා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දැවෙ මි න් හදවත සෝගිනි 	කන්දා</a:t>
            </a:r>
          </a:p>
        </p:txBody>
      </p:sp>
      <p:sp>
        <p:nvSpPr>
          <p:cNvPr id="2453" name="Rectangle 3"/>
          <p:cNvSpPr txBox="1"/>
          <p:nvPr/>
        </p:nvSpPr>
        <p:spPr>
          <a:xfrm>
            <a:off x="655319" y="3815479"/>
            <a:ext cx="7761726" cy="305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ඉන්නා දැක සිහි නැති ලෙස 	මෙලෙසින්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පන් නා ලන ලෙස ඇගෙ දුක 	විගසින්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දෙන්නා මවූ සහ සිසුහට 		වෙසෙසින්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පෙන්නා ලිය හිමි සැනසුම 		මෙ බසින්</a:t>
            </a:r>
          </a:p>
          <a:p>
            <a:pPr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 </a:t>
            </a:r>
          </a:p>
        </p:txBody>
      </p:sp>
      <p:pic>
        <p:nvPicPr>
          <p:cNvPr id="245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6" name="Rectangle 1"/>
          <p:cNvSpPr txBox="1"/>
          <p:nvPr/>
        </p:nvSpPr>
        <p:spPr>
          <a:xfrm>
            <a:off x="502919" y="663476"/>
            <a:ext cx="82143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උතුමිය ඔබෙ පුත් මේ වෙයි අද  		සිට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වදන ය මෙ ලෙසින් කියමින් මවූ 	හට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බලනුය ඔබෙ මවූ මෑ වෙයි 		එ ලෙසට‍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වසනුය කීවේයි  අදරින් සිසු 		හට</a:t>
            </a:r>
          </a:p>
        </p:txBody>
      </p:sp>
      <p:sp>
        <p:nvSpPr>
          <p:cNvPr id="2457" name="Rectangle 2"/>
          <p:cNvSpPr txBox="1"/>
          <p:nvPr/>
        </p:nvSpPr>
        <p:spPr>
          <a:xfrm>
            <a:off x="426719" y="3352799"/>
            <a:ext cx="9204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යොහන් නමින් යුත් සිසු තෙම 		රූබර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ඒතැන් පට න් හිමි මවූ 			සිරියාදර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දෙමින් නොමින්  සැප වඩමින් 		ආදර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තමන් විමන් කැදවිය 				රකිනායුර</a:t>
            </a:r>
          </a:p>
        </p:txBody>
      </p:sp>
      <p:pic>
        <p:nvPicPr>
          <p:cNvPr id="245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0" name="Rectangle 1"/>
          <p:cNvSpPr txBox="1"/>
          <p:nvPr/>
        </p:nvSpPr>
        <p:spPr>
          <a:xfrm>
            <a:off x="502919" y="511076"/>
            <a:ext cx="81381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වද විඳ තද ලෙද දාහය 			වැදිලා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සඳ සොඳ බ ද වෙහෙසෙනු 		දැකල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දින රද සෙ ද පුද කරනෙව් 			එකලා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රැස් කඳ සිඳ බිඳ සැලැසී 			සිසිලා</a:t>
            </a:r>
          </a:p>
        </p:txBody>
      </p:sp>
      <p:sp>
        <p:nvSpPr>
          <p:cNvPr id="2461" name="Rectangle 2"/>
          <p:cNvSpPr txBox="1"/>
          <p:nvPr/>
        </p:nvSpPr>
        <p:spPr>
          <a:xfrm>
            <a:off x="426719" y="3254276"/>
            <a:ext cx="84048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දැක සෙද සෙබලෝ රුදුරේ 		අදුරේ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බිය වැද සිටියෝ වැතිරේ 			එවරේ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සුර ර ද විසිතුරු  මැදුරේ 			එ තිරේ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මැද ඉද ඉරුණේ අතුරේ 			නො හැරේ</a:t>
            </a:r>
          </a:p>
        </p:txBody>
      </p:sp>
      <p:pic>
        <p:nvPicPr>
          <p:cNvPr id="246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4" name="Rectangle 2"/>
          <p:cNvSpPr txBox="1"/>
          <p:nvPr/>
        </p:nvSpPr>
        <p:spPr>
          <a:xfrm>
            <a:off x="426722" y="304802"/>
            <a:ext cx="90781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134</a:t>
            </a:r>
          </a:p>
        </p:txBody>
      </p:sp>
      <p:sp>
        <p:nvSpPr>
          <p:cNvPr id="2465" name="Rectangle 3"/>
          <p:cNvSpPr txBox="1"/>
          <p:nvPr/>
        </p:nvSpPr>
        <p:spPr>
          <a:xfrm>
            <a:off x="731519" y="1066799"/>
            <a:ext cx="8366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අදුරේ එ දිනෙහි නගමින් 		හඩෙකා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පැවරේ මගෙ දෙවි හිමියෙනි 	ලෙසකා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අතැරේ කීම මා දැමුවේ 		නොතකා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එවරේ කීවෙය මෙම වන් 		බසෙකා</a:t>
            </a:r>
          </a:p>
        </p:txBody>
      </p:sp>
      <p:sp>
        <p:nvSpPr>
          <p:cNvPr id="2466" name="Rectangle 4"/>
          <p:cNvSpPr txBox="1"/>
          <p:nvPr/>
        </p:nvSpPr>
        <p:spPr>
          <a:xfrm>
            <a:off x="731519" y="3886199"/>
            <a:ext cx="7985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ලොයි ඒ ලොයි ලාමා		ආදී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බස් හිමි සද කී සමයේ 		දී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තේරුම් නොමැති ව එ දුදන	වාදි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ඒලි හට හඩ ගැසී කීවූ 		සැදි</a:t>
            </a:r>
          </a:p>
        </p:txBody>
      </p:sp>
      <p:pic>
        <p:nvPicPr>
          <p:cNvPr id="2467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9" name="Rectangle 1"/>
          <p:cNvSpPr txBox="1"/>
          <p:nvPr/>
        </p:nvSpPr>
        <p:spPr>
          <a:xfrm>
            <a:off x="655319" y="761999"/>
            <a:ext cx="7909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මුදනට මොහු එලියා මොහු 	හඩ</a:t>
            </a:r>
            <a:r>
              <a:t>’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වීගසාට ඒ දැයි බලමුව 		පවසා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මුසු කොට මත් පන් හත්තක 	නොලසා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මුවයට හිමි ළං කළො බොන 	විලසා</a:t>
            </a:r>
          </a:p>
        </p:txBody>
      </p:sp>
      <p:pic>
        <p:nvPicPr>
          <p:cNvPr id="247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2" name="Rectangle 1"/>
          <p:cNvSpPr txBox="1"/>
          <p:nvPr/>
        </p:nvSpPr>
        <p:spPr>
          <a:xfrm>
            <a:off x="2103119" y="914399"/>
            <a:ext cx="44805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තද ගමන් වී වැද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 යුද්දේ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තව ද සමිඳු ඉද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ගනදුර මැද්දේ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නොමද දාහ වූයෙන් කර සද්දේ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සද පවසයෙමි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කී පර සිද්දේ</a:t>
            </a:r>
          </a:p>
        </p:txBody>
      </p:sp>
      <p:sp>
        <p:nvSpPr>
          <p:cNvPr id="2473" name="Rectangle 2"/>
          <p:cNvSpPr txBox="1"/>
          <p:nvPr/>
        </p:nvSpPr>
        <p:spPr>
          <a:xfrm>
            <a:off x="350521" y="304802"/>
            <a:ext cx="818516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135</a:t>
            </a:r>
          </a:p>
        </p:txBody>
      </p:sp>
      <p:pic>
        <p:nvPicPr>
          <p:cNvPr id="247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Rectangle 1"/>
          <p:cNvSpPr txBox="1"/>
          <p:nvPr/>
        </p:nvSpPr>
        <p:spPr>
          <a:xfrm>
            <a:off x="1188696" y="1714489"/>
            <a:ext cx="7266673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තැන් සිටිය කිසිවකු දිව ගොසිනා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තමන් මුවට දුන් කාඩ්ය රැගෙනා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බොමින් ඉවර කර හිමි සඳ සොබනා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ඉතින් තීන්දුය කිවේය වදනා </a:t>
            </a:r>
          </a:p>
        </p:txBody>
      </p:sp>
      <p:sp>
        <p:nvSpPr>
          <p:cNvPr id="2477" name="Rectangle 2"/>
          <p:cNvSpPr txBox="1"/>
          <p:nvPr/>
        </p:nvSpPr>
        <p:spPr>
          <a:xfrm>
            <a:off x="579121" y="457201"/>
            <a:ext cx="907813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136</a:t>
            </a:r>
          </a:p>
        </p:txBody>
      </p:sp>
      <p:pic>
        <p:nvPicPr>
          <p:cNvPr id="247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0" name="Rectangle 1"/>
          <p:cNvSpPr txBox="1"/>
          <p:nvPr/>
        </p:nvSpPr>
        <p:spPr>
          <a:xfrm>
            <a:off x="974384" y="1042952"/>
            <a:ext cx="7348582" cy="5951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 තුමනේ ඔබ තට ගුණදාරය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මම ඉතිනේ පණ දෙන්නෙමිබාරය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මෙම වදනේ කියමින් තිරසාරය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පණ නලින් තොර විය එම වාරය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සද කොමල සිරුරට සිය සිය රුස්න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වැද වැද වෙහෙස වනු දකිනට නොවරුස්න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 කද හකුළමින් පුදනෙව්සිහිලස්න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දින රද එදින පෙර ලෙස නොම වියදිස්න</a:t>
            </a:r>
          </a:p>
        </p:txBody>
      </p:sp>
      <p:sp>
        <p:nvSpPr>
          <p:cNvPr id="2481" name="Rectangle 2"/>
          <p:cNvSpPr txBox="1"/>
          <p:nvPr/>
        </p:nvSpPr>
        <p:spPr>
          <a:xfrm>
            <a:off x="579121" y="357168"/>
            <a:ext cx="907813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137</a:t>
            </a:r>
          </a:p>
        </p:txBody>
      </p:sp>
      <p:pic>
        <p:nvPicPr>
          <p:cNvPr id="248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4" name="Rectangle 1"/>
          <p:cNvSpPr txBox="1"/>
          <p:nvPr/>
        </p:nvSpPr>
        <p:spPr>
          <a:xfrm>
            <a:off x="1188696" y="1714489"/>
            <a:ext cx="7266673" cy="3773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හිරුරැස් නැති විණි කළුවර රජවිණි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නව වැනි පැය තුළ දේසය දුක්විණි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 හඩ නැං විණ මිහි තකදෙදිරිණි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හිමිගේ ආත්මේ පහ විණි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නිම විය නිම විය මේ දැන් නිම විය</a:t>
            </a:r>
          </a:p>
        </p:txBody>
      </p:sp>
      <p:sp>
        <p:nvSpPr>
          <p:cNvPr id="2485" name="Rectangle 2"/>
          <p:cNvSpPr txBox="1"/>
          <p:nvPr/>
        </p:nvSpPr>
        <p:spPr>
          <a:xfrm>
            <a:off x="579121" y="457201"/>
            <a:ext cx="907813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138</a:t>
            </a:r>
          </a:p>
        </p:txBody>
      </p:sp>
      <p:pic>
        <p:nvPicPr>
          <p:cNvPr id="248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" name="Rectangle 1"/>
          <p:cNvSpPr txBox="1"/>
          <p:nvPr/>
        </p:nvSpPr>
        <p:spPr>
          <a:xfrm>
            <a:off x="1188696" y="1714489"/>
            <a:ext cx="7266673" cy="3773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පාපයෙ වන්දිය ක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රුසියෙ ප්‍රේමය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ලොව දෙවිදුන් මහ දුකඉසිලිය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කල්වරි හෙල මත ගලලා මෙත් දිය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සතුරන් මිත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රන් හැම දෙනසැනසිය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 දුක් උසුලා දුන්නේ සැනසුම</a:t>
            </a:r>
          </a:p>
        </p:txBody>
      </p:sp>
      <p:pic>
        <p:nvPicPr>
          <p:cNvPr id="248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1" name="Rectangle 1"/>
          <p:cNvSpPr txBox="1"/>
          <p:nvPr/>
        </p:nvSpPr>
        <p:spPr>
          <a:xfrm>
            <a:off x="1188696" y="1714489"/>
            <a:ext cx="7266673" cy="3773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මෝහයෙ පටලය සිද බිද සුන්කර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අකුලා දමම්න් වයිරයකඩතිර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ලේ බිදු කැටි වුණ ක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රුසිය සිහිකර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ප්‍රේමයෙ පතුරමු සහනයමතුකර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පතුරමු පතුරමු සදහට ප්‍රේමය</a:t>
            </a:r>
          </a:p>
        </p:txBody>
      </p:sp>
      <p:pic>
        <p:nvPicPr>
          <p:cNvPr id="249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4" name="Rectangle 1"/>
          <p:cNvSpPr txBox="1"/>
          <p:nvPr/>
        </p:nvSpPr>
        <p:spPr>
          <a:xfrm>
            <a:off x="1463977" y="609601"/>
            <a:ext cx="6004561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වඩිනු මැන තේජසින්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හෝසන්නා හඬට කන් දෙන්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මිදුම් කරුන් වඩින් අද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අතුළ වත් උඩින් සොඳ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වඩිනු මැන තේජසින්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මරණයට දැන් වඩින්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ක්‍රිස්තුස්නි ඔබට ජය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බිඳ මරු පව් බලය</a:t>
            </a:r>
          </a:p>
        </p:txBody>
      </p:sp>
      <p:sp>
        <p:nvSpPr>
          <p:cNvPr id="2495" name="Rectangle 2"/>
          <p:cNvSpPr txBox="1"/>
          <p:nvPr/>
        </p:nvSpPr>
        <p:spPr>
          <a:xfrm>
            <a:off x="579121" y="457201"/>
            <a:ext cx="907813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13</a:t>
            </a:r>
            <a:r>
              <a:t>9</a:t>
            </a:r>
          </a:p>
        </p:txBody>
      </p:sp>
      <p:pic>
        <p:nvPicPr>
          <p:cNvPr id="249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" name="Rectangle 1"/>
          <p:cNvSpPr txBox="1"/>
          <p:nvPr/>
        </p:nvSpPr>
        <p:spPr>
          <a:xfrm>
            <a:off x="1264919" y="381001"/>
            <a:ext cx="6004562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වඩිනු මැන තේජසින්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අහසේ සේනාවෝ නොමින්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දුක්වෙත් අද විස්ම වෙලා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 යාගය බලා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වඩිනු මැන තේජසින්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ලඟයි අන්තිම සටන්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සිහසුනේ ඉන්න පියා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බලයි පුතු එත කියා</a:t>
            </a:r>
          </a:p>
        </p:txBody>
      </p:sp>
      <p:pic>
        <p:nvPicPr>
          <p:cNvPr id="249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1" name="Rectangle 1"/>
          <p:cNvSpPr txBox="1"/>
          <p:nvPr/>
        </p:nvSpPr>
        <p:spPr>
          <a:xfrm>
            <a:off x="960119" y="685801"/>
            <a:ext cx="60045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වඩිනු මැන තේජසින්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මරණයට දැන් වඩින්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ගාවිනා විඳ මේ ලෙස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බලය ලබන් සමිඳ </a:t>
            </a:r>
          </a:p>
        </p:txBody>
      </p:sp>
      <p:pic>
        <p:nvPicPr>
          <p:cNvPr id="250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4" name="TextBox 1"/>
          <p:cNvSpPr txBox="1"/>
          <p:nvPr/>
        </p:nvSpPr>
        <p:spPr>
          <a:xfrm>
            <a:off x="502919" y="304802"/>
            <a:ext cx="13563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140</a:t>
            </a:r>
          </a:p>
        </p:txBody>
      </p:sp>
      <p:sp>
        <p:nvSpPr>
          <p:cNvPr id="2505" name="TextBox 2"/>
          <p:cNvSpPr txBox="1"/>
          <p:nvPr/>
        </p:nvSpPr>
        <p:spPr>
          <a:xfrm>
            <a:off x="883919" y="1219199"/>
            <a:ext cx="60807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පෙරහරින් ජය සිරින්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කොටලුවකු පිටින්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වැඩි ජෙරුසලම් පුර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 හිමි පවර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හෝසන්නා ගී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සිහි කර ගයමු</a:t>
            </a:r>
          </a:p>
        </p:txBody>
      </p:sp>
      <p:pic>
        <p:nvPicPr>
          <p:cNvPr id="250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" name="TextBox 1"/>
          <p:cNvSpPr txBox="1"/>
          <p:nvPr/>
        </p:nvSpPr>
        <p:spPr>
          <a:xfrm>
            <a:off x="883919" y="1219199"/>
            <a:ext cx="60807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 ගණන් සෙනග 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තමන් සළු ගෙන</a:t>
            </a:r>
            <a:r>
              <a:t>’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අතුරමින් සෙද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 පසුව යමින්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හෝසන්නා ගී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නැභු ලෙස ගයමු</a:t>
            </a:r>
          </a:p>
        </p:txBody>
      </p:sp>
      <p:pic>
        <p:nvPicPr>
          <p:cNvPr id="250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1" name="TextBox 1"/>
          <p:cNvSpPr txBox="1"/>
          <p:nvPr/>
        </p:nvSpPr>
        <p:spPr>
          <a:xfrm>
            <a:off x="883919" y="1219199"/>
            <a:ext cx="60807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බාල දා දරු කැල 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විමන් තුල සිට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නගා හඩ මනනද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දාවිත්ගේ පුතු හට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හෝසන්නා ගී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නැභු ලෙස ගයමු</a:t>
            </a:r>
          </a:p>
        </p:txBody>
      </p:sp>
      <p:pic>
        <p:nvPicPr>
          <p:cNvPr id="251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4" name="TextBox 1"/>
          <p:cNvSpPr txBox="1"/>
          <p:nvPr/>
        </p:nvSpPr>
        <p:spPr>
          <a:xfrm>
            <a:off x="883919" y="1219198"/>
            <a:ext cx="60807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එදා බාල දරු මුවින්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පසස් ලත් හිමිට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අපි සැම සොම්නස් සිතින්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නගමු හඩ තුට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හෝසන්නා ගී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නමදිමින් ගයමු</a:t>
            </a:r>
          </a:p>
        </p:txBody>
      </p:sp>
      <p:pic>
        <p:nvPicPr>
          <p:cNvPr id="251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7" name="TextBox 1"/>
          <p:cNvSpPr txBox="1"/>
          <p:nvPr/>
        </p:nvSpPr>
        <p:spPr>
          <a:xfrm>
            <a:off x="274319" y="228602"/>
            <a:ext cx="9753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141</a:t>
            </a:r>
          </a:p>
        </p:txBody>
      </p:sp>
      <p:sp>
        <p:nvSpPr>
          <p:cNvPr id="2518" name="TextBox 2"/>
          <p:cNvSpPr txBox="1"/>
          <p:nvPr/>
        </p:nvSpPr>
        <p:spPr>
          <a:xfrm>
            <a:off x="655319" y="1066802"/>
            <a:ext cx="81381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පවිටුන් නිරයෙන් මුදන්ට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සැප අත් හැර දමමින්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ආදරෙන් දේව පුත්  ආ විට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මැරුවෝ යුදයෝ දුක් දෙමින්</a:t>
            </a:r>
          </a:p>
        </p:txBody>
      </p:sp>
      <p:sp>
        <p:nvSpPr>
          <p:cNvPr id="2519" name="TextBox 3"/>
          <p:cNvSpPr txBox="1"/>
          <p:nvPr/>
        </p:nvSpPr>
        <p:spPr>
          <a:xfrm>
            <a:off x="3456790" y="3998481"/>
            <a:ext cx="5318761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වින්දේ</a:t>
            </a:r>
            <a:r>
              <a:t>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 නිසා</a:t>
            </a:r>
            <a:r>
              <a:t>....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එල්ලිලා විදි දේ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කන් ඇත්තෝ</a:t>
            </a:r>
            <a:r>
              <a:t>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අසත් වා</a:t>
            </a:r>
            <a:r>
              <a:t>....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කල්වරි ගොල්ගොතාහි වූ දේ</a:t>
            </a:r>
          </a:p>
        </p:txBody>
      </p:sp>
      <p:pic>
        <p:nvPicPr>
          <p:cNvPr id="252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2" name="TextBox 3"/>
          <p:cNvSpPr txBox="1"/>
          <p:nvPr/>
        </p:nvSpPr>
        <p:spPr>
          <a:xfrm>
            <a:off x="3456790" y="3998481"/>
            <a:ext cx="5318761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වින්දේ</a:t>
            </a:r>
            <a:r>
              <a:t>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 නිසා</a:t>
            </a:r>
            <a:r>
              <a:t>....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එල්ලිලා විදි දේ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කන් ඇත්තෝ</a:t>
            </a:r>
            <a:r>
              <a:t>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අසත් වා</a:t>
            </a:r>
            <a:r>
              <a:t>....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කල්වරි ගොල්ගොතාහි වූ දේ</a:t>
            </a:r>
          </a:p>
        </p:txBody>
      </p:sp>
      <p:sp>
        <p:nvSpPr>
          <p:cNvPr id="2523" name="TextBox 4"/>
          <p:cNvSpPr txBox="1"/>
          <p:nvPr/>
        </p:nvSpPr>
        <p:spPr>
          <a:xfrm>
            <a:off x="655319" y="838202"/>
            <a:ext cx="66903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නැමිලා කුරුසේ උසුලා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යයි තලන්නේ ඇයි අනේ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නමුත් නො බලයි රවලා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ඇයි ද ඒ සිත් උණු නොවන්නේ </a:t>
            </a:r>
          </a:p>
        </p:txBody>
      </p:sp>
      <p:pic>
        <p:nvPicPr>
          <p:cNvPr id="2524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6" name="TextBox 3"/>
          <p:cNvSpPr txBox="1"/>
          <p:nvPr/>
        </p:nvSpPr>
        <p:spPr>
          <a:xfrm>
            <a:off x="3456790" y="3998481"/>
            <a:ext cx="5318761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වින්දේ</a:t>
            </a:r>
            <a:r>
              <a:t>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 නිසා</a:t>
            </a:r>
            <a:r>
              <a:t>....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එල්ලිලා විදි දේ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කන් ඇත්තෝ</a:t>
            </a:r>
            <a:r>
              <a:t>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අසත් වා</a:t>
            </a:r>
            <a:r>
              <a:t>....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කල්වරි ගොල්ගොතාහි වූ දේ</a:t>
            </a:r>
          </a:p>
        </p:txBody>
      </p:sp>
      <p:sp>
        <p:nvSpPr>
          <p:cNvPr id="2527" name="TextBox 4"/>
          <p:cNvSpPr txBox="1"/>
          <p:nvPr/>
        </p:nvSpPr>
        <p:spPr>
          <a:xfrm>
            <a:off x="426719" y="609601"/>
            <a:ext cx="7071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ඉල්ලුවා පැන් පිපසායට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දුන්නේ උන් බොන්නට කාඩි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දුන්නේ නැ පැන් ටිකක් බොන්නට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දුදනෙක් ඇලේටත් ඇන්නේ ය </a:t>
            </a:r>
          </a:p>
        </p:txBody>
      </p:sp>
      <p:pic>
        <p:nvPicPr>
          <p:cNvPr id="2528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0" name="TextBox 1"/>
          <p:cNvSpPr txBox="1"/>
          <p:nvPr/>
        </p:nvSpPr>
        <p:spPr>
          <a:xfrm>
            <a:off x="3456790" y="3998481"/>
            <a:ext cx="5318761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වින්දේ</a:t>
            </a:r>
            <a:r>
              <a:t>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 නිසා</a:t>
            </a:r>
            <a:r>
              <a:t>....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එල්ලිලා විදි දේ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කන් ඇත්තෝ</a:t>
            </a:r>
            <a:r>
              <a:t>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අසත් වා</a:t>
            </a:r>
            <a:r>
              <a:t>....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කල්වරි ගොල්ගොතාහි වූ දේ</a:t>
            </a:r>
          </a:p>
        </p:txBody>
      </p:sp>
      <p:sp>
        <p:nvSpPr>
          <p:cNvPr id="2531" name="TextBox 2"/>
          <p:cNvSpPr txBox="1"/>
          <p:nvPr/>
        </p:nvSpPr>
        <p:spPr>
          <a:xfrm>
            <a:off x="579119" y="609601"/>
            <a:ext cx="63855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ජිවනේ කුමරා එල්ලු 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අහසත් පොළොවත් දුක් විණි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මේ දේ ගැන කිසි දා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හැඩු දෝ සිතලා සොවිනි </a:t>
            </a:r>
          </a:p>
        </p:txBody>
      </p:sp>
      <p:pic>
        <p:nvPicPr>
          <p:cNvPr id="253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4" name="TextBox 1"/>
          <p:cNvSpPr txBox="1"/>
          <p:nvPr/>
        </p:nvSpPr>
        <p:spPr>
          <a:xfrm>
            <a:off x="502919" y="281602"/>
            <a:ext cx="1127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142</a:t>
            </a:r>
          </a:p>
        </p:txBody>
      </p:sp>
      <p:sp>
        <p:nvSpPr>
          <p:cNvPr id="2535" name="TextBox 2"/>
          <p:cNvSpPr txBox="1"/>
          <p:nvPr/>
        </p:nvSpPr>
        <p:spPr>
          <a:xfrm>
            <a:off x="547744" y="1143002"/>
            <a:ext cx="5318761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හෝසන්නා ගී මියුරු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ලත් මුවෙනා දරු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රජුට එ නන් ගරු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වා ගී මියුරු</a:t>
            </a:r>
          </a:p>
        </p:txBody>
      </p:sp>
      <p:sp>
        <p:nvSpPr>
          <p:cNvPr id="2536" name="TextBox 3"/>
          <p:cNvSpPr txBox="1"/>
          <p:nvPr/>
        </p:nvSpPr>
        <p:spPr>
          <a:xfrm>
            <a:off x="3252844" y="3581401"/>
            <a:ext cx="5464437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 සාමින්ගේ නමින්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පින්වත් ඔබ තුමන්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දාවිත්ගේ නදනවන්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ඉශ්‍රායෙල් රජ වන්</a:t>
            </a:r>
          </a:p>
        </p:txBody>
      </p:sp>
      <p:pic>
        <p:nvPicPr>
          <p:cNvPr id="253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" name="TextBox 1"/>
          <p:cNvSpPr txBox="1"/>
          <p:nvPr/>
        </p:nvSpPr>
        <p:spPr>
          <a:xfrm>
            <a:off x="547744" y="1143002"/>
            <a:ext cx="5318761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හෝසන්නා ගී මියුරු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ලත් මුවෙනා දරු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රජුට එ නන් ගරු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වා ගී මියුරු</a:t>
            </a:r>
          </a:p>
        </p:txBody>
      </p:sp>
      <p:sp>
        <p:nvSpPr>
          <p:cNvPr id="2540" name="TextBox 2"/>
          <p:cNvSpPr txBox="1"/>
          <p:nvPr/>
        </p:nvSpPr>
        <p:spPr>
          <a:xfrm>
            <a:off x="3252844" y="3581401"/>
            <a:ext cx="5464437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දෙත් ඔබට සුර සෙන්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හලෙලුයා වදන්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නොදන්නෝ ද නර සෙන්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පිළිරැව් ගී පසන්</a:t>
            </a:r>
          </a:p>
        </p:txBody>
      </p:sp>
      <p:pic>
        <p:nvPicPr>
          <p:cNvPr id="254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3" name="TextBox 1"/>
          <p:cNvSpPr txBox="1"/>
          <p:nvPr/>
        </p:nvSpPr>
        <p:spPr>
          <a:xfrm>
            <a:off x="547744" y="1143002"/>
            <a:ext cx="5318761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හෝසන්නා ගී මියුරු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ලත් මුවෙනා දරු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රජුට එ නන් ගරු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වා ගී මියුරු</a:t>
            </a:r>
          </a:p>
        </p:txBody>
      </p:sp>
      <p:sp>
        <p:nvSpPr>
          <p:cNvPr id="2544" name="TextBox 2"/>
          <p:cNvSpPr txBox="1"/>
          <p:nvPr/>
        </p:nvSpPr>
        <p:spPr>
          <a:xfrm>
            <a:off x="3252844" y="3581401"/>
            <a:ext cx="5464437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ආවෝ ද යුදෙව් දන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තල් අතු රැගෙන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එමු ද එලෙසින්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තුති ගී ගයමින්</a:t>
            </a:r>
          </a:p>
        </p:txBody>
      </p:sp>
      <p:pic>
        <p:nvPicPr>
          <p:cNvPr id="254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7" name="TextBox 1"/>
          <p:cNvSpPr txBox="1"/>
          <p:nvPr/>
        </p:nvSpPr>
        <p:spPr>
          <a:xfrm>
            <a:off x="547744" y="1143002"/>
            <a:ext cx="5318761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හෝසන්නා ගී මියුරු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ලත් මුවෙනා දරු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රජුට එ නන් ගරු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වා ගී මියුරු</a:t>
            </a:r>
          </a:p>
        </p:txBody>
      </p:sp>
      <p:sp>
        <p:nvSpPr>
          <p:cNvPr id="2548" name="TextBox 2"/>
          <p:cNvSpPr txBox="1"/>
          <p:nvPr/>
        </p:nvSpPr>
        <p:spPr>
          <a:xfrm>
            <a:off x="3252844" y="3581401"/>
            <a:ext cx="5464437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 මග පෙරින්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වත් අතුලෝ බැතින්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පත් හිමිට දැන්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යුත් ම යි බෝ ගරුමන්</a:t>
            </a:r>
          </a:p>
        </p:txBody>
      </p:sp>
      <p:pic>
        <p:nvPicPr>
          <p:cNvPr id="254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1" name="TextBox 1"/>
          <p:cNvSpPr txBox="1"/>
          <p:nvPr/>
        </p:nvSpPr>
        <p:spPr>
          <a:xfrm>
            <a:off x="547744" y="1143002"/>
            <a:ext cx="5318761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හෝසන්නා ගී මියුරු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ලත් මුවෙනා දරු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රජුට එ නන් ගරු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වා ගී මියුරු</a:t>
            </a:r>
          </a:p>
        </p:txBody>
      </p:sp>
      <p:sp>
        <p:nvSpPr>
          <p:cNvPr id="2552" name="TextBox 2"/>
          <p:cNvSpPr txBox="1"/>
          <p:nvPr/>
        </p:nvSpPr>
        <p:spPr>
          <a:xfrm>
            <a:off x="3252844" y="3581401"/>
            <a:ext cx="5464437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ඔවුන් ගැයූ හෝසන්නා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පිළිගත් ලෙසිනා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පිලිගත මනා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ගී ගායනා </a:t>
            </a:r>
          </a:p>
        </p:txBody>
      </p:sp>
      <p:pic>
        <p:nvPicPr>
          <p:cNvPr id="255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5" name="TextBox 1"/>
          <p:cNvSpPr txBox="1"/>
          <p:nvPr/>
        </p:nvSpPr>
        <p:spPr>
          <a:xfrm>
            <a:off x="502919" y="281602"/>
            <a:ext cx="1127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143</a:t>
            </a:r>
          </a:p>
        </p:txBody>
      </p:sp>
      <p:sp>
        <p:nvSpPr>
          <p:cNvPr id="2556" name="TextBox 2"/>
          <p:cNvSpPr txBox="1"/>
          <p:nvPr/>
        </p:nvSpPr>
        <p:spPr>
          <a:xfrm>
            <a:off x="547744" y="1143002"/>
            <a:ext cx="5318761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අහෝ සමිදු කුරුසේ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නිසා මළේ 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සිරස නමා තොසේ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පුජාවක් වුණේ ද</a:t>
            </a:r>
          </a:p>
        </p:txBody>
      </p:sp>
      <p:sp>
        <p:nvSpPr>
          <p:cNvPr id="2557" name="TextBox 3"/>
          <p:cNvSpPr txBox="1"/>
          <p:nvPr/>
        </p:nvSpPr>
        <p:spPr>
          <a:xfrm>
            <a:off x="4312920" y="4038601"/>
            <a:ext cx="5464436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පේමවන්ත හිමි සද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පිළිගනු මෙමා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සිහසුන පිට දී ද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සිහි කරන් මෙමා</a:t>
            </a:r>
          </a:p>
        </p:txBody>
      </p:sp>
      <p:pic>
        <p:nvPicPr>
          <p:cNvPr id="255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" name="TextBox 1"/>
          <p:cNvSpPr txBox="1"/>
          <p:nvPr/>
        </p:nvSpPr>
        <p:spPr>
          <a:xfrm>
            <a:off x="547744" y="1143002"/>
            <a:ext cx="5318761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අපරාද නිසා 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ගසේ එල්ලී ඉන්නේ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විස්මපත් දයා පෙම් කද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නැද්ද අඩු වන්නේ</a:t>
            </a:r>
          </a:p>
        </p:txBody>
      </p:sp>
      <p:sp>
        <p:nvSpPr>
          <p:cNvPr id="2561" name="TextBox 2"/>
          <p:cNvSpPr txBox="1"/>
          <p:nvPr/>
        </p:nvSpPr>
        <p:spPr>
          <a:xfrm>
            <a:off x="4312920" y="4038601"/>
            <a:ext cx="5464436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පේමවන්ත හිමි සද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පිළිගනු මෙමා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සිහසුන පිට දී ද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සිහි කරන් මෙමා</a:t>
            </a:r>
          </a:p>
        </p:txBody>
      </p:sp>
      <p:pic>
        <p:nvPicPr>
          <p:cNvPr id="256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4" name="TextBox 1"/>
          <p:cNvSpPr txBox="1"/>
          <p:nvPr/>
        </p:nvSpPr>
        <p:spPr>
          <a:xfrm>
            <a:off x="547744" y="1143002"/>
            <a:ext cx="5318761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හිරු ගියේ අදුරට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එහි තේජස් නසා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දිවි පිදු විට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පවිටු මා නිසා</a:t>
            </a:r>
          </a:p>
        </p:txBody>
      </p:sp>
      <p:sp>
        <p:nvSpPr>
          <p:cNvPr id="2565" name="TextBox 2"/>
          <p:cNvSpPr txBox="1"/>
          <p:nvPr/>
        </p:nvSpPr>
        <p:spPr>
          <a:xfrm>
            <a:off x="4312920" y="4038601"/>
            <a:ext cx="5464436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පේමවන්ත හිමි සද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පිළිගනු මෙමා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සිහසුන පිට දී ද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සිහි කරන් මෙමා</a:t>
            </a:r>
          </a:p>
        </p:txBody>
      </p:sp>
      <p:pic>
        <p:nvPicPr>
          <p:cNvPr id="256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8" name="TextBox 1"/>
          <p:cNvSpPr txBox="1"/>
          <p:nvPr/>
        </p:nvSpPr>
        <p:spPr>
          <a:xfrm>
            <a:off x="547744" y="1143002"/>
            <a:ext cx="5318761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මුහුණ ද හිරු මෙන්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වසා ගනිමි අද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කුරුසේ දුටුවොතින්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පැලෙයි මගේ හද</a:t>
            </a:r>
          </a:p>
        </p:txBody>
      </p:sp>
      <p:sp>
        <p:nvSpPr>
          <p:cNvPr id="2569" name="TextBox 2"/>
          <p:cNvSpPr txBox="1"/>
          <p:nvPr/>
        </p:nvSpPr>
        <p:spPr>
          <a:xfrm>
            <a:off x="4312920" y="4038601"/>
            <a:ext cx="5464436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පේමවන්ත හිමි සද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පිළිගනු මෙමා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සිහසුන පිට දී ද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සිහි කරන් මෙමා</a:t>
            </a:r>
          </a:p>
        </p:txBody>
      </p:sp>
      <p:pic>
        <p:nvPicPr>
          <p:cNvPr id="257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2" name="TextBox 1"/>
          <p:cNvSpPr txBox="1"/>
          <p:nvPr/>
        </p:nvSpPr>
        <p:spPr>
          <a:xfrm>
            <a:off x="547744" y="1143002"/>
            <a:ext cx="5318761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කදුළෙන් බැරි වෙයි දනිම්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ගෙවන්ට මා ණය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මෙන්න සමිදුනේ මේ මම්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බාර ය</a:t>
            </a:r>
          </a:p>
        </p:txBody>
      </p:sp>
      <p:sp>
        <p:nvSpPr>
          <p:cNvPr id="2573" name="TextBox 2"/>
          <p:cNvSpPr txBox="1"/>
          <p:nvPr/>
        </p:nvSpPr>
        <p:spPr>
          <a:xfrm>
            <a:off x="4312920" y="4038601"/>
            <a:ext cx="5464436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පේමවන්ත හිමි සද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පිළිගනු මෙමා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සිහසුන පිට දී ද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සිහි කරන් මෙමා</a:t>
            </a:r>
          </a:p>
        </p:txBody>
      </p:sp>
      <p:pic>
        <p:nvPicPr>
          <p:cNvPr id="257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6" name="TextBox 1"/>
          <p:cNvSpPr txBox="1"/>
          <p:nvPr/>
        </p:nvSpPr>
        <p:spPr>
          <a:xfrm>
            <a:off x="502919" y="281602"/>
            <a:ext cx="1127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144</a:t>
            </a:r>
          </a:p>
        </p:txBody>
      </p:sp>
      <p:sp>
        <p:nvSpPr>
          <p:cNvPr id="2577" name="TextBox 2"/>
          <p:cNvSpPr txBox="1"/>
          <p:nvPr/>
        </p:nvSpPr>
        <p:spPr>
          <a:xfrm>
            <a:off x="547744" y="928671"/>
            <a:ext cx="5318761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එව් දැන් සමිදු වෙතට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සමග දුක් වන මෙන්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ව දුක් වෙමු මේ විට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නසියි කුරුසේ දැන්</a:t>
            </a:r>
          </a:p>
        </p:txBody>
      </p:sp>
      <p:sp>
        <p:nvSpPr>
          <p:cNvPr id="2578" name="TextBox 3"/>
          <p:cNvSpPr txBox="1"/>
          <p:nvPr/>
        </p:nvSpPr>
        <p:spPr>
          <a:xfrm>
            <a:off x="3474680" y="3857630"/>
            <a:ext cx="5409319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යුදෙව්වන්ගේ ගැරහුම් 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නින්දා ද රුදු හේවායන්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දැක නාඩා හිදිමු 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නසියි කුරුසේ දැන්</a:t>
            </a:r>
          </a:p>
        </p:txBody>
      </p:sp>
      <p:pic>
        <p:nvPicPr>
          <p:cNvPr id="257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1" name="TextBox 1"/>
          <p:cNvSpPr txBox="1"/>
          <p:nvPr/>
        </p:nvSpPr>
        <p:spPr>
          <a:xfrm>
            <a:off x="547744" y="928671"/>
            <a:ext cx="5318761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කීවේ පෙම් වදන් සත් වරක්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සන්සුන් ව සිටි තුන් පැයක්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නිසා අයැදියේ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නසියි කුරුසේ දැන්</a:t>
            </a:r>
          </a:p>
        </p:txBody>
      </p:sp>
      <p:sp>
        <p:nvSpPr>
          <p:cNvPr id="2582" name="TextBox 2"/>
          <p:cNvSpPr txBox="1"/>
          <p:nvPr/>
        </p:nvSpPr>
        <p:spPr>
          <a:xfrm>
            <a:off x="3474680" y="3857630"/>
            <a:ext cx="5409319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පා මුලට එව්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ඇලෙන් ගැලු ලෙයින්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සේදී යයි අප සැම පව්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නසියි කුරුසේ දැන්</a:t>
            </a:r>
          </a:p>
        </p:txBody>
      </p:sp>
      <p:pic>
        <p:nvPicPr>
          <p:cNvPr id="258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5" name="TextBox 1"/>
          <p:cNvSpPr txBox="1"/>
          <p:nvPr/>
        </p:nvSpPr>
        <p:spPr>
          <a:xfrm>
            <a:off x="547744" y="928671"/>
            <a:ext cx="5318761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බලව් සොවින් තැවී අද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සිදු වු දේ අප පවින්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අනේ බලව් දෙන වද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නසියි කුරුසේ දැන්</a:t>
            </a:r>
          </a:p>
        </p:txBody>
      </p:sp>
      <p:sp>
        <p:nvSpPr>
          <p:cNvPr id="2586" name="TextBox 2"/>
          <p:cNvSpPr txBox="1"/>
          <p:nvPr/>
        </p:nvSpPr>
        <p:spPr>
          <a:xfrm>
            <a:off x="3474680" y="3857630"/>
            <a:ext cx="5409319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අහෝ දෙවිදු පෙම් කද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බලේ හා වැද සටන්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ජය ගත්තේ මෙම ලෙද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නසියි කුරුසේ දැන්</a:t>
            </a:r>
          </a:p>
        </p:txBody>
      </p:sp>
      <p:pic>
        <p:nvPicPr>
          <p:cNvPr id="258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9" name="TextBox 1"/>
          <p:cNvSpPr txBox="1"/>
          <p:nvPr/>
        </p:nvSpPr>
        <p:spPr>
          <a:xfrm>
            <a:off x="350519" y="304802"/>
            <a:ext cx="12039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145</a:t>
            </a:r>
          </a:p>
        </p:txBody>
      </p:sp>
      <p:sp>
        <p:nvSpPr>
          <p:cNvPr id="2590" name="TextBox 2"/>
          <p:cNvSpPr txBox="1"/>
          <p:nvPr/>
        </p:nvSpPr>
        <p:spPr>
          <a:xfrm>
            <a:off x="807719" y="12191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දැනෙන මිනිසෙක් </a:t>
            </a:r>
            <a:r>
              <a:t>!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අහෝ පුදුම නමක් </a:t>
            </a:r>
            <a:r>
              <a:t>!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කළ දේ නොකිය හැක්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පුදුම මිදුම්කරු</a:t>
            </a:r>
          </a:p>
        </p:txBody>
      </p:sp>
      <p:sp>
        <p:nvSpPr>
          <p:cNvPr id="2591" name="TextBox 3"/>
          <p:cNvSpPr txBox="1"/>
          <p:nvPr/>
        </p:nvSpPr>
        <p:spPr>
          <a:xfrm>
            <a:off x="807719" y="3962399"/>
            <a:ext cx="7376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වින්දේ නිගා ගැරහුම්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එල්ලී කුරුසේ බිරම්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සිටියේ මා වෙනුවෙන්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පුදුම මිදුම්කරු</a:t>
            </a:r>
          </a:p>
        </p:txBody>
      </p:sp>
      <p:pic>
        <p:nvPicPr>
          <p:cNvPr id="259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4" name="TextBox 1"/>
          <p:cNvSpPr txBox="1"/>
          <p:nvPr/>
        </p:nvSpPr>
        <p:spPr>
          <a:xfrm>
            <a:off x="807719" y="12191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පවිටු අප නිසා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පිදි ලෙය දමිටු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විමුක්තිය සලසා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පුදුම මිදුම්කරු</a:t>
            </a:r>
          </a:p>
        </p:txBody>
      </p:sp>
      <p:sp>
        <p:nvSpPr>
          <p:cNvPr id="2595" name="TextBox 2"/>
          <p:cNvSpPr txBox="1"/>
          <p:nvPr/>
        </p:nvSpPr>
        <p:spPr>
          <a:xfrm>
            <a:off x="807719" y="3962399"/>
            <a:ext cx="7376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නිමයි හඩක් කුරුසෙන්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නික්මෙයි දෙව පුත් හිමිගෙන්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සිටියි සගේ උසස් තැන්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පුදුම මිදුම්කරු</a:t>
            </a:r>
          </a:p>
        </p:txBody>
      </p:sp>
      <p:pic>
        <p:nvPicPr>
          <p:cNvPr id="259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8" name="TextBox 1"/>
          <p:cNvSpPr txBox="1"/>
          <p:nvPr/>
        </p:nvSpPr>
        <p:spPr>
          <a:xfrm>
            <a:off x="807719" y="12191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මහිමැත් සමිදුන්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රැස් කරන්ට තම සෙන්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 ගී දෙමි තොසින්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පුදුම මිදුම්කරු</a:t>
            </a:r>
          </a:p>
        </p:txBody>
      </p:sp>
      <p:pic>
        <p:nvPicPr>
          <p:cNvPr id="259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1" name="Rectangle 1"/>
          <p:cNvSpPr txBox="1"/>
          <p:nvPr/>
        </p:nvSpPr>
        <p:spPr>
          <a:xfrm>
            <a:off x="274319" y="3048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146</a:t>
            </a:r>
          </a:p>
        </p:txBody>
      </p:sp>
      <p:sp>
        <p:nvSpPr>
          <p:cNvPr id="2602" name="Rectangle 2"/>
          <p:cNvSpPr txBox="1"/>
          <p:nvPr/>
        </p:nvSpPr>
        <p:spPr>
          <a:xfrm>
            <a:off x="1188719" y="861089"/>
            <a:ext cx="6614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තෙදවන් කුමරු මළ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බලන කල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ගරුමන් ලොව සියල්ල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සලකම් ලෙස නිස්පල</a:t>
            </a:r>
          </a:p>
        </p:txBody>
      </p:sp>
      <p:sp>
        <p:nvSpPr>
          <p:cNvPr id="2603" name="Rectangle 3"/>
          <p:cNvSpPr txBox="1"/>
          <p:nvPr/>
        </p:nvSpPr>
        <p:spPr>
          <a:xfrm>
            <a:off x="1207769" y="3657599"/>
            <a:ext cx="674751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ගනිම් මම් ගරු සිතක්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කුරුසිය ගැන මිසක්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සැම සැප සම්පත්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පුදම් බැතියෙන් ඉමහත්</a:t>
            </a:r>
          </a:p>
        </p:txBody>
      </p:sp>
      <p:pic>
        <p:nvPicPr>
          <p:cNvPr id="260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6" name="Rectangle 1"/>
          <p:cNvSpPr txBox="1"/>
          <p:nvPr/>
        </p:nvSpPr>
        <p:spPr>
          <a:xfrm>
            <a:off x="1036319" y="609599"/>
            <a:ext cx="6461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බලව් ඒ අත් පා හිසින්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ආදරේ මහත් දැක්වෙන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එවැනි පෙම් හා දුක් කඳ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දුටුවෝ ද කිසි දින</a:t>
            </a:r>
          </a:p>
        </p:txBody>
      </p:sp>
      <p:sp>
        <p:nvSpPr>
          <p:cNvPr id="2607" name="Rectangle 2"/>
          <p:cNvSpPr txBox="1"/>
          <p:nvPr/>
        </p:nvSpPr>
        <p:spPr>
          <a:xfrm>
            <a:off x="1036319" y="3428999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දුකක් විඳි මෙ සම 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ඇසූ ද උපතේ පටන්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සෙනෙහසක් මෙ සිරි 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ඇසුවෝ ද සවනකින්</a:t>
            </a:r>
          </a:p>
        </p:txBody>
      </p:sp>
      <p:pic>
        <p:nvPicPr>
          <p:cNvPr id="260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0" name="Rectangle 1"/>
          <p:cNvSpPr txBox="1"/>
          <p:nvPr/>
        </p:nvSpPr>
        <p:spPr>
          <a:xfrm>
            <a:off x="1112519" y="914399"/>
            <a:ext cx="6385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මුළු ලොව මගේ වුවත්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පුදනට මදි එයත්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අයුරු ආදරයක්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දිනත් ද ලෝ සැම සත්</a:t>
            </a:r>
          </a:p>
        </p:txBody>
      </p:sp>
      <p:pic>
        <p:nvPicPr>
          <p:cNvPr id="261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3" name="TextBox 3"/>
          <p:cNvSpPr txBox="1"/>
          <p:nvPr/>
        </p:nvSpPr>
        <p:spPr>
          <a:xfrm>
            <a:off x="350519" y="304802"/>
            <a:ext cx="1508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147</a:t>
            </a:r>
          </a:p>
        </p:txBody>
      </p:sp>
      <p:sp>
        <p:nvSpPr>
          <p:cNvPr id="2614" name="TextBox 4"/>
          <p:cNvSpPr txBox="1"/>
          <p:nvPr/>
        </p:nvSpPr>
        <p:spPr>
          <a:xfrm>
            <a:off x="883919" y="1905001"/>
            <a:ext cx="7452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විස්මය ගෙන දෙන කුරුසිය මත 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 බල මහිමැති කුමරා නැසුණේ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නෙත් දෙක යොමු වුණ විට ඒ දෙස මා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ආදරේ ඉහිරෙන මුහුණක් පෙනුණා</a:t>
            </a:r>
          </a:p>
        </p:txBody>
      </p:sp>
      <p:pic>
        <p:nvPicPr>
          <p:cNvPr id="2615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7" name="TextBox 1"/>
          <p:cNvSpPr txBox="1"/>
          <p:nvPr/>
        </p:nvSpPr>
        <p:spPr>
          <a:xfrm>
            <a:off x="883919" y="1905001"/>
            <a:ext cx="7452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නැත මට පැතුමක් කුරුසිය හැර වෙන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ගත සිත හැම දෑ මා හිමි සතු වුණ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ඇති තුරු මම පතුරම් එහි ගුණ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කිතු රජ මා සිත සිහසුන වැජ</a:t>
            </a:r>
            <a:r>
              <a:rPr>
                <a:latin typeface="0KDSAMAN"/>
                <a:ea typeface="0KDSAMAN"/>
                <a:cs typeface="0KDSAMAN"/>
                <a:sym typeface="0KDSAMAN"/>
              </a:rPr>
              <a:t>fU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</a:t>
            </a:r>
          </a:p>
        </p:txBody>
      </p:sp>
      <p:pic>
        <p:nvPicPr>
          <p:cNvPr id="261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0" name="TextBox 1"/>
          <p:cNvSpPr txBox="1"/>
          <p:nvPr/>
        </p:nvSpPr>
        <p:spPr>
          <a:xfrm>
            <a:off x="883919" y="1905001"/>
            <a:ext cx="7452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 බල හිමි තුල තුබු අදරට සම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අදරක් දුටුව ද ලොව අන් කිසි තැන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මත හිමි දිවි පිදු හැටි දැක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හැකි දෝ වෑවෙනු ආදර නො ම කොට</a:t>
            </a:r>
          </a:p>
        </p:txBody>
      </p:sp>
      <p:pic>
        <p:nvPicPr>
          <p:cNvPr id="262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3" name="TextBox 1"/>
          <p:cNvSpPr txBox="1"/>
          <p:nvPr/>
        </p:nvSpPr>
        <p:spPr>
          <a:xfrm>
            <a:off x="883919" y="1905001"/>
            <a:ext cx="7452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සමිදුගේ අදරට සරි ලන විලසින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පුදනට මා අත සම්පත නොම වන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පණ ආදර මා සතු හැම දැය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පුදනෙම් සතු වෙමි මා මිදු කිතු හිමි</a:t>
            </a:r>
          </a:p>
        </p:txBody>
      </p:sp>
      <p:pic>
        <p:nvPicPr>
          <p:cNvPr id="262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6" name="Rectangle 1"/>
          <p:cNvSpPr txBox="1"/>
          <p:nvPr/>
        </p:nvSpPr>
        <p:spPr>
          <a:xfrm>
            <a:off x="350519" y="304802"/>
            <a:ext cx="12801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148</a:t>
            </a:r>
          </a:p>
        </p:txBody>
      </p:sp>
      <p:sp>
        <p:nvSpPr>
          <p:cNvPr id="2627" name="Rectangle 2"/>
          <p:cNvSpPr txBox="1"/>
          <p:nvPr/>
        </p:nvSpPr>
        <p:spPr>
          <a:xfrm>
            <a:off x="1264919" y="1219202"/>
            <a:ext cx="44805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තුමන් කුරුසේ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සිටිමි පා මුල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වියළි රටක් මැද දීත්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වෙයි සැනසුම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කාන්තාර පෙදෙසක මුත්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සරු බිම් වෙයි එය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ලැබේ සැපැති සෙවනක්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දවහල් රස්නයෙන්</a:t>
            </a:r>
          </a:p>
        </p:txBody>
      </p:sp>
      <p:pic>
        <p:nvPicPr>
          <p:cNvPr id="262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0" name="Rectangle 1"/>
          <p:cNvSpPr txBox="1"/>
          <p:nvPr/>
        </p:nvSpPr>
        <p:spPr>
          <a:xfrm>
            <a:off x="1417319" y="990602"/>
            <a:ext cx="44805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කුරුසේ දෙස මම්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දෙනෙත් යොමු කරම්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පිදෙන එහි මා නිසා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කෙනෙකු මම් දකිම්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කල විමුත් හිමිගේ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ප්‍රේමය දකින්නෙම්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නොවටිනාකම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මම් වටහා ගනිම්</a:t>
            </a:r>
          </a:p>
        </p:txBody>
      </p:sp>
      <p:pic>
        <p:nvPicPr>
          <p:cNvPr id="263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3" name="Rectangle 1"/>
          <p:cNvSpPr txBox="1"/>
          <p:nvPr/>
        </p:nvSpPr>
        <p:spPr>
          <a:xfrm>
            <a:off x="1188719" y="914402"/>
            <a:ext cx="56235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නිතින් නවතිමි මම්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කුරුසි සෙවණේ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ඕනෑ නො වේ අන් පිහිටක්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පාපී මට අනේ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ලජ්ජා ඇතත් මා ගැන 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සිහි ව පව් මගේ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කුරුසිය වෙයි මා ගීය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සියල්ල සියල්ලේ</a:t>
            </a:r>
          </a:p>
        </p:txBody>
      </p:sp>
      <p:pic>
        <p:nvPicPr>
          <p:cNvPr id="263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Rectangle 1"/>
          <p:cNvSpPr txBox="1"/>
          <p:nvPr/>
        </p:nvSpPr>
        <p:spPr>
          <a:xfrm>
            <a:off x="426719" y="304802"/>
            <a:ext cx="10515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149</a:t>
            </a:r>
          </a:p>
        </p:txBody>
      </p:sp>
      <p:sp>
        <p:nvSpPr>
          <p:cNvPr id="2637" name="Rectangle 2"/>
          <p:cNvSpPr txBox="1"/>
          <p:nvPr/>
        </p:nvSpPr>
        <p:spPr>
          <a:xfrm>
            <a:off x="1188719" y="1447799"/>
            <a:ext cx="44805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යම් දැන් ගෙත්සෙමනට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වෙමි දුක් පැයට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බලම් එහි කෙරෙන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පුදුම සටන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යම් එ තැනින් බලම්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දුක උගනිම්</a:t>
            </a:r>
          </a:p>
        </p:txBody>
      </p:sp>
      <p:pic>
        <p:nvPicPr>
          <p:cNvPr id="263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0" name="Rectangle 1"/>
          <p:cNvSpPr txBox="1"/>
          <p:nvPr/>
        </p:nvSpPr>
        <p:spPr>
          <a:xfrm>
            <a:off x="1188719" y="1066799"/>
            <a:ext cx="44805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යම් විනිස හලට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වෙම් ඒ පිරිසට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ජීවනයේ සමිඳු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පටලා අවනඩු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අපහස ගැරැහුම්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විඳින සැටි බලම්</a:t>
            </a:r>
          </a:p>
        </p:txBody>
      </p:sp>
      <p:pic>
        <p:nvPicPr>
          <p:cNvPr id="264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3" name="Rectangle 1"/>
          <p:cNvSpPr txBox="1"/>
          <p:nvPr/>
        </p:nvSpPr>
        <p:spPr>
          <a:xfrm>
            <a:off x="1264919" y="1142999"/>
            <a:ext cx="44805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යම් කල්වරියට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නෙත් යොමම් කුරුසෙට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උගනීම් දුක් වේදනා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විඳින්ට හිමි මෙනා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නසින්නටත් උගනිම්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නිම වී හඬක් ඇසෙයි</a:t>
            </a:r>
          </a:p>
        </p:txBody>
      </p:sp>
      <p:pic>
        <p:nvPicPr>
          <p:cNvPr id="264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6" name="Rectangle 1"/>
          <p:cNvSpPr txBox="1"/>
          <p:nvPr/>
        </p:nvSpPr>
        <p:spPr>
          <a:xfrm>
            <a:off x="1036319" y="1079479"/>
            <a:ext cx="67665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සමිඳුන් සිරුරැති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තැනට සැණෙන් යමි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කව්රු ද සමිඳුගේ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සිරුර ගෙන ගියේ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නැගිට්ටේ ක්‍රිස්තුස් ජයෙන්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හිස් වූ සොහොන බලම්</a:t>
            </a:r>
          </a:p>
        </p:txBody>
      </p:sp>
      <p:pic>
        <p:nvPicPr>
          <p:cNvPr id="264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9" name="Rectangle 1"/>
          <p:cNvSpPr txBox="1"/>
          <p:nvPr/>
        </p:nvSpPr>
        <p:spPr>
          <a:xfrm>
            <a:off x="426719" y="329626"/>
            <a:ext cx="8991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150</a:t>
            </a:r>
          </a:p>
        </p:txBody>
      </p:sp>
      <p:sp>
        <p:nvSpPr>
          <p:cNvPr id="2650" name="Rectangle 2"/>
          <p:cNvSpPr txBox="1"/>
          <p:nvPr/>
        </p:nvSpPr>
        <p:spPr>
          <a:xfrm>
            <a:off x="655319" y="1120675"/>
            <a:ext cx="5890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ඇණ වලින් දෙ අත් පා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සිදුරු කරද් දී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පියාණෙනි වෙන් කමා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නොදත්තෙන් වැරැදි</a:t>
            </a:r>
          </a:p>
        </p:txBody>
      </p:sp>
      <p:sp>
        <p:nvSpPr>
          <p:cNvPr id="2651" name="Rectangle 3"/>
          <p:cNvSpPr txBox="1"/>
          <p:nvPr/>
        </p:nvSpPr>
        <p:spPr>
          <a:xfrm>
            <a:off x="3874769" y="4190999"/>
            <a:ext cx="54330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කියමින් මිදුම්කරු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පිත් දෙව් මෙන් ප්‍රේමයෙන්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දයා පෙම දක්වමින්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යදින්නේ දෙවිඳුන්</a:t>
            </a:r>
          </a:p>
        </p:txBody>
      </p:sp>
      <p:pic>
        <p:nvPicPr>
          <p:cNvPr id="265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4" name="Rectangle 1"/>
          <p:cNvSpPr txBox="1"/>
          <p:nvPr/>
        </p:nvSpPr>
        <p:spPr>
          <a:xfrm>
            <a:off x="807719" y="685799"/>
            <a:ext cx="6537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උඩඟු දැඩි සිත්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නිසයි ඔබ මළේ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ගැසූ ඇණවලින්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කුරුසි පත් වුණේ</a:t>
            </a:r>
          </a:p>
        </p:txBody>
      </p:sp>
      <p:sp>
        <p:nvSpPr>
          <p:cNvPr id="2655" name="Rectangle 2"/>
          <p:cNvSpPr txBox="1"/>
          <p:nvPr/>
        </p:nvSpPr>
        <p:spPr>
          <a:xfrm>
            <a:off x="3779519" y="3733799"/>
            <a:ext cx="6690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දයා දුක් මා ගැන 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පෙම මා නිසා 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එහි සිටිවුන්ට මෙන්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මටත් කමා කරන්</a:t>
            </a:r>
          </a:p>
        </p:txBody>
      </p:sp>
      <p:pic>
        <p:nvPicPr>
          <p:cNvPr id="265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8" name="Rectangle 1"/>
          <p:cNvSpPr txBox="1"/>
          <p:nvPr/>
        </p:nvSpPr>
        <p:spPr>
          <a:xfrm>
            <a:off x="731519" y="533399"/>
            <a:ext cx="5394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හඬ බෝ විට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පැහැර හැරියෙම්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කමා වන් මට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නොදත්කමින් කෙළෙම්</a:t>
            </a:r>
          </a:p>
        </p:txBody>
      </p:sp>
      <p:sp>
        <p:nvSpPr>
          <p:cNvPr id="2659" name="Rectangle 2"/>
          <p:cNvSpPr txBox="1"/>
          <p:nvPr/>
        </p:nvSpPr>
        <p:spPr>
          <a:xfrm>
            <a:off x="3703319" y="3809999"/>
            <a:ext cx="5775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මෙත් ගුණ විසල් මෙ 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සැබෑ උතුම් දෙව් පෙම්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නොදැන හෙළා දක්නන්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සැමටත් දෙන් මිදුම්</a:t>
            </a:r>
          </a:p>
        </p:txBody>
      </p:sp>
      <p:pic>
        <p:nvPicPr>
          <p:cNvPr id="266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" name="Rectangle 1"/>
          <p:cNvSpPr txBox="1"/>
          <p:nvPr/>
        </p:nvSpPr>
        <p:spPr>
          <a:xfrm>
            <a:off x="426719" y="381002"/>
            <a:ext cx="1356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151</a:t>
            </a:r>
          </a:p>
        </p:txBody>
      </p:sp>
      <p:sp>
        <p:nvSpPr>
          <p:cNvPr id="2663" name="Rectangle 2"/>
          <p:cNvSpPr txBox="1"/>
          <p:nvPr/>
        </p:nvSpPr>
        <p:spPr>
          <a:xfrm>
            <a:off x="2788919" y="4153077"/>
            <a:ext cx="6537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රාජ තෙද කිසිත් නො පෙනේ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පැතුමක් නො දිස් වේ ඒ අඳුරෙන්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කටු ඔටුන්නක් හිස පිට 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විදහා තිබේ අත් ඇණවලින්</a:t>
            </a:r>
          </a:p>
        </p:txBody>
      </p:sp>
      <p:sp>
        <p:nvSpPr>
          <p:cNvPr id="2664" name="Rectangle 3"/>
          <p:cNvSpPr txBox="1"/>
          <p:nvPr/>
        </p:nvSpPr>
        <p:spPr>
          <a:xfrm>
            <a:off x="731519" y="1295399"/>
            <a:ext cx="6156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 ව එන කල්හි සාමිනි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සිහි පත් කරන් මා දයාවෙනි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නසින සොරා කියයි බියෙනි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තෙද දැක සැදැසිනි</a:t>
            </a:r>
          </a:p>
        </p:txBody>
      </p:sp>
      <p:pic>
        <p:nvPicPr>
          <p:cNvPr id="266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7" name="Rectangle 2"/>
          <p:cNvSpPr txBox="1"/>
          <p:nvPr/>
        </p:nvSpPr>
        <p:spPr>
          <a:xfrm>
            <a:off x="655319" y="533399"/>
            <a:ext cx="6918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අද ම මා හා සමගින්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සිටියි පාරාදෙස්හි සමි කියයි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සැදෑ සිත් පිනවන ඒ වදන්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මැදින් යනවුන්ට පැතුම් වෙයි</a:t>
            </a:r>
          </a:p>
        </p:txBody>
      </p:sp>
      <p:sp>
        <p:nvSpPr>
          <p:cNvPr id="2668" name="Rectangle 3"/>
          <p:cNvSpPr txBox="1"/>
          <p:nvPr/>
        </p:nvSpPr>
        <p:spPr>
          <a:xfrm>
            <a:off x="2865119" y="3809999"/>
            <a:ext cx="6690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නසින කල් මා යැදුම් අසන්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රජය සැදෑ නෙතින් දක්නෙමි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කුරුසියත් රුහිරත් දකිමින්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සිහි කරන් කියන්ට වරම්</a:t>
            </a:r>
          </a:p>
        </p:txBody>
      </p:sp>
      <p:pic>
        <p:nvPicPr>
          <p:cNvPr id="266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1" name="Rectangle 1"/>
          <p:cNvSpPr txBox="1"/>
          <p:nvPr/>
        </p:nvSpPr>
        <p:spPr>
          <a:xfrm>
            <a:off x="502919" y="520511"/>
            <a:ext cx="7680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සිහි කරන් එහෙත් නොවේ මා දොස්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ලෙයින් සේදිණි මා පව් රැස්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මළ බැවින් වෙම් මම් නිදොස්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ලෙය මිදී මා ඒ දවස්</a:t>
            </a:r>
          </a:p>
        </p:txBody>
      </p:sp>
      <p:sp>
        <p:nvSpPr>
          <p:cNvPr id="2672" name="Rectangle 2"/>
          <p:cNvSpPr txBox="1"/>
          <p:nvPr/>
        </p:nvSpPr>
        <p:spPr>
          <a:xfrm>
            <a:off x="3246119" y="3962399"/>
            <a:ext cx="7452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සිහිකරන් මා නාසින්ට මත්තෙන්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සැනසුම් වදන් මට පවසන්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සිතට ඔබ ගිවිසුම් දෙන්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 නුඹ පාරාදීසෙහි වන්</a:t>
            </a:r>
          </a:p>
        </p:txBody>
      </p:sp>
      <p:pic>
        <p:nvPicPr>
          <p:cNvPr id="267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5" name="Rectangle 1"/>
          <p:cNvSpPr txBox="1"/>
          <p:nvPr/>
        </p:nvSpPr>
        <p:spPr>
          <a:xfrm>
            <a:off x="435848" y="304802"/>
            <a:ext cx="818516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152</a:t>
            </a:r>
          </a:p>
        </p:txBody>
      </p:sp>
      <p:sp>
        <p:nvSpPr>
          <p:cNvPr id="2676" name="Rectangle 2"/>
          <p:cNvSpPr txBox="1"/>
          <p:nvPr/>
        </p:nvSpPr>
        <p:spPr>
          <a:xfrm>
            <a:off x="1036322" y="1282719"/>
            <a:ext cx="660503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ළඟ හඬමින්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නොමඳ දුකින් තැවෙමින්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සිටියා සමි මවුන්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 සතොසක් නොමැත්තෙන්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හද වැදි තද සොවින්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කඩුවෙන් ඇන්න ලෙසින්</a:t>
            </a:r>
          </a:p>
        </p:txBody>
      </p:sp>
      <p:pic>
        <p:nvPicPr>
          <p:cNvPr id="267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9" name="Rectangle 1"/>
          <p:cNvSpPr txBox="1"/>
          <p:nvPr/>
        </p:nvSpPr>
        <p:spPr>
          <a:xfrm>
            <a:off x="960119" y="1079479"/>
            <a:ext cx="67665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ඇයි අපමණ දුකින් සිත්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තැවෙන්නී මවු සිරිලත්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නිසා අදරැත් පුතුන්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දකිමින් පුත් සිය නෙතින්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ඇණ ගසා හුන්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සැණසේ ද කෙලෙසින්</a:t>
            </a:r>
          </a:p>
        </p:txBody>
      </p:sp>
      <p:pic>
        <p:nvPicPr>
          <p:cNvPr id="268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" name="Rectangle 1"/>
          <p:cNvSpPr txBox="1"/>
          <p:nvPr/>
        </p:nvSpPr>
        <p:spPr>
          <a:xfrm>
            <a:off x="960119" y="1079479"/>
            <a:ext cx="69189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සමිඳුන් මෑණියන්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 දැක තම නෙතින්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කවරෙක් නො හඬත් ද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හද පැළෙන ඒ සොවින්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පෙළෙන මවුන් බලමින්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කවරෙක් නො තැවෙත් ද</a:t>
            </a:r>
          </a:p>
        </p:txBody>
      </p:sp>
      <p:pic>
        <p:nvPicPr>
          <p:cNvPr id="268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5" name="Rectangle 1"/>
          <p:cNvSpPr txBox="1"/>
          <p:nvPr/>
        </p:nvSpPr>
        <p:spPr>
          <a:xfrm>
            <a:off x="960119" y="1142999"/>
            <a:ext cx="67665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සත් වෙනුවෙන් දැඩි දුක්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ලබමින් කස පහරත්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දැරූ කටු කිරුළත්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නින්දා පහස කුරුසේ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 හරිනු ලැබ මෙසේ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මව දුටු දුක් දරා</a:t>
            </a:r>
          </a:p>
        </p:txBody>
      </p:sp>
      <p:pic>
        <p:nvPicPr>
          <p:cNvPr id="268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8" name="Rectangle 1"/>
          <p:cNvSpPr txBox="1"/>
          <p:nvPr/>
        </p:nvSpPr>
        <p:spPr>
          <a:xfrm>
            <a:off x="883919" y="1066799"/>
            <a:ext cx="71475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මවුන් තුළ වූ බැතියෙන්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සිත ද සපුරන්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මිදුම්කරු ස්වාමිනි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පෙම් ඔබට අලුත් වී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උනන්දු සිතින් වඳින්ට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වරම් දෙනු මා හට</a:t>
            </a:r>
          </a:p>
        </p:txBody>
      </p:sp>
      <p:pic>
        <p:nvPicPr>
          <p:cNvPr id="268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1" name="Rectangle 1"/>
          <p:cNvSpPr txBox="1"/>
          <p:nvPr/>
        </p:nvSpPr>
        <p:spPr>
          <a:xfrm>
            <a:off x="426719" y="304802"/>
            <a:ext cx="975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153</a:t>
            </a:r>
          </a:p>
        </p:txBody>
      </p:sp>
      <p:sp>
        <p:nvSpPr>
          <p:cNvPr id="2692" name="Rectangle 2"/>
          <p:cNvSpPr txBox="1"/>
          <p:nvPr/>
        </p:nvSpPr>
        <p:spPr>
          <a:xfrm>
            <a:off x="655319" y="1295399"/>
            <a:ext cx="57759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කුරුසිය සිහසුන්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 ගත් රජුන් බලන්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අඳුරෙන් වැසී වත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මිරිකී දුකින් සිත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තනිව දුක් දරන්නේ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කිම් දැයි කවුරු දන්නේ </a:t>
            </a:r>
          </a:p>
        </p:txBody>
      </p:sp>
      <p:pic>
        <p:nvPicPr>
          <p:cNvPr id="269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5" name="Rectangle 2"/>
          <p:cNvSpPr txBox="1"/>
          <p:nvPr/>
        </p:nvSpPr>
        <p:spPr>
          <a:xfrm>
            <a:off x="655319" y="1295399"/>
            <a:ext cx="57759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තුන් පැයක් ඒ බිරම් 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 හා කර සටන්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මිනිසුන් පව් දරමින්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අදුරේ තනි ව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නියම මොහොත තෙක්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සිටියි මෙසපොව් උතුම්</a:t>
            </a:r>
          </a:p>
        </p:txBody>
      </p:sp>
      <p:pic>
        <p:nvPicPr>
          <p:cNvPr id="269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8" name="Rectangle 1"/>
          <p:cNvSpPr txBox="1"/>
          <p:nvPr/>
        </p:nvSpPr>
        <p:spPr>
          <a:xfrm>
            <a:off x="655319" y="1295399"/>
            <a:ext cx="57759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ඇසෙයි හඩක් බලවත්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විනිවිද යයි ගුවන්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අබිසෙස් ලත් එක 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පුත් විමසයි පිත් තුම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ඇයි මගේ දෙවියනේ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අත් ඇරියේ අනේ</a:t>
            </a:r>
          </a:p>
        </p:txBody>
      </p:sp>
      <p:pic>
        <p:nvPicPr>
          <p:cNvPr id="269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1" name="Rectangle 1"/>
          <p:cNvSpPr txBox="1"/>
          <p:nvPr/>
        </p:nvSpPr>
        <p:spPr>
          <a:xfrm>
            <a:off x="655319" y="1295399"/>
            <a:ext cx="57759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පාපී ම බියෙන් දුකින්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පෙළෙන වේදනාවෙන්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ඔබත් තනි වූ හෙයින්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මම් තනි නො වෙම් දනිම්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අදුරේ ඔබ ළගැත්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බැව් ඒ දුක් හඩ දන්වයි</a:t>
            </a:r>
          </a:p>
        </p:txBody>
      </p:sp>
      <p:pic>
        <p:nvPicPr>
          <p:cNvPr id="270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4" name="Rectangle 1"/>
          <p:cNvSpPr txBox="1"/>
          <p:nvPr/>
        </p:nvSpPr>
        <p:spPr>
          <a:xfrm>
            <a:off x="426719" y="304802"/>
            <a:ext cx="975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154</a:t>
            </a:r>
          </a:p>
        </p:txBody>
      </p:sp>
      <p:sp>
        <p:nvSpPr>
          <p:cNvPr id="2705" name="Rectangle 2"/>
          <p:cNvSpPr txBox="1"/>
          <p:nvPr/>
        </p:nvSpPr>
        <p:spPr>
          <a:xfrm>
            <a:off x="655319" y="1295399"/>
            <a:ext cx="5775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ගිරි මතින් ගීත රැවින්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හැලෙයි ගං හෝ දාස් ගණනින්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සැම හිමි සතු මුත්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කියයි පිපාසැත්තෙම්</a:t>
            </a:r>
          </a:p>
        </p:txBody>
      </p:sp>
      <p:sp>
        <p:nvSpPr>
          <p:cNvPr id="2706" name="Rectangle 3"/>
          <p:cNvSpPr txBox="1"/>
          <p:nvPr/>
        </p:nvSpPr>
        <p:spPr>
          <a:xfrm>
            <a:off x="3322319" y="4038599"/>
            <a:ext cx="5775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රණ බිමෙත් රෝගී ඇදෙත්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දැවෙන දුක් කෙදිරිල්ල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මිනිස් හඩ තුළිනුත්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රැව් දෙයි ලෝ මුළුල්ල</a:t>
            </a:r>
          </a:p>
        </p:txBody>
      </p:sp>
      <p:pic>
        <p:nvPicPr>
          <p:cNvPr id="270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9" name="Rectangle 1"/>
          <p:cNvSpPr txBox="1"/>
          <p:nvPr/>
        </p:nvSpPr>
        <p:spPr>
          <a:xfrm>
            <a:off x="655319" y="1295399"/>
            <a:ext cx="5775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එහෙත් පැන් පිපාසයට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වැඩි ආසාවක් හිමිට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තිබුණයි ආත්මවලට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ඉන් එකක් මාගේ වෙයි</a:t>
            </a:r>
          </a:p>
        </p:txBody>
      </p:sp>
      <p:sp>
        <p:nvSpPr>
          <p:cNvPr id="2710" name="Rectangle 2"/>
          <p:cNvSpPr txBox="1"/>
          <p:nvPr/>
        </p:nvSpPr>
        <p:spPr>
          <a:xfrm>
            <a:off x="3322319" y="4038599"/>
            <a:ext cx="5775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වියැලි තොල් මැලැවි වත්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නිසා පෙළෙයි පිපාසෙන්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පෙමැත් ඔබ ගැන මා සිත්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පිපාසයෙන් පෙළන්</a:t>
            </a:r>
          </a:p>
        </p:txBody>
      </p:sp>
      <p:pic>
        <p:nvPicPr>
          <p:cNvPr id="271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" name="Rectangle 1"/>
          <p:cNvSpPr txBox="1"/>
          <p:nvPr/>
        </p:nvSpPr>
        <p:spPr>
          <a:xfrm>
            <a:off x="426719" y="304802"/>
            <a:ext cx="975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155</a:t>
            </a:r>
          </a:p>
        </p:txBody>
      </p:sp>
      <p:sp>
        <p:nvSpPr>
          <p:cNvPr id="2714" name="Rectangle 2"/>
          <p:cNvSpPr txBox="1"/>
          <p:nvPr/>
        </p:nvSpPr>
        <p:spPr>
          <a:xfrm>
            <a:off x="655319" y="1295399"/>
            <a:ext cx="5775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පෙම් යුත් ජිවිතේ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ඉතින් තීන්දු විය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 සේවා දියතේ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එදා නිම විය</a:t>
            </a:r>
          </a:p>
        </p:txBody>
      </p:sp>
      <p:sp>
        <p:nvSpPr>
          <p:cNvPr id="2715" name="Rectangle 3"/>
          <p:cNvSpPr txBox="1"/>
          <p:nvPr/>
        </p:nvSpPr>
        <p:spPr>
          <a:xfrm>
            <a:off x="3589019" y="3863876"/>
            <a:ext cx="57759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 නොහැර කිසිත්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 දෙවි කී ලෙසින්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 වෙහෙසත් දුකත්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සපුරයි ඒ වදන්</a:t>
            </a:r>
          </a:p>
        </p:txBody>
      </p:sp>
      <p:pic>
        <p:nvPicPr>
          <p:cNvPr id="271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8" name="Rectangle 1"/>
          <p:cNvSpPr txBox="1"/>
          <p:nvPr/>
        </p:nvSpPr>
        <p:spPr>
          <a:xfrm>
            <a:off x="655319" y="1295399"/>
            <a:ext cx="5775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දුක් වේදනා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පෙමින් දැරී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මිනිස් සැම දුක් විපතින්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සිත් දැදුරු වී</a:t>
            </a:r>
          </a:p>
        </p:txBody>
      </p:sp>
      <p:sp>
        <p:nvSpPr>
          <p:cNvPr id="2719" name="Rectangle 2"/>
          <p:cNvSpPr txBox="1"/>
          <p:nvPr/>
        </p:nvSpPr>
        <p:spPr>
          <a:xfrm>
            <a:off x="3589019" y="3863876"/>
            <a:ext cx="57759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කටුයෙන් යුත් හිසත්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නිමල ආත්මයත්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පව් බර දැරුයේ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සුව සපුරන්ට යි</a:t>
            </a:r>
          </a:p>
        </p:txBody>
      </p:sp>
      <p:pic>
        <p:nvPicPr>
          <p:cNvPr id="272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2" name="Rectangle 1"/>
          <p:cNvSpPr txBox="1"/>
          <p:nvPr/>
        </p:nvSpPr>
        <p:spPr>
          <a:xfrm>
            <a:off x="655319" y="1295399"/>
            <a:ext cx="5775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නසයි පෙමින්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නසියි මා වෙනුවෙන්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විමුත් පිදුම ඔබ මැ 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මම ඇලෙමි බැතින්</a:t>
            </a:r>
          </a:p>
        </p:txBody>
      </p:sp>
      <p:sp>
        <p:nvSpPr>
          <p:cNvPr id="2723" name="Rectangle 2"/>
          <p:cNvSpPr txBox="1"/>
          <p:nvPr/>
        </p:nvSpPr>
        <p:spPr>
          <a:xfrm>
            <a:off x="3589019" y="3863876"/>
            <a:ext cx="57759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ඕනෑ සැම විට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විනිස දිනේ දීත්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සරණ මා හට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විමුත් අනුහසින්</a:t>
            </a:r>
          </a:p>
        </p:txBody>
      </p:sp>
      <p:pic>
        <p:nvPicPr>
          <p:cNvPr id="272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6" name="Rectangle 1"/>
          <p:cNvSpPr txBox="1"/>
          <p:nvPr/>
        </p:nvSpPr>
        <p:spPr>
          <a:xfrm>
            <a:off x="655319" y="1295399"/>
            <a:ext cx="5775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විමුත් පල ගන්වන්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තුළ බෝ ලෙසින්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නිත් ඔබට පෙම් වඩමින්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වසන්ට වරම් දෙන්</a:t>
            </a:r>
          </a:p>
        </p:txBody>
      </p:sp>
      <p:pic>
        <p:nvPicPr>
          <p:cNvPr id="272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9" name="Rectangle 1"/>
          <p:cNvSpPr txBox="1"/>
          <p:nvPr/>
        </p:nvSpPr>
        <p:spPr>
          <a:xfrm>
            <a:off x="426719" y="304802"/>
            <a:ext cx="975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156</a:t>
            </a:r>
          </a:p>
        </p:txBody>
      </p:sp>
      <p:sp>
        <p:nvSpPr>
          <p:cNvPr id="2730" name="Rectangle 2"/>
          <p:cNvSpPr txBox="1"/>
          <p:nvPr/>
        </p:nvSpPr>
        <p:spPr>
          <a:xfrm>
            <a:off x="426719" y="1044477"/>
            <a:ext cx="84429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පෙම්වත් හිමි පියවි සිහියෙන් දැන්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පියාණන්ට ආත්මය බාර දෙයි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සෙමෙන් සන්සුන් ලෙසින් හිස නැමෙමින්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වත හා සිත නිසල වෙයි</a:t>
            </a:r>
          </a:p>
        </p:txBody>
      </p:sp>
      <p:sp>
        <p:nvSpPr>
          <p:cNvPr id="2731" name="Rectangle 3"/>
          <p:cNvSpPr txBox="1"/>
          <p:nvPr/>
        </p:nvSpPr>
        <p:spPr>
          <a:xfrm>
            <a:off x="426719" y="3962401"/>
            <a:ext cx="84429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පණ පුදයි සිය කැමැත්තෙන්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පව් බර හැම දරමින්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එහෙත් සමිදුන් සපිරි ශාන්තියෙන්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තැබී ආත්මය අතැ පියාණන්</a:t>
            </a:r>
          </a:p>
        </p:txBody>
      </p:sp>
      <p:pic>
        <p:nvPicPr>
          <p:cNvPr id="273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" name="Rectangle 1"/>
          <p:cNvSpPr txBox="1"/>
          <p:nvPr/>
        </p:nvSpPr>
        <p:spPr>
          <a:xfrm>
            <a:off x="426719" y="1044477"/>
            <a:ext cx="84429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අදුර වැටි වටින් ලෙවි තොස් සිදී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මරු ළං වූ කල්හි මා සාමිනි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සාමදානය මට 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එළිය දෙන් මරණ පැයේ දී</a:t>
            </a:r>
          </a:p>
        </p:txBody>
      </p:sp>
      <p:sp>
        <p:nvSpPr>
          <p:cNvPr id="2735" name="Rectangle 2"/>
          <p:cNvSpPr txBox="1"/>
          <p:nvPr/>
        </p:nvSpPr>
        <p:spPr>
          <a:xfrm>
            <a:off x="426719" y="3962401"/>
            <a:ext cx="84429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නෙත් කුරුසේ වෙත හරවමින්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හිස ඔබ ළයේ තබමින්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අවසන් හුස්ම පිලිගන් ඔබ</a:t>
            </a:r>
            <a:r>
              <a:t>’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එකල්හි වේ මැ යි සදා සැනසුම්</a:t>
            </a:r>
          </a:p>
        </p:txBody>
      </p:sp>
      <p:pic>
        <p:nvPicPr>
          <p:cNvPr id="273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8" name="TextBox 1"/>
          <p:cNvSpPr txBox="1"/>
          <p:nvPr/>
        </p:nvSpPr>
        <p:spPr>
          <a:xfrm>
            <a:off x="426719" y="253426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157</a:t>
            </a:r>
          </a:p>
        </p:txBody>
      </p:sp>
      <p:sp>
        <p:nvSpPr>
          <p:cNvPr id="2739" name="TextBox 2"/>
          <p:cNvSpPr txBox="1"/>
          <p:nvPr/>
        </p:nvSpPr>
        <p:spPr>
          <a:xfrm>
            <a:off x="1618880" y="1066799"/>
            <a:ext cx="54711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 හිමි කුරුසිය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පසසම් නොනැවත්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එහි විස්ම මහිමය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පිරිහෙයි කිසි සේත්</a:t>
            </a:r>
          </a:p>
        </p:txBody>
      </p:sp>
      <p:sp>
        <p:nvSpPr>
          <p:cNvPr id="2740" name="TextBox 3"/>
          <p:cNvSpPr txBox="1"/>
          <p:nvPr/>
        </p:nvSpPr>
        <p:spPr>
          <a:xfrm>
            <a:off x="4160519" y="3711476"/>
            <a:ext cx="49377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කරදර හා දුක් බිය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ආවත් පැතුම් සුන් වුවත්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මා අත්නාරී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දෙයි සාමයත් ප්‍රීතියත්</a:t>
            </a:r>
          </a:p>
        </p:txBody>
      </p:sp>
      <p:pic>
        <p:nvPicPr>
          <p:cNvPr id="274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3" name="TextBox 1"/>
          <p:cNvSpPr txBox="1"/>
          <p:nvPr/>
        </p:nvSpPr>
        <p:spPr>
          <a:xfrm>
            <a:off x="1645919" y="1066799"/>
            <a:ext cx="5471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සිරි හිරු කැලුම්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පෙමින් දල්වත් 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කුරුසියේ ආලෝකයෙන්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දිවි මං වඩා දිලෙයි</a:t>
            </a:r>
          </a:p>
        </p:txBody>
      </p:sp>
      <p:sp>
        <p:nvSpPr>
          <p:cNvPr id="2744" name="TextBox 2"/>
          <p:cNvSpPr txBox="1"/>
          <p:nvPr/>
        </p:nvSpPr>
        <p:spPr>
          <a:xfrm>
            <a:off x="3931919" y="3711476"/>
            <a:ext cx="51663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සැප සොම්නස හා දුක් සැම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සංස්කාර වෙයි කුරුසෙන්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සමාදානය නොමින් 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වැගිරෙයි සදා එයින්</a:t>
            </a:r>
          </a:p>
        </p:txBody>
      </p:sp>
      <p:pic>
        <p:nvPicPr>
          <p:cNvPr id="274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7" name="TextBox 1"/>
          <p:cNvSpPr txBox="1"/>
          <p:nvPr/>
        </p:nvSpPr>
        <p:spPr>
          <a:xfrm>
            <a:off x="426719" y="253426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158</a:t>
            </a:r>
          </a:p>
        </p:txBody>
      </p:sp>
      <p:sp>
        <p:nvSpPr>
          <p:cNvPr id="2748" name="TextBox 2"/>
          <p:cNvSpPr txBox="1"/>
          <p:nvPr/>
        </p:nvSpPr>
        <p:spPr>
          <a:xfrm>
            <a:off x="1645919" y="583912"/>
            <a:ext cx="62331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හලෙලුයා පැසසුම් සමිදුට වේ 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හලෙලුයා සතතින් ම එසේ වේ වා</a:t>
            </a:r>
          </a:p>
        </p:txBody>
      </p:sp>
      <p:sp>
        <p:nvSpPr>
          <p:cNvPr id="2749" name="TextBox 3"/>
          <p:cNvSpPr txBox="1"/>
          <p:nvPr/>
        </p:nvSpPr>
        <p:spPr>
          <a:xfrm>
            <a:off x="198119" y="2438401"/>
            <a:ext cx="8747762" cy="4211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ස්වාමි පරදා යකු ඔද බින්දා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 ස්වාමි නැගුණා  සොහොනින් ඉරිදා</a:t>
            </a:r>
          </a:p>
          <a:p>
            <a:pPr algn="ctr">
              <a:defRPr sz="1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 තුමා කී සේ ම නැගිටිණි තුන් වෙනි දා සොහොනින්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මුර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කාර සැමා සිටිනා විට නො නිදා සමිදු සොහොන රකිමින්</a:t>
            </a:r>
          </a:p>
        </p:txBody>
      </p:sp>
      <p:pic>
        <p:nvPicPr>
          <p:cNvPr id="275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2" name="TextBox 1"/>
          <p:cNvSpPr txBox="1"/>
          <p:nvPr/>
        </p:nvSpPr>
        <p:spPr>
          <a:xfrm>
            <a:off x="1645919" y="583912"/>
            <a:ext cx="62331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හලෙලුයා පැසසුම් සමිදුට වේ 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හලෙලුයා සතතින් ම එසේ වේ වා</a:t>
            </a:r>
          </a:p>
        </p:txBody>
      </p:sp>
      <p:sp>
        <p:nvSpPr>
          <p:cNvPr id="2753" name="TextBox 2"/>
          <p:cNvSpPr txBox="1"/>
          <p:nvPr/>
        </p:nvSpPr>
        <p:spPr>
          <a:xfrm>
            <a:off x="198119" y="2438399"/>
            <a:ext cx="8747762" cy="4211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සුර ලෝකෙන් නැත කීප දෙනෙක් ආවෝ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මැරුණාවුන් ලෙස වූ හ මුරකරුවෝ</a:t>
            </a:r>
          </a:p>
          <a:p>
            <a:pPr algn="ctr">
              <a:defRPr sz="1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පත්තු වෙලා යට ගින්න හිතේ දුටු විගස දුත දෙදෙනා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සිට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ගත්තු බියෙන් වෙවුලන්ට මුරේ සිටි දක්ස රෝම සේනා</a:t>
            </a:r>
          </a:p>
        </p:txBody>
      </p:sp>
      <p:pic>
        <p:nvPicPr>
          <p:cNvPr id="275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6" name="TextBox 1"/>
          <p:cNvSpPr txBox="1"/>
          <p:nvPr/>
        </p:nvSpPr>
        <p:spPr>
          <a:xfrm>
            <a:off x="1645919" y="583912"/>
            <a:ext cx="62331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හලෙලුයා පැසසුම් සමිදුට වේ 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හලෙලුයා සතතින් ම එසේ වේ වා</a:t>
            </a:r>
          </a:p>
        </p:txBody>
      </p:sp>
      <p:sp>
        <p:nvSpPr>
          <p:cNvPr id="2757" name="TextBox 2"/>
          <p:cNvSpPr txBox="1"/>
          <p:nvPr/>
        </p:nvSpPr>
        <p:spPr>
          <a:xfrm>
            <a:off x="198119" y="2438399"/>
            <a:ext cx="87477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මුරකරුන් තිර ඇත්ත ම දැන් පවසම්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බොරුකරුන් වේ නින්ද ගියයි නො කියව්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නින්ද ගියේ නම් කිමි ද වුයේ කෙලෙසින් ද දැන ගත්තේ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බොරු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බන්ද නො සාදනු නින්දා මිසක් ඉන් කිමි ද පල ලත්තේ</a:t>
            </a:r>
          </a:p>
        </p:txBody>
      </p:sp>
      <p:pic>
        <p:nvPicPr>
          <p:cNvPr id="275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0" name="Rectangle 1"/>
          <p:cNvSpPr txBox="1"/>
          <p:nvPr/>
        </p:nvSpPr>
        <p:spPr>
          <a:xfrm>
            <a:off x="426719" y="304802"/>
            <a:ext cx="975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159</a:t>
            </a:r>
          </a:p>
        </p:txBody>
      </p:sp>
      <p:sp>
        <p:nvSpPr>
          <p:cNvPr id="2761" name="Rectangle 2"/>
          <p:cNvSpPr txBox="1"/>
          <p:nvPr/>
        </p:nvSpPr>
        <p:spPr>
          <a:xfrm>
            <a:off x="655319" y="1295399"/>
            <a:ext cx="6995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මරුවා පරදා ජය ගත් සමිදා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නමදිමු නොමදා සැවොම අදා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සොහොනින් ඉරිදා අලුයම පැහැදා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නැගිටිණි පැළදා සිරුර තෙදා</a:t>
            </a:r>
          </a:p>
        </p:txBody>
      </p:sp>
      <p:sp>
        <p:nvSpPr>
          <p:cNvPr id="2762" name="Rectangle 3"/>
          <p:cNvSpPr txBox="1"/>
          <p:nvPr/>
        </p:nvSpPr>
        <p:spPr>
          <a:xfrm>
            <a:off x="2941319" y="3863876"/>
            <a:ext cx="57759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දුතයෙක් කදිමා විදුලිය සේ මා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සගයෙන් මහිමා බැස නො පමා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ගල අහකට ලා සිටි සද ළකලා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මුරකරු ගිල්ලා බීත වෙලා</a:t>
            </a:r>
          </a:p>
        </p:txBody>
      </p:sp>
      <p:pic>
        <p:nvPicPr>
          <p:cNvPr id="276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" name="Rectangle 1"/>
          <p:cNvSpPr txBox="1"/>
          <p:nvPr/>
        </p:nvSpPr>
        <p:spPr>
          <a:xfrm>
            <a:off x="655319" y="1295399"/>
            <a:ext cx="6995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මළවුන් සේමා සිටියෝ සැමා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හපනුන් මෙහෙමා නැත පුදුමා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දුවමින් බියෙනා නුවරට සැණිනා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දැන්නුවො සැමටා කරුණු සැමා</a:t>
            </a:r>
          </a:p>
        </p:txBody>
      </p:sp>
      <p:sp>
        <p:nvSpPr>
          <p:cNvPr id="2766" name="Rectangle 2"/>
          <p:cNvSpPr txBox="1"/>
          <p:nvPr/>
        </p:nvSpPr>
        <p:spPr>
          <a:xfrm>
            <a:off x="1645919" y="3863876"/>
            <a:ext cx="72999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දොඩව් බොරු බස් මින් මතු අපහස්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සමිදා ජේසුස් නැගිටි උසස්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ගෝල කතුන් විත් දැක හිමි පෙම්වත්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පළ කෙරුවෝ සත් හට පින්වත්</a:t>
            </a:r>
          </a:p>
        </p:txBody>
      </p:sp>
      <p:pic>
        <p:nvPicPr>
          <p:cNvPr id="276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9" name="Rectangle 1"/>
          <p:cNvSpPr txBox="1"/>
          <p:nvPr/>
        </p:nvSpPr>
        <p:spPr>
          <a:xfrm>
            <a:off x="655319" y="1295399"/>
            <a:ext cx="6995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හලෙලුයා මේ ගී තුති දෙව් සත්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දෙවිපුත් ජේසුට තුටින මහත්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මරණින් රුදු වන් ගලවන විලසින්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මාවත සපුරන් සදා දුන්</a:t>
            </a:r>
          </a:p>
        </p:txBody>
      </p:sp>
      <p:pic>
        <p:nvPicPr>
          <p:cNvPr id="277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2" name="Rectangle 1"/>
          <p:cNvSpPr txBox="1"/>
          <p:nvPr/>
        </p:nvSpPr>
        <p:spPr>
          <a:xfrm>
            <a:off x="426719" y="304802"/>
            <a:ext cx="975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160</a:t>
            </a:r>
          </a:p>
        </p:txBody>
      </p:sp>
      <p:sp>
        <p:nvSpPr>
          <p:cNvPr id="2773" name="Rectangle 2"/>
          <p:cNvSpPr txBox="1"/>
          <p:nvPr/>
        </p:nvSpPr>
        <p:spPr>
          <a:xfrm>
            <a:off x="655319" y="1295399"/>
            <a:ext cx="6995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අලුයම කල පාස්කු දිනා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 කම්පා විය තදිනා </a:t>
            </a:r>
            <a:r>
              <a:t>//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ජය ලත් කුමරා තෙදසා පතුරා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නැගිට්ටේ පෙර කී ලෙසිනා </a:t>
            </a:r>
            <a:r>
              <a:t>//</a:t>
            </a:r>
          </a:p>
        </p:txBody>
      </p:sp>
      <p:sp>
        <p:nvSpPr>
          <p:cNvPr id="2774" name="Rectangle 3"/>
          <p:cNvSpPr txBox="1"/>
          <p:nvPr/>
        </p:nvSpPr>
        <p:spPr>
          <a:xfrm>
            <a:off x="2712719" y="3863876"/>
            <a:ext cx="60807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සොහොනා සොයන ලෙසිනා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සැදැහැත් ලියො පත් වූ තැනා </a:t>
            </a:r>
            <a:r>
              <a:t>//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දිලි වත් ඇදි දුතයො දෙන්නෙක්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මෙලෙස කිව්වෝ ය උන්ට මනා </a:t>
            </a:r>
            <a:r>
              <a:t>// </a:t>
            </a:r>
          </a:p>
        </p:txBody>
      </p:sp>
      <p:pic>
        <p:nvPicPr>
          <p:cNvPr id="277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7" name="Rectangle 1"/>
          <p:cNvSpPr txBox="1"/>
          <p:nvPr/>
        </p:nvSpPr>
        <p:spPr>
          <a:xfrm>
            <a:off x="655319" y="1295399"/>
            <a:ext cx="7604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ජිවත් සමිදා මේ වරේ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නුඹලා මළවුන් අතරේ </a:t>
            </a:r>
            <a:r>
              <a:t>//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ඇයි දො සොයන්නේ නැත දැන් මෙ තැනේ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නැගිට්ටේ එතුමා තෙදිනේ </a:t>
            </a:r>
            <a:r>
              <a:t>//</a:t>
            </a:r>
          </a:p>
        </p:txBody>
      </p:sp>
      <p:sp>
        <p:nvSpPr>
          <p:cNvPr id="2778" name="Rectangle 2"/>
          <p:cNvSpPr txBox="1"/>
          <p:nvPr/>
        </p:nvSpPr>
        <p:spPr>
          <a:xfrm>
            <a:off x="2712719" y="3863876"/>
            <a:ext cx="60807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 සෙව් තිදෙනා අගනා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දකිමින එ සමී තුටිනා </a:t>
            </a:r>
            <a:r>
              <a:t>//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සුවසේ සිටිනුව කියමින් හැරියේ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හසුනා කියනා ලෙසිනා </a:t>
            </a:r>
            <a:r>
              <a:t>//</a:t>
            </a:r>
          </a:p>
        </p:txBody>
      </p:sp>
      <p:pic>
        <p:nvPicPr>
          <p:cNvPr id="277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1" name="Rectangle 1"/>
          <p:cNvSpPr txBox="1"/>
          <p:nvPr/>
        </p:nvSpPr>
        <p:spPr>
          <a:xfrm>
            <a:off x="655319" y="1295399"/>
            <a:ext cx="6995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 මහත් හඩිනා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හොසන්නා මහිමා උස් තැනා </a:t>
            </a:r>
            <a:r>
              <a:t>//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ජේසුගේ නමටා ජය වේ වා කියා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මුරගා තුති දෙව් තුටිනා </a:t>
            </a:r>
            <a:r>
              <a:t>//  </a:t>
            </a:r>
          </a:p>
        </p:txBody>
      </p:sp>
      <p:pic>
        <p:nvPicPr>
          <p:cNvPr id="278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4" name="Rectangle 1"/>
          <p:cNvSpPr txBox="1"/>
          <p:nvPr/>
        </p:nvSpPr>
        <p:spPr>
          <a:xfrm>
            <a:off x="426719" y="304802"/>
            <a:ext cx="975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161</a:t>
            </a:r>
          </a:p>
        </p:txBody>
      </p:sp>
      <p:sp>
        <p:nvSpPr>
          <p:cNvPr id="2785" name="Rectangle 2"/>
          <p:cNvSpPr txBox="1"/>
          <p:nvPr/>
        </p:nvSpPr>
        <p:spPr>
          <a:xfrm>
            <a:off x="688629" y="1500176"/>
            <a:ext cx="6995161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නැංගේ එදා සාමයේ රාජා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මරණ බැමි සිද දමා රුපු බල පරදා</a:t>
            </a:r>
          </a:p>
        </p:txBody>
      </p:sp>
      <p:sp>
        <p:nvSpPr>
          <p:cNvPr id="2786" name="Rectangle 3"/>
          <p:cNvSpPr txBox="1"/>
          <p:nvPr/>
        </p:nvSpPr>
        <p:spPr>
          <a:xfrm>
            <a:off x="3403273" y="3571876"/>
            <a:ext cx="5456900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 ජනයනි සැවොම එව්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 ගුණ ගයව්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සැප සෑදු එතුමට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හෝසන්නා කියව්</a:t>
            </a:r>
          </a:p>
        </p:txBody>
      </p:sp>
      <p:pic>
        <p:nvPicPr>
          <p:cNvPr id="278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9" name="Rectangle 1"/>
          <p:cNvSpPr txBox="1"/>
          <p:nvPr/>
        </p:nvSpPr>
        <p:spPr>
          <a:xfrm>
            <a:off x="688629" y="1500176"/>
            <a:ext cx="7623866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කිතුනු ජය හඩයි කල්වරි ජය බිමයි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හිමිගේ මහීමෙ පතුරුවයි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අප හැම කැදවයි</a:t>
            </a:r>
          </a:p>
        </p:txBody>
      </p:sp>
      <p:sp>
        <p:nvSpPr>
          <p:cNvPr id="2790" name="Rectangle 2"/>
          <p:cNvSpPr txBox="1"/>
          <p:nvPr/>
        </p:nvSpPr>
        <p:spPr>
          <a:xfrm>
            <a:off x="3403273" y="3571876"/>
            <a:ext cx="5456900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 ජනයනි සැවොම එව්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 ගුණ ගයව්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සැප සෑදු එතුමට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හෝසන්නා කියව්</a:t>
            </a:r>
          </a:p>
        </p:txBody>
      </p:sp>
      <p:pic>
        <p:nvPicPr>
          <p:cNvPr id="279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Rectangle 1"/>
          <p:cNvSpPr txBox="1"/>
          <p:nvPr/>
        </p:nvSpPr>
        <p:spPr>
          <a:xfrm>
            <a:off x="688629" y="1500176"/>
            <a:ext cx="7552427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පාපෙන් මුදා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ජිවනය සදා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සත හට සෙත සාදා මරු බල බින්දා</a:t>
            </a:r>
          </a:p>
        </p:txBody>
      </p:sp>
      <p:sp>
        <p:nvSpPr>
          <p:cNvPr id="2794" name="Rectangle 2"/>
          <p:cNvSpPr txBox="1"/>
          <p:nvPr/>
        </p:nvSpPr>
        <p:spPr>
          <a:xfrm>
            <a:off x="3403273" y="3571876"/>
            <a:ext cx="5456900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 ජනයනි සැවොම එව්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 ගුණ ගයව්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සැප සෑදු එතුමට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හෝසන්නා කියව්</a:t>
            </a:r>
          </a:p>
        </p:txBody>
      </p:sp>
      <p:pic>
        <p:nvPicPr>
          <p:cNvPr id="279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7" name="Rectangle 1"/>
          <p:cNvSpPr txBox="1"/>
          <p:nvPr/>
        </p:nvSpPr>
        <p:spPr>
          <a:xfrm>
            <a:off x="426719" y="304802"/>
            <a:ext cx="975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162</a:t>
            </a:r>
          </a:p>
        </p:txBody>
      </p:sp>
      <p:sp>
        <p:nvSpPr>
          <p:cNvPr id="2798" name="Rectangle 2"/>
          <p:cNvSpPr txBox="1"/>
          <p:nvPr/>
        </p:nvSpPr>
        <p:spPr>
          <a:xfrm>
            <a:off x="655319" y="1142984"/>
            <a:ext cx="5299722" cy="2576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හිරු පායා රැස් වැටිලා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දස අත එළිය කළා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මරු පරදා ජය ලබලා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මරණින් නැගි තෙවනා දිනා</a:t>
            </a:r>
          </a:p>
        </p:txBody>
      </p:sp>
      <p:sp>
        <p:nvSpPr>
          <p:cNvPr id="2799" name="Rectangle 3"/>
          <p:cNvSpPr txBox="1"/>
          <p:nvPr/>
        </p:nvSpPr>
        <p:spPr>
          <a:xfrm>
            <a:off x="3474711" y="3643315"/>
            <a:ext cx="5314023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දුතා ගීත නදා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දස දිගෙහි පැතිර ගියා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ජය ලැබු ඒ තුමන ගැනා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මිහිරි නදින් ගැයුම කළා</a:t>
            </a:r>
          </a:p>
        </p:txBody>
      </p:sp>
      <p:pic>
        <p:nvPicPr>
          <p:cNvPr id="280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2" name="Rectangle 2"/>
          <p:cNvSpPr txBox="1"/>
          <p:nvPr/>
        </p:nvSpPr>
        <p:spPr>
          <a:xfrm>
            <a:off x="3046083" y="3643314"/>
            <a:ext cx="6052198" cy="2275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කල්වරි ලේ දහර ගලා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පව්කරු හැම පව් සෝදා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සොහොනින් නැවත නැගා</a:t>
            </a:r>
          </a:p>
        </p:txBody>
      </p:sp>
      <p:sp>
        <p:nvSpPr>
          <p:cNvPr id="2803" name="Rectangle 3"/>
          <p:cNvSpPr txBox="1"/>
          <p:nvPr/>
        </p:nvSpPr>
        <p:spPr>
          <a:xfrm>
            <a:off x="655319" y="1142984"/>
            <a:ext cx="5299722" cy="2576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හිරු පායා රැස් වැටිලා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දස අත එළිය කළා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මරු පරදා ජය ලබලා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මරණින් නැගි තෙවනා දිනා</a:t>
            </a:r>
          </a:p>
        </p:txBody>
      </p:sp>
      <p:pic>
        <p:nvPicPr>
          <p:cNvPr id="280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6" name="Rectangle 2"/>
          <p:cNvSpPr txBox="1"/>
          <p:nvPr/>
        </p:nvSpPr>
        <p:spPr>
          <a:xfrm>
            <a:off x="3474711" y="3643315"/>
            <a:ext cx="5314023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පාපයෙ සාපය අතරේ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විදි මනු සතට ලොවේ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මෙත පා තම දිවි පිදුවේ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සුසෙත සතහට ලැබුණේ</a:t>
            </a:r>
          </a:p>
        </p:txBody>
      </p:sp>
      <p:sp>
        <p:nvSpPr>
          <p:cNvPr id="2807" name="Rectangle 3"/>
          <p:cNvSpPr txBox="1"/>
          <p:nvPr/>
        </p:nvSpPr>
        <p:spPr>
          <a:xfrm>
            <a:off x="655319" y="1142984"/>
            <a:ext cx="5299722" cy="2576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හිරු පායා රැස් වැටිලා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දස අත එළිය කළා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මරු පරදා ජය ලබලා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මරණින් නැගි තෙවනා දිනා</a:t>
            </a:r>
          </a:p>
        </p:txBody>
      </p:sp>
      <p:pic>
        <p:nvPicPr>
          <p:cNvPr id="280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0" name="Rectangle 2"/>
          <p:cNvSpPr txBox="1"/>
          <p:nvPr/>
        </p:nvSpPr>
        <p:spPr>
          <a:xfrm>
            <a:off x="2760332" y="3643315"/>
            <a:ext cx="602840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සිතට සහන් බව දැනුණේ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ලොව රන් දොරටු පෙනේ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එහි යන්නට වර ලැබුණේ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එතුමන් දිවි පිදු හෙයිනේ</a:t>
            </a:r>
          </a:p>
        </p:txBody>
      </p:sp>
      <p:sp>
        <p:nvSpPr>
          <p:cNvPr id="2811" name="Rectangle 3"/>
          <p:cNvSpPr txBox="1"/>
          <p:nvPr/>
        </p:nvSpPr>
        <p:spPr>
          <a:xfrm>
            <a:off x="655319" y="1142984"/>
            <a:ext cx="5299722" cy="2576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හිරු පායා රැස් වැටිලා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දස අත එළිය කළා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මරු පරදා ජය ලබලා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මරණින් නැගි තෙවනා දිනා</a:t>
            </a:r>
          </a:p>
        </p:txBody>
      </p:sp>
      <p:pic>
        <p:nvPicPr>
          <p:cNvPr id="281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4" name="Rectangle 1"/>
          <p:cNvSpPr txBox="1"/>
          <p:nvPr/>
        </p:nvSpPr>
        <p:spPr>
          <a:xfrm>
            <a:off x="426719" y="304802"/>
            <a:ext cx="975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163</a:t>
            </a:r>
          </a:p>
        </p:txBody>
      </p:sp>
      <p:sp>
        <p:nvSpPr>
          <p:cNvPr id="2815" name="Rectangle 2"/>
          <p:cNvSpPr txBox="1"/>
          <p:nvPr/>
        </p:nvSpPr>
        <p:spPr>
          <a:xfrm>
            <a:off x="655319" y="1142984"/>
            <a:ext cx="5299722" cy="2576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ළහිරු රැසක් සමගිනි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නැගිටි සමිදුනි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ලොව හෙළි කරමිනි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විමුක්තිය දුනි</a:t>
            </a:r>
          </a:p>
        </p:txBody>
      </p:sp>
      <p:sp>
        <p:nvSpPr>
          <p:cNvPr id="2816" name="Rectangle 3"/>
          <p:cNvSpPr txBox="1"/>
          <p:nvPr/>
        </p:nvSpPr>
        <p:spPr>
          <a:xfrm>
            <a:off x="3474711" y="3643315"/>
            <a:ext cx="5314023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ජය ගොස ගයමින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මහවැලි කැලණි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හස රැලි මතුකරමිනි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ගලයි ඔකදිනි</a:t>
            </a:r>
          </a:p>
        </p:txBody>
      </p:sp>
      <p:pic>
        <p:nvPicPr>
          <p:cNvPr id="281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9" name="Rectangle 3"/>
          <p:cNvSpPr txBox="1"/>
          <p:nvPr/>
        </p:nvSpPr>
        <p:spPr>
          <a:xfrm>
            <a:off x="3474711" y="3643315"/>
            <a:ext cx="5314023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මලින් මලට සරමිනි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බිගු නද දෙමිනි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ජය මුසු මල් පැණි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උරති සතොසිනි</a:t>
            </a:r>
          </a:p>
        </p:txBody>
      </p:sp>
      <p:sp>
        <p:nvSpPr>
          <p:cNvPr id="2820" name="Rectangle 4"/>
          <p:cNvSpPr txBox="1"/>
          <p:nvPr/>
        </p:nvSpPr>
        <p:spPr>
          <a:xfrm>
            <a:off x="655319" y="1142984"/>
            <a:ext cx="5299722" cy="2576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ළහිරු රැසක් සමගිනි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නැගිටි සමිදුනි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ලොව හෙළි කරමිනි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විමුක්තිය දුනි</a:t>
            </a:r>
          </a:p>
        </p:txBody>
      </p:sp>
      <p:pic>
        <p:nvPicPr>
          <p:cNvPr id="2821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3" name="Rectangle 3"/>
          <p:cNvSpPr txBox="1"/>
          <p:nvPr/>
        </p:nvSpPr>
        <p:spPr>
          <a:xfrm>
            <a:off x="3474711" y="3643315"/>
            <a:ext cx="5314023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කැදනි කෙරෙන් පියාඹා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සියොත් කැල නොබා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ජය ගීයට නගා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ගයති හිරු උදා</a:t>
            </a:r>
          </a:p>
        </p:txBody>
      </p:sp>
      <p:sp>
        <p:nvSpPr>
          <p:cNvPr id="2824" name="Rectangle 4"/>
          <p:cNvSpPr txBox="1"/>
          <p:nvPr/>
        </p:nvSpPr>
        <p:spPr>
          <a:xfrm>
            <a:off x="655319" y="1142984"/>
            <a:ext cx="5299722" cy="2576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ළහිරු රැසක් සමගිනි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නැගිටි සමිදුනි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ලොව හෙළි කරමිනි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විමුක්තිය දුනි</a:t>
            </a:r>
          </a:p>
        </p:txBody>
      </p:sp>
      <p:pic>
        <p:nvPicPr>
          <p:cNvPr id="2825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7" name="Rectangle 3"/>
          <p:cNvSpPr txBox="1"/>
          <p:nvPr/>
        </p:nvSpPr>
        <p:spPr>
          <a:xfrm>
            <a:off x="3474711" y="3643315"/>
            <a:ext cx="5314023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පිනි කැට විලසිනි නැගු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 තුටු කදුළු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තැබෙන පාදයන් පවිටු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ලෙස සේදු</a:t>
            </a:r>
          </a:p>
        </p:txBody>
      </p:sp>
      <p:sp>
        <p:nvSpPr>
          <p:cNvPr id="2828" name="Rectangle 4"/>
          <p:cNvSpPr txBox="1"/>
          <p:nvPr/>
        </p:nvSpPr>
        <p:spPr>
          <a:xfrm>
            <a:off x="655319" y="1142984"/>
            <a:ext cx="5299722" cy="2576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ළහිරු රැසක් සමගිනි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නැගිටි සමිදුනි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ලොව හෙළි කරමිනි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විමුක්තිය දුනි</a:t>
            </a:r>
          </a:p>
        </p:txBody>
      </p:sp>
      <p:pic>
        <p:nvPicPr>
          <p:cNvPr id="2829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Rectangle 3"/>
          <p:cNvSpPr txBox="1"/>
          <p:nvPr/>
        </p:nvSpPr>
        <p:spPr>
          <a:xfrm>
            <a:off x="3474711" y="3643315"/>
            <a:ext cx="5314023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හමන සුළග සුවදැත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ජය පුවත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හළෙලුයා පතුරන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පිබිදෙත ලෝ සත</a:t>
            </a:r>
          </a:p>
        </p:txBody>
      </p:sp>
      <p:sp>
        <p:nvSpPr>
          <p:cNvPr id="2832" name="Rectangle 4"/>
          <p:cNvSpPr txBox="1"/>
          <p:nvPr/>
        </p:nvSpPr>
        <p:spPr>
          <a:xfrm>
            <a:off x="655319" y="1142984"/>
            <a:ext cx="5299722" cy="2576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ළහිරු රැසක් සමගිනි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නැගිටි සමිදුනි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ලොව හෙළි කරමිනි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විමුක්තිය දුනි</a:t>
            </a:r>
          </a:p>
        </p:txBody>
      </p:sp>
      <p:pic>
        <p:nvPicPr>
          <p:cNvPr id="2833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5" name="Rectangle 1"/>
          <p:cNvSpPr txBox="1"/>
          <p:nvPr/>
        </p:nvSpPr>
        <p:spPr>
          <a:xfrm>
            <a:off x="426719" y="304802"/>
            <a:ext cx="975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164</a:t>
            </a:r>
          </a:p>
        </p:txBody>
      </p:sp>
      <p:sp>
        <p:nvSpPr>
          <p:cNvPr id="2836" name="Rectangle 2"/>
          <p:cNvSpPr txBox="1"/>
          <p:nvPr/>
        </p:nvSpPr>
        <p:spPr>
          <a:xfrm>
            <a:off x="655320" y="1142984"/>
            <a:ext cx="6657042" cy="2576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පුර වැඩියේ ජේසු රජිදා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එතුමගෙ පුර පිරි ජය නදිනා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කලකට සිරුරින් ලොව වැඩි සිට හාමා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නැංගේ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හළෙලුයා</a:t>
            </a:r>
          </a:p>
        </p:txBody>
      </p:sp>
      <p:sp>
        <p:nvSpPr>
          <p:cNvPr id="2837" name="Rectangle 3"/>
          <p:cNvSpPr txBox="1"/>
          <p:nvPr/>
        </p:nvSpPr>
        <p:spPr>
          <a:xfrm>
            <a:off x="3046083" y="4000503"/>
            <a:ext cx="5837915" cy="25768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සගයේ ජය කිරුළ ය ඔබටා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මරු පරදා පව් වැනසු නිසා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තෙදයෙන් යකු බිද අප හට සග දුනි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ප්‍රීතියි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හළෙලුයා</a:t>
            </a:r>
          </a:p>
        </p:txBody>
      </p:sp>
      <p:pic>
        <p:nvPicPr>
          <p:cNvPr id="283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0" name="Rectangle 5"/>
          <p:cNvSpPr txBox="1"/>
          <p:nvPr/>
        </p:nvSpPr>
        <p:spPr>
          <a:xfrm>
            <a:off x="655320" y="1142984"/>
            <a:ext cx="6657042" cy="2576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සමි අත් ඔසවා නගිනා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බලනුව සිදුරු වු දෙ අත් දෙපා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ලබන්න සමි දෙන සබයට ආසිරි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තුති වේ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හළෙලුයා</a:t>
            </a:r>
          </a:p>
        </p:txBody>
      </p:sp>
      <p:sp>
        <p:nvSpPr>
          <p:cNvPr id="2841" name="Rectangle 6"/>
          <p:cNvSpPr txBox="1"/>
          <p:nvPr/>
        </p:nvSpPr>
        <p:spPr>
          <a:xfrm>
            <a:off x="3046083" y="4000503"/>
            <a:ext cx="5837915" cy="25768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සග පුර වැඩ හිදින කලා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දුබල වු කිළුටු වු අප ද බලා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 ඔබ මුව දැක ඔබ හට වදිනට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වර දෙන්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හළෙලුයා</a:t>
            </a:r>
          </a:p>
        </p:txBody>
      </p:sp>
      <p:pic>
        <p:nvPicPr>
          <p:cNvPr id="284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4" name="Content Placeholder 2"/>
          <p:cNvSpPr txBox="1"/>
          <p:nvPr>
            <p:ph type="body" idx="1"/>
          </p:nvPr>
        </p:nvSpPr>
        <p:spPr>
          <a:xfrm>
            <a:off x="990600" y="965774"/>
            <a:ext cx="5867400" cy="44196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නැගිට්ටේ හිමි ක්‍රිස්තුස්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කියව් දෙව් සෙන් ලෝ සතුන්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ජය ගෝසා පතුරව්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සගත් පොළොවත් ගයාව්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 හලෙලුයා</a:t>
            </a:r>
            <a:r>
              <a:t>!</a:t>
            </a:r>
          </a:p>
        </p:txBody>
      </p:sp>
      <p:sp>
        <p:nvSpPr>
          <p:cNvPr id="2845" name="Rectangle 1"/>
          <p:cNvSpPr txBox="1"/>
          <p:nvPr/>
        </p:nvSpPr>
        <p:spPr>
          <a:xfrm>
            <a:off x="502921" y="381002"/>
            <a:ext cx="818516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165</a:t>
            </a:r>
          </a:p>
        </p:txBody>
      </p:sp>
      <p:pic>
        <p:nvPicPr>
          <p:cNvPr id="284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8" name="Content Placeholder 2"/>
          <p:cNvSpPr txBox="1"/>
          <p:nvPr>
            <p:ph type="body" idx="1"/>
          </p:nvPr>
        </p:nvSpPr>
        <p:spPr>
          <a:xfrm>
            <a:off x="838200" y="1066800"/>
            <a:ext cx="6477000" cy="4267200"/>
          </a:xfrm>
          <a:prstGeom prst="rect">
            <a:avLst/>
          </a:prstGeom>
        </p:spPr>
        <p:txBody>
          <a:bodyPr/>
          <a:lstStyle/>
          <a:p>
            <a:pPr marL="0" indent="0" defTabSz="452627">
              <a:spcBef>
                <a:spcPts val="900"/>
              </a:spcBef>
              <a:buSzTx/>
              <a:buFont typeface="Wingdings 3"/>
              <a:buNone/>
              <a:defRPr sz="39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නිමයි මිදුම් මෙහෙය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52627">
              <a:spcBef>
                <a:spcPts val="900"/>
              </a:spcBef>
              <a:buSzTx/>
              <a:buFont typeface="Wingdings 3"/>
              <a:buNone/>
              <a:defRPr sz="39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ගති සටනෙන් ජය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52627">
              <a:spcBef>
                <a:spcPts val="900"/>
              </a:spcBef>
              <a:buSzTx/>
              <a:buFont typeface="Wingdings 3"/>
              <a:buNone/>
              <a:defRPr sz="39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සමිදුන් පුජාව 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52627">
              <a:spcBef>
                <a:spcPts val="900"/>
              </a:spcBef>
              <a:buSzTx/>
              <a:buFont typeface="Wingdings 3"/>
              <a:buNone/>
              <a:defRPr sz="39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නැත පිදුමක් ලෙය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52627">
              <a:spcBef>
                <a:spcPts val="900"/>
              </a:spcBef>
              <a:buSzTx/>
              <a:buFont typeface="Wingdings 3"/>
              <a:buNone/>
              <a:defRPr sz="39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 හලෙලුයා</a:t>
            </a:r>
            <a:r>
              <a:t>!</a:t>
            </a:r>
          </a:p>
        </p:txBody>
      </p:sp>
      <p:pic>
        <p:nvPicPr>
          <p:cNvPr id="284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1" name="Content Placeholder 2"/>
          <p:cNvSpPr txBox="1"/>
          <p:nvPr>
            <p:ph type="body" idx="1"/>
          </p:nvPr>
        </p:nvSpPr>
        <p:spPr>
          <a:xfrm>
            <a:off x="762000" y="990602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මාරු පැරදුණේ 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 ජය ගත්තේ 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විවර කෙළේ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දොරටු පාරාදීසේ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 හලෙලුයා</a:t>
            </a:r>
            <a:r>
              <a:t>!</a:t>
            </a:r>
          </a:p>
        </p:txBody>
      </p:sp>
      <p:pic>
        <p:nvPicPr>
          <p:cNvPr id="285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4" name="Content Placeholder 2"/>
          <p:cNvSpPr txBox="1"/>
          <p:nvPr>
            <p:ph type="body" idx="1"/>
          </p:nvPr>
        </p:nvSpPr>
        <p:spPr>
          <a:xfrm>
            <a:off x="914400" y="914402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අහෝ දැන් මරණය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තා ජය කිය කොයි ද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මරණයේ කටුවත්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කියව කොහේ ද  යත්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 හලෙලුයා</a:t>
            </a:r>
            <a:r>
              <a:t>! </a:t>
            </a:r>
          </a:p>
        </p:txBody>
      </p:sp>
      <p:pic>
        <p:nvPicPr>
          <p:cNvPr id="285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" name="Content Placeholder 2"/>
          <p:cNvSpPr txBox="1"/>
          <p:nvPr>
            <p:ph type="body" idx="1"/>
          </p:nvPr>
        </p:nvSpPr>
        <p:spPr>
          <a:xfrm>
            <a:off x="609600" y="990602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හිමි ලෙසින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අපිත් නැගිටිමින් ම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එතුමන් ගිය ලෙස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යමු සග නිවෙස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 හලෙලුයා</a:t>
            </a:r>
            <a:r>
              <a:t>!</a:t>
            </a:r>
          </a:p>
        </p:txBody>
      </p:sp>
      <p:pic>
        <p:nvPicPr>
          <p:cNvPr id="285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0" name="Rectangle 3"/>
          <p:cNvSpPr txBox="1"/>
          <p:nvPr/>
        </p:nvSpPr>
        <p:spPr>
          <a:xfrm>
            <a:off x="426719" y="2667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166</a:t>
            </a:r>
          </a:p>
        </p:txBody>
      </p:sp>
      <p:sp>
        <p:nvSpPr>
          <p:cNvPr id="2861" name="Rectangle 4"/>
          <p:cNvSpPr txBox="1"/>
          <p:nvPr/>
        </p:nvSpPr>
        <p:spPr>
          <a:xfrm>
            <a:off x="731519" y="13715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වේවා මහිමා දෙව් පුත් ඔබට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මරු පරදවා නැගී ක්‍රිස්තුස්ට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කාන්තිමත් දෙව් දුතු ගල පෙරලූ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නමා තිබිණි වත් සිරුර වෙලූ</a:t>
            </a:r>
          </a:p>
        </p:txBody>
      </p:sp>
      <p:sp>
        <p:nvSpPr>
          <p:cNvPr id="2862" name="Rectangle 5"/>
          <p:cNvSpPr txBox="1"/>
          <p:nvPr/>
        </p:nvSpPr>
        <p:spPr>
          <a:xfrm>
            <a:off x="3779519" y="4419600"/>
            <a:ext cx="44805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වේවා මහිමා දෙව් පුත් ඔබට</a:t>
            </a:r>
          </a:p>
          <a:p>
            <a: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මරු පරදවා නැගී ක්‍රිස්තුස්ට</a:t>
            </a:r>
          </a:p>
        </p:txBody>
      </p:sp>
      <p:pic>
        <p:nvPicPr>
          <p:cNvPr id="2863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5" name="Rectangle 1"/>
          <p:cNvSpPr txBox="1"/>
          <p:nvPr/>
        </p:nvSpPr>
        <p:spPr>
          <a:xfrm>
            <a:off x="3779519" y="4419600"/>
            <a:ext cx="44805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වේවා මහිමා දෙව් පුත් ඔබට</a:t>
            </a:r>
          </a:p>
          <a:p>
            <a: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මරු පරදවා නැගී ක්‍රිස්තුස්ට</a:t>
            </a:r>
          </a:p>
        </p:txBody>
      </p:sp>
      <p:sp>
        <p:nvSpPr>
          <p:cNvPr id="2866" name="Rectangle 2"/>
          <p:cNvSpPr txBox="1"/>
          <p:nvPr/>
        </p:nvSpPr>
        <p:spPr>
          <a:xfrm>
            <a:off x="731519" y="990599"/>
            <a:ext cx="6995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සොහොනින් නැගී ජේසුස් හමු වෙයි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අදරින් අමතයි බිය දුරලයි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මාරු දළ සුන් වී ජේසුස් ජීවත් වෙයි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සභාව සන්තොසින් ජය ගී නඟයි</a:t>
            </a:r>
          </a:p>
        </p:txBody>
      </p:sp>
      <p:pic>
        <p:nvPicPr>
          <p:cNvPr id="286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9" name="Rectangle 1"/>
          <p:cNvSpPr txBox="1"/>
          <p:nvPr/>
        </p:nvSpPr>
        <p:spPr>
          <a:xfrm>
            <a:off x="3779519" y="4419600"/>
            <a:ext cx="44805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වේවා මහිමා දෙව් පුත් ඔබට</a:t>
            </a:r>
          </a:p>
          <a:p>
            <a: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මරු පරදවා නැගී ක්‍රිස්තුස්ට</a:t>
            </a:r>
          </a:p>
        </p:txBody>
      </p:sp>
      <p:sp>
        <p:nvSpPr>
          <p:cNvPr id="2870" name="Rectangle 2"/>
          <p:cNvSpPr txBox="1"/>
          <p:nvPr/>
        </p:nvSpPr>
        <p:spPr>
          <a:xfrm>
            <a:off x="807719" y="968275"/>
            <a:ext cx="7223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අදහන්නෙමු ජීවනේ රජුන්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ජීවිතේ නෑ ඔබ නැතිව සැපක්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අපට ජය ඇත් ඔබ පෙම් බෙලෙන්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යෝර්දාන් මැදින් සුවෙන් එතර කරන්</a:t>
            </a:r>
          </a:p>
        </p:txBody>
      </p:sp>
      <p:pic>
        <p:nvPicPr>
          <p:cNvPr id="287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3" name="Content Placeholder 2"/>
          <p:cNvSpPr txBox="1"/>
          <p:nvPr>
            <p:ph type="body" sz="half" idx="1"/>
          </p:nvPr>
        </p:nvSpPr>
        <p:spPr>
          <a:xfrm>
            <a:off x="1066800" y="1295400"/>
            <a:ext cx="5562600" cy="3657600"/>
          </a:xfrm>
          <a:prstGeom prst="rect">
            <a:avLst/>
          </a:prstGeom>
        </p:spPr>
        <p:txBody>
          <a:bodyPr/>
          <a:lstStyle/>
          <a:p>
            <a:pPr marL="0" indent="0" defTabSz="397763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382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සොහොන් පත් සමිදු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97763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382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 මා මිදු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97763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382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 තෙක් තෙදැත් දා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97763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382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සිටියි නිදා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97763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3480"/>
            </a:pPr>
            <a:r>
              <a:t> </a:t>
            </a:r>
          </a:p>
        </p:txBody>
      </p:sp>
      <p:sp>
        <p:nvSpPr>
          <p:cNvPr id="2874" name="Rectangle 1"/>
          <p:cNvSpPr txBox="1"/>
          <p:nvPr/>
        </p:nvSpPr>
        <p:spPr>
          <a:xfrm>
            <a:off x="502921" y="457201"/>
            <a:ext cx="818516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167</a:t>
            </a:r>
          </a:p>
        </p:txBody>
      </p:sp>
      <p:pic>
        <p:nvPicPr>
          <p:cNvPr id="287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" name="Content Placeholder 2"/>
          <p:cNvSpPr txBox="1"/>
          <p:nvPr>
            <p:ph type="body" idx="1"/>
          </p:nvPr>
        </p:nvSpPr>
        <p:spPr>
          <a:xfrm>
            <a:off x="457200" y="914402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 defTabSz="402336">
              <a:spcBef>
                <a:spcPts val="800"/>
              </a:spcBef>
              <a:buSzTx/>
              <a:buFont typeface="Wingdings 3"/>
              <a:buNone/>
              <a:defRPr sz="35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සොහොනින් නැගිට්ටේ 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02336">
              <a:spcBef>
                <a:spcPts val="800"/>
              </a:spcBef>
              <a:buSzTx/>
              <a:buFont typeface="Wingdings 3"/>
              <a:buNone/>
              <a:defRPr sz="35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රුපුන් පරාජය කළේ 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02336">
              <a:spcBef>
                <a:spcPts val="800"/>
              </a:spcBef>
              <a:buSzTx/>
              <a:buFont typeface="Wingdings 3"/>
              <a:buNone/>
              <a:defRPr sz="35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අදුරේ බල බිද ජය ගත්තේ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02336">
              <a:spcBef>
                <a:spcPts val="800"/>
              </a:spcBef>
              <a:buSzTx/>
              <a:buFont typeface="Wingdings 3"/>
              <a:buNone/>
              <a:defRPr sz="35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දුතයන් හා රජ කරන්ට නිතින්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02336">
              <a:spcBef>
                <a:spcPts val="800"/>
              </a:spcBef>
              <a:buSzTx/>
              <a:buFont typeface="Wingdings 3"/>
              <a:buNone/>
              <a:defRPr sz="35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නැගිටිව් නැගිටිව් හලෙලුයා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02336">
              <a:spcBef>
                <a:spcPts val="800"/>
              </a:spcBef>
              <a:buSzTx/>
              <a:buFont typeface="Wingdings 3"/>
              <a:buNone/>
              <a:defRPr sz="35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යේසුස්ට </a:t>
            </a:r>
          </a:p>
        </p:txBody>
      </p:sp>
      <p:pic>
        <p:nvPicPr>
          <p:cNvPr id="287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0" name="Content Placeholder 2"/>
          <p:cNvSpPr txBox="1"/>
          <p:nvPr>
            <p:ph type="body" sz="half" idx="1"/>
          </p:nvPr>
        </p:nvSpPr>
        <p:spPr>
          <a:xfrm>
            <a:off x="1143000" y="1066800"/>
            <a:ext cx="5562600" cy="42672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මුර නිස්පල 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 මා මිදු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නිස්පල ය බැදුම්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සමිදු</a:t>
            </a:r>
          </a:p>
        </p:txBody>
      </p:sp>
      <p:pic>
        <p:nvPicPr>
          <p:cNvPr id="288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3" name="Content Placeholder 2"/>
          <p:cNvSpPr txBox="1"/>
          <p:nvPr>
            <p:ph type="body" idx="1"/>
          </p:nvPr>
        </p:nvSpPr>
        <p:spPr>
          <a:xfrm>
            <a:off x="533400" y="609601"/>
            <a:ext cx="8229600" cy="5745165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සොහොනින් නැගිට්ටේ 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රුපුන් පරාජය කළේ 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අදුරේ බල බිද ජය ගත්තේ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දුතයන් හා රජ කරන්ට නිතින්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නැගිටිව් නැගිටිව් හලෙලුයා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යේසුස්ට </a:t>
            </a:r>
          </a:p>
        </p:txBody>
      </p:sp>
      <p:pic>
        <p:nvPicPr>
          <p:cNvPr id="288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6" name="Content Placeholder 2"/>
          <p:cNvSpPr txBox="1"/>
          <p:nvPr>
            <p:ph type="body" sz="half" idx="1"/>
          </p:nvPr>
        </p:nvSpPr>
        <p:spPr>
          <a:xfrm>
            <a:off x="1219200" y="990600"/>
            <a:ext cx="4953000" cy="426720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කුමරුට ජය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 මා මිදු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බින්දා මරු බල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සමිදු </a:t>
            </a:r>
          </a:p>
        </p:txBody>
      </p:sp>
      <p:pic>
        <p:nvPicPr>
          <p:cNvPr id="288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9" name="Content Placeholder 2"/>
          <p:cNvSpPr txBox="1"/>
          <p:nvPr>
            <p:ph type="body" idx="1"/>
          </p:nvPr>
        </p:nvSpPr>
        <p:spPr>
          <a:xfrm>
            <a:off x="685800" y="685801"/>
            <a:ext cx="7162800" cy="5105401"/>
          </a:xfrm>
          <a:prstGeom prst="rect">
            <a:avLst/>
          </a:prstGeom>
        </p:spPr>
        <p:txBody>
          <a:bodyPr/>
          <a:lstStyle/>
          <a:p>
            <a:pPr marL="0" indent="0" defTabSz="452627">
              <a:spcBef>
                <a:spcPts val="900"/>
              </a:spcBef>
              <a:buSzTx/>
              <a:buFont typeface="Wingdings 3"/>
              <a:buNone/>
              <a:defRPr sz="39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සොහොනින් නැගිට්ටේ 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52627">
              <a:spcBef>
                <a:spcPts val="900"/>
              </a:spcBef>
              <a:buSzTx/>
              <a:buFont typeface="Wingdings 3"/>
              <a:buNone/>
              <a:defRPr sz="39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රුපුන් පරාජය කළේ 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52627">
              <a:spcBef>
                <a:spcPts val="900"/>
              </a:spcBef>
              <a:buSzTx/>
              <a:buFont typeface="Wingdings 3"/>
              <a:buNone/>
              <a:defRPr sz="39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අදුරේ බල බිද ජය ගත්තේ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52627">
              <a:spcBef>
                <a:spcPts val="900"/>
              </a:spcBef>
              <a:buSzTx/>
              <a:buFont typeface="Wingdings 3"/>
              <a:buNone/>
              <a:defRPr sz="39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දුතයන් හා රජ කරන්ට නිතින්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52627">
              <a:spcBef>
                <a:spcPts val="900"/>
              </a:spcBef>
              <a:buSzTx/>
              <a:buFont typeface="Wingdings 3"/>
              <a:buNone/>
              <a:defRPr sz="39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නැගිටිව් නැගිටිව් හලෙලුයා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52627">
              <a:spcBef>
                <a:spcPts val="900"/>
              </a:spcBef>
              <a:buSzTx/>
              <a:buFont typeface="Wingdings 3"/>
              <a:buNone/>
              <a:defRPr sz="39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යේසුස්ට </a:t>
            </a:r>
          </a:p>
        </p:txBody>
      </p:sp>
      <p:pic>
        <p:nvPicPr>
          <p:cNvPr id="289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2" name="Rectangle 1"/>
          <p:cNvSpPr txBox="1"/>
          <p:nvPr/>
        </p:nvSpPr>
        <p:spPr>
          <a:xfrm>
            <a:off x="426721" y="304802"/>
            <a:ext cx="818516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168</a:t>
            </a:r>
          </a:p>
        </p:txBody>
      </p:sp>
      <p:sp>
        <p:nvSpPr>
          <p:cNvPr id="2893" name="Rectangle 2"/>
          <p:cNvSpPr txBox="1"/>
          <p:nvPr/>
        </p:nvSpPr>
        <p:spPr>
          <a:xfrm>
            <a:off x="1017269" y="1066802"/>
            <a:ext cx="50139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 උත්ථාන විණි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එක්වන් කිතුනුවෙනි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පසසන් ගී හඬිනි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පාස්කු ගී ගයමිනි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මේසපොව් ක්‍රිස්තුස් විණි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සුසුදු පුද විණි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දයා අපමිණි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ලෙව් සෙත් කැටි කැරිණි</a:t>
            </a:r>
          </a:p>
        </p:txBody>
      </p:sp>
      <p:pic>
        <p:nvPicPr>
          <p:cNvPr id="289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6" name="Rectangle 1"/>
          <p:cNvSpPr txBox="1"/>
          <p:nvPr/>
        </p:nvSpPr>
        <p:spPr>
          <a:xfrm>
            <a:off x="960119" y="962087"/>
            <a:ext cx="50901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මිනිසා දෙව් පිත් හට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සමගි කරනට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 දිව පුදමිනි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විමුත් මං සදා දිණි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මරුවා පැරදිණි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සටන නිම විණි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උදන් ගී ගයමිනි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වඳිමු ක්‍රිස්තුස් හිමි</a:t>
            </a:r>
          </a:p>
        </p:txBody>
      </p:sp>
      <p:pic>
        <p:nvPicPr>
          <p:cNvPr id="289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9" name="Rectangle 1"/>
          <p:cNvSpPr txBox="1"/>
          <p:nvPr/>
        </p:nvSpPr>
        <p:spPr>
          <a:xfrm>
            <a:off x="1036319" y="990600"/>
            <a:ext cx="51663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පරිසමාප්ත ලෙසින්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 වරක් පූජා වෙමින්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මිදී පාපී ලෙව දනන්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හෙළි කර විමුත් මං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ක්‍රිස්තුස්නි රජ ඔබ 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ලෙව් සත් පැතුම් සපුරයි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පොලෝ ගී නගයි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ජය හඬ පතුරයි  </a:t>
            </a:r>
          </a:p>
        </p:txBody>
      </p:sp>
      <p:pic>
        <p:nvPicPr>
          <p:cNvPr id="290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" name="Content Placeholder 2"/>
          <p:cNvSpPr txBox="1"/>
          <p:nvPr>
            <p:ph type="body" idx="1"/>
          </p:nvPr>
        </p:nvSpPr>
        <p:spPr>
          <a:xfrm>
            <a:off x="304800" y="609601"/>
            <a:ext cx="8458200" cy="5516565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000"/>
            </a:pPr>
          </a:p>
          <a:p>
            <a:pPr marL="0" indent="0" algn="r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සටන් නිම යි යුද්දෙත් නිමයි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r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ජීවනය ජය ගනියි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r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පැසසුම් ගී දැන් ඇරැ</a:t>
            </a:r>
            <a:r>
              <a:rPr>
                <a:latin typeface="FS-Chami."/>
                <a:ea typeface="FS-Chami."/>
                <a:cs typeface="FS-Chami."/>
                <a:sym typeface="FS-Chami."/>
              </a:rPr>
              <a:t>f</a:t>
            </a:r>
            <a:r>
              <a:rPr>
                <a:latin typeface="FS-Anurada"/>
                <a:ea typeface="FS-Anurada"/>
                <a:cs typeface="FS-Anurada"/>
                <a:sym typeface="FS-Anurada"/>
              </a:rPr>
              <a:t>U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යි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r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ජය ශ්‍රී වේ </a:t>
            </a:r>
          </a:p>
        </p:txBody>
      </p:sp>
      <p:sp>
        <p:nvSpPr>
          <p:cNvPr id="2903" name="Rectangle 1"/>
          <p:cNvSpPr txBox="1"/>
          <p:nvPr/>
        </p:nvSpPr>
        <p:spPr>
          <a:xfrm>
            <a:off x="502921" y="533401"/>
            <a:ext cx="818516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169</a:t>
            </a:r>
          </a:p>
        </p:txBody>
      </p:sp>
      <p:pic>
        <p:nvPicPr>
          <p:cNvPr id="290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6" name="Content Placeholder 2"/>
          <p:cNvSpPr txBox="1"/>
          <p:nvPr>
            <p:ph type="body" sz="half" idx="1"/>
          </p:nvPr>
        </p:nvSpPr>
        <p:spPr>
          <a:xfrm>
            <a:off x="609598" y="2160590"/>
            <a:ext cx="6347716" cy="3880773"/>
          </a:xfrm>
          <a:prstGeom prst="rect">
            <a:avLst/>
          </a:prstGeom>
        </p:spPr>
        <p:txBody>
          <a:bodyPr/>
          <a:lstStyle/>
          <a:p>
            <a:pPr marL="0" indent="0" algn="r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මරු බෙලෙන් ලොව සැලෙයි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r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 රුපු සෙන් පරදයි 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r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ජය ගී නද පැතිරෙයි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r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ජය ශ්‍රී වේ </a:t>
            </a:r>
            <a:r>
              <a:t>!                                                                   </a:t>
            </a:r>
          </a:p>
        </p:txBody>
      </p:sp>
      <p:pic>
        <p:nvPicPr>
          <p:cNvPr id="290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9" name="Content Placeholder 2"/>
          <p:cNvSpPr txBox="1"/>
          <p:nvPr>
            <p:ph type="body" idx="1"/>
          </p:nvPr>
        </p:nvSpPr>
        <p:spPr>
          <a:xfrm>
            <a:off x="457200" y="609602"/>
            <a:ext cx="8229600" cy="5364163"/>
          </a:xfrm>
          <a:prstGeom prst="rect">
            <a:avLst/>
          </a:prstGeom>
        </p:spPr>
        <p:txBody>
          <a:bodyPr/>
          <a:lstStyle/>
          <a:p>
            <a:pPr marL="0" indent="0" algn="r">
              <a:buSzTx/>
              <a:buFont typeface="Wingdings 3"/>
              <a:buNone/>
              <a:defRPr sz="4000"/>
            </a:pPr>
          </a:p>
          <a:p>
            <a:pPr marL="0" indent="0" algn="r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 දවස ඉක්ම ගියේ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r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තෙදසින් හිමි නැගියේ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r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ජිවනේ රජ සැරදේ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r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ජය ශ්‍රී වේ </a:t>
            </a:r>
            <a:r>
              <a:t>!                                                                                                           </a:t>
            </a:r>
          </a:p>
        </p:txBody>
      </p:sp>
      <p:pic>
        <p:nvPicPr>
          <p:cNvPr id="291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2" name="Content Placeholder 2"/>
          <p:cNvSpPr txBox="1"/>
          <p:nvPr>
            <p:ph type="body" idx="1"/>
          </p:nvPr>
        </p:nvSpPr>
        <p:spPr>
          <a:xfrm>
            <a:off x="457200" y="685802"/>
            <a:ext cx="8229600" cy="5287963"/>
          </a:xfrm>
          <a:prstGeom prst="rect">
            <a:avLst/>
          </a:prstGeom>
        </p:spPr>
        <p:txBody>
          <a:bodyPr/>
          <a:lstStyle/>
          <a:p>
            <a:pPr marL="0" indent="0" algn="ctr">
              <a:buSzTx/>
              <a:buFont typeface="Wingdings 3"/>
              <a:buNone/>
              <a:defRPr sz="4000"/>
            </a:pPr>
          </a:p>
          <a:p>
            <a:pPr marL="0" indent="0" algn="ctr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පාතාල දොරටු සුන් වෙයි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ctr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දොර විවර වෙයි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ctr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ලත් ජය ගීයක් වෙයි</a:t>
            </a:r>
          </a:p>
          <a:p>
            <a:pPr marL="0" indent="0" algn="ctr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ජය ශ්‍රී වේ </a:t>
            </a:r>
            <a:r>
              <a:t>!                                                                                                           </a:t>
            </a:r>
          </a:p>
          <a:p>
            <a:pPr marL="0" indent="0" algn="ctr">
              <a:buSzTx/>
              <a:buFont typeface="Wingdings 3"/>
              <a:buNone/>
              <a:defRPr sz="4000"/>
            </a:pPr>
            <a:r>
              <a:t>  </a:t>
            </a:r>
          </a:p>
        </p:txBody>
      </p:sp>
      <p:pic>
        <p:nvPicPr>
          <p:cNvPr id="291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5" name="Title 1"/>
          <p:cNvSpPr txBox="1"/>
          <p:nvPr>
            <p:ph type="title"/>
          </p:nvPr>
        </p:nvSpPr>
        <p:spPr>
          <a:xfrm>
            <a:off x="1130594" y="2404534"/>
            <a:ext cx="5826721" cy="1646303"/>
          </a:xfrm>
          <a:prstGeom prst="rect">
            <a:avLst/>
          </a:prstGeom>
        </p:spPr>
        <p:txBody>
          <a:bodyPr/>
          <a:lstStyle/>
          <a:p>
            <a:pPr defTabSz="443484">
              <a:defRPr sz="5238"/>
            </a:pPr>
          </a:p>
        </p:txBody>
      </p:sp>
      <p:sp>
        <p:nvSpPr>
          <p:cNvPr id="2916" name="Subtitle 2"/>
          <p:cNvSpPr txBox="1"/>
          <p:nvPr>
            <p:ph type="body" sz="quarter" idx="1"/>
          </p:nvPr>
        </p:nvSpPr>
        <p:spPr>
          <a:xfrm>
            <a:off x="1130594" y="4050834"/>
            <a:ext cx="5826721" cy="10969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" name="Content Placeholder 2"/>
          <p:cNvSpPr txBox="1"/>
          <p:nvPr>
            <p:ph type="body" idx="1"/>
          </p:nvPr>
        </p:nvSpPr>
        <p:spPr>
          <a:xfrm>
            <a:off x="457200" y="1295402"/>
            <a:ext cx="8229600" cy="5364163"/>
          </a:xfrm>
          <a:prstGeom prst="rect">
            <a:avLst/>
          </a:prstGeom>
        </p:spPr>
        <p:txBody>
          <a:bodyPr/>
          <a:lstStyle/>
          <a:p>
            <a:pPr marL="0" indent="0" algn="r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ලත් පහරවලින්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r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සුවය අපට අත් වෙයි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r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තොල් සදා ගී ගයයි 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r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ජය ශ්‍රී වේ </a:t>
            </a:r>
            <a:r>
              <a:t>!                                                                    </a:t>
            </a:r>
          </a:p>
          <a:p>
            <a:pPr marL="0" indent="0" algn="r">
              <a:buSzTx/>
              <a:buFont typeface="Wingdings 3"/>
              <a:buNone/>
              <a:defRPr sz="4000"/>
            </a:pPr>
          </a:p>
          <a:p>
            <a:pPr marL="0" indent="0" algn="r">
              <a:buSzTx/>
              <a:buFont typeface="Wingdings 3"/>
              <a:buNone/>
              <a:defRPr sz="4000"/>
            </a:pPr>
            <a:r>
              <a:t>			 </a:t>
            </a:r>
          </a:p>
        </p:txBody>
      </p:sp>
      <p:pic>
        <p:nvPicPr>
          <p:cNvPr id="291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1" name="Rectangle 3"/>
          <p:cNvSpPr txBox="1"/>
          <p:nvPr/>
        </p:nvSpPr>
        <p:spPr>
          <a:xfrm>
            <a:off x="350519" y="3810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170</a:t>
            </a:r>
          </a:p>
        </p:txBody>
      </p:sp>
      <p:sp>
        <p:nvSpPr>
          <p:cNvPr id="2922" name="Rectangle 4"/>
          <p:cNvSpPr txBox="1"/>
          <p:nvPr/>
        </p:nvSpPr>
        <p:spPr>
          <a:xfrm>
            <a:off x="1188719" y="1600200"/>
            <a:ext cx="6461762" cy="3399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ජිවත් වෙයි දනිම්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මරණෙට බිය නො වෙම්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ජිවත් වෙයි දනිම්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සොහොන් බල බිදුණේ ඉන්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හලෙලුයා</a:t>
            </a:r>
          </a:p>
        </p:txBody>
      </p:sp>
      <p:pic>
        <p:nvPicPr>
          <p:cNvPr id="2923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5" name="Rectangle 1"/>
          <p:cNvSpPr txBox="1"/>
          <p:nvPr/>
        </p:nvSpPr>
        <p:spPr>
          <a:xfrm>
            <a:off x="1112519" y="1371600"/>
            <a:ext cx="6156962" cy="3399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ජිවත් වෙයි දනිම්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දිව් දොර වේ ය මරණේ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බිය දුර වේ නොහිම්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මරු ළං වන සදිනේ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හලෙලුයා</a:t>
            </a:r>
          </a:p>
        </p:txBody>
      </p:sp>
      <p:pic>
        <p:nvPicPr>
          <p:cNvPr id="292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" name="Rectangle 1"/>
          <p:cNvSpPr txBox="1"/>
          <p:nvPr/>
        </p:nvSpPr>
        <p:spPr>
          <a:xfrm>
            <a:off x="1188719" y="1295400"/>
            <a:ext cx="4480562" cy="3399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ජිවත් වෙයි දනිම්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මැරුණේ අප උදෙසා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නිමල් සුද්ද පැවතුම්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උරුමය හිමි නිසා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හලෙලුයා</a:t>
            </a:r>
          </a:p>
        </p:txBody>
      </p:sp>
      <p:pic>
        <p:nvPicPr>
          <p:cNvPr id="292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1" name="Rectangle 1"/>
          <p:cNvSpPr txBox="1"/>
          <p:nvPr/>
        </p:nvSpPr>
        <p:spPr>
          <a:xfrm>
            <a:off x="1112519" y="1371600"/>
            <a:ext cx="6156962" cy="3399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ජිවත් වෙයි දනිම්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මහත් පෙමින් අප කෙරේ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විශ්ව බල ඈ කිසිත්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එයින් අප වෙන් නො කෙරේ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හලෙලුයා</a:t>
            </a:r>
          </a:p>
        </p:txBody>
      </p:sp>
      <p:pic>
        <p:nvPicPr>
          <p:cNvPr id="293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4" name="Rectangle 1"/>
          <p:cNvSpPr txBox="1"/>
          <p:nvPr/>
        </p:nvSpPr>
        <p:spPr>
          <a:xfrm>
            <a:off x="1112519" y="1371600"/>
            <a:ext cx="6156962" cy="3399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ජිවත් වෙයි දනිම්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 බල හා මහිමෙන්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අපිත් ගොස් සග උතුම්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වෙසෙමු ජේසුස් හා නිතින්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හලෙලුයා</a:t>
            </a:r>
          </a:p>
        </p:txBody>
      </p:sp>
      <p:pic>
        <p:nvPicPr>
          <p:cNvPr id="293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7" name="TextBox 3"/>
          <p:cNvSpPr txBox="1"/>
          <p:nvPr/>
        </p:nvSpPr>
        <p:spPr>
          <a:xfrm>
            <a:off x="350519" y="186584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171</a:t>
            </a:r>
          </a:p>
        </p:txBody>
      </p:sp>
      <p:sp>
        <p:nvSpPr>
          <p:cNvPr id="2938" name="TextBox 4"/>
          <p:cNvSpPr txBox="1"/>
          <p:nvPr/>
        </p:nvSpPr>
        <p:spPr>
          <a:xfrm>
            <a:off x="354148" y="787975"/>
            <a:ext cx="8442961" cy="5951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දෙව් සොම්නස් වව්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ආවේ හිමි සෙත් ලත්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බලව් ගෝ ලෙනත්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කුරුසේත් සොහොනත්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ගී පසස් දෙව් දන්වව් සැණින්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හිමි මළ බැව්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ගී පසස් දෙව් දන්වව් යළිත්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ජීවත් වන බැව් 			</a:t>
            </a:r>
          </a:p>
        </p:txBody>
      </p:sp>
      <p:pic>
        <p:nvPicPr>
          <p:cNvPr id="2939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1" name="TextBox 3"/>
          <p:cNvSpPr txBox="1"/>
          <p:nvPr/>
        </p:nvSpPr>
        <p:spPr>
          <a:xfrm>
            <a:off x="350519" y="762002"/>
            <a:ext cx="8442962" cy="5951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දෙව් සොම්නස් වව්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හිරු එළිය යි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වලා සෙවනැලි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පහ ව ගියයි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ගී පසස් දෙව් දන්වව් සැණින්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හිමි මළ බැව්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ගී පසස් දෙව් දන්වව් යළිත්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ජීවත් වන බැව් 			</a:t>
            </a:r>
          </a:p>
        </p:txBody>
      </p:sp>
      <p:pic>
        <p:nvPicPr>
          <p:cNvPr id="294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4" name="TextBox 3"/>
          <p:cNvSpPr txBox="1"/>
          <p:nvPr/>
        </p:nvSpPr>
        <p:spPr>
          <a:xfrm>
            <a:off x="274319" y="533401"/>
            <a:ext cx="8442962" cy="6485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දෙව් සොම්නස් වව්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ලේ පිදුම නිමයි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මිදීම හමාර 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මිලය ගෙව්වයි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ගී පසස් දෙව් දන්වව් සැණින්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හිමි මළ බැව්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ගී පසස් දෙව් දන්වව් යළිත්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ජීවත් වන බැව් 			</a:t>
            </a:r>
          </a:p>
        </p:txBody>
      </p:sp>
      <p:pic>
        <p:nvPicPr>
          <p:cNvPr id="294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7" name="TextBox 3"/>
          <p:cNvSpPr txBox="1"/>
          <p:nvPr/>
        </p:nvSpPr>
        <p:spPr>
          <a:xfrm>
            <a:off x="274319" y="609601"/>
            <a:ext cx="8442962" cy="6485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දෙව් සොම්නස් වව්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කමාව නොමිලේ යි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නොකැළැල් හිමි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කුරුසි පත් වුනයි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ගී පසස් දෙව් දන්වව් සැණින්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හිමි මළ බැව්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ගී පසස් දෙව් දන්වව් යළිත්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ජීවත් වන බැව් 			</a:t>
            </a:r>
          </a:p>
        </p:txBody>
      </p:sp>
      <p:pic>
        <p:nvPicPr>
          <p:cNvPr id="294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0" name="TextBox 3"/>
          <p:cNvSpPr txBox="1"/>
          <p:nvPr/>
        </p:nvSpPr>
        <p:spPr>
          <a:xfrm>
            <a:off x="350519" y="562430"/>
            <a:ext cx="8442962" cy="6485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දෙව් සොම්නස් වව්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නැසූ බැටළු පොව්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මරුවා පරදා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යළි ජීවත් වෙයි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ගී පසස් දෙව් දන්වව් සැණින්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හිමි මළ බැව්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ගී පසස් දෙව් දන්වව් යළිත්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ජීවත් වන බැව් 			</a:t>
            </a:r>
          </a:p>
        </p:txBody>
      </p:sp>
      <p:pic>
        <p:nvPicPr>
          <p:cNvPr id="295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3" name="Rectangle 3"/>
          <p:cNvSpPr txBox="1"/>
          <p:nvPr/>
        </p:nvSpPr>
        <p:spPr>
          <a:xfrm>
            <a:off x="350519" y="3810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172</a:t>
            </a:r>
          </a:p>
        </p:txBody>
      </p:sp>
      <p:sp>
        <p:nvSpPr>
          <p:cNvPr id="2954" name="Rectangle 4"/>
          <p:cNvSpPr txBox="1"/>
          <p:nvPr/>
        </p:nvSpPr>
        <p:spPr>
          <a:xfrm>
            <a:off x="1112519" y="697867"/>
            <a:ext cx="64617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නින්දා ලැබූ සමිඳුනි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ගලීලයේ රජුනි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වින්ද දුක්වලිනි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ගැලවීම අත් විණි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ගේ පව් හා එහි දොස්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ගත්තේ හිස් පිට නිදොස්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කමාවත් ජීවනයත් තොස්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ඇත්තේ ඒ නමින් උසස්</a:t>
            </a:r>
          </a:p>
        </p:txBody>
      </p:sp>
      <p:pic>
        <p:nvPicPr>
          <p:cNvPr id="2955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7" name="Rectangle 4"/>
          <p:cNvSpPr txBox="1"/>
          <p:nvPr/>
        </p:nvSpPr>
        <p:spPr>
          <a:xfrm>
            <a:off x="1112519" y="697867"/>
            <a:ext cx="64617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යේසුස්නි සග සිහසුන්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වසන පිත් සමගින්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අග දුතුන් හා සග සෙන්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වණත් ඔබ සතතින්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අපගේ මැදහත්කරු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වෙයි ඔබ මිදුම්කරු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සාදයි අපට සිත් යුරු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එහි නිවෙස් මහරු </a:t>
            </a:r>
          </a:p>
        </p:txBody>
      </p:sp>
      <p:pic>
        <p:nvPicPr>
          <p:cNvPr id="295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0" name="Rectangle 4"/>
          <p:cNvSpPr txBox="1"/>
          <p:nvPr/>
        </p:nvSpPr>
        <p:spPr>
          <a:xfrm>
            <a:off x="1112519" y="697867"/>
            <a:ext cx="64617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 බල මහිමය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හට හිමි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ගුණය නොනැවත්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පැසසුම යුතුය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සෙන් එක වව් මිහි නදින්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වණව් ලෝ මිදුම්කරුන්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එම්මානුවෙල් දෙව් කුමරුන්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පසසව් බැති සිතින්</a:t>
            </a:r>
          </a:p>
        </p:txBody>
      </p:sp>
      <p:pic>
        <p:nvPicPr>
          <p:cNvPr id="296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3" name="Rectangle 3"/>
          <p:cNvSpPr txBox="1"/>
          <p:nvPr/>
        </p:nvSpPr>
        <p:spPr>
          <a:xfrm>
            <a:off x="350519" y="3810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173</a:t>
            </a:r>
          </a:p>
        </p:txBody>
      </p:sp>
      <p:sp>
        <p:nvSpPr>
          <p:cNvPr id="2964" name="Rectangle 4"/>
          <p:cNvSpPr txBox="1"/>
          <p:nvPr/>
        </p:nvSpPr>
        <p:spPr>
          <a:xfrm>
            <a:off x="1331572" y="1214424"/>
            <a:ext cx="6461761" cy="5272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සමිද මට අදරැත්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සැග ගඟ ගැලුවෙත්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හමා ගියත් සුළි සුළඟක්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ඔබගෙ තුරුලෙ මම සැඟවෙමි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සමිඳ සුරැක මා ගෙන යන්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දිවි අග දි ගං තෙර දී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මෙමා බාර ගනු සමිඳුනි</a:t>
            </a:r>
          </a:p>
        </p:txBody>
      </p:sp>
      <p:pic>
        <p:nvPicPr>
          <p:cNvPr id="2965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7" name="Rectangle 4"/>
          <p:cNvSpPr txBox="1"/>
          <p:nvPr/>
        </p:nvSpPr>
        <p:spPr>
          <a:xfrm>
            <a:off x="1331572" y="1214421"/>
            <a:ext cx="6461761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සරණ නොමැත මට ඔබ හැර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ඔබගෙ සුරතැ මම රැදෙනෙමි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තනිව මෙම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නො ම තබන්න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සුරැක සමිද මා ගෙන යන්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පැතුම මගේ ඔබ කෙරේ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සියලු අසිරි ඔබගෙන් ම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නොවැසි හිස වසන්න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හිසට හෙවණ ඔබ පියපත</a:t>
            </a:r>
          </a:p>
        </p:txBody>
      </p:sp>
      <p:pic>
        <p:nvPicPr>
          <p:cNvPr id="296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" name="Rectangle 4"/>
          <p:cNvSpPr txBox="1"/>
          <p:nvPr/>
        </p:nvSpPr>
        <p:spPr>
          <a:xfrm>
            <a:off x="1331572" y="1214421"/>
            <a:ext cx="6461761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කිතුනි ඔබ ය මට හැම දැය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සවිය දෙමින් මා රකින්නෙ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රෝගි සැමා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සුව පත්කර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දුබලවුන්ගෙ දිරි වඩන්නෙ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 ඔබේ නම දමිටු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පවිටු මෙ මට ඔබ පිහිට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පවින් පිරුණ මට දයාව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දක්ව දෙන්න පව් කමාව</a:t>
            </a:r>
          </a:p>
        </p:txBody>
      </p:sp>
      <p:pic>
        <p:nvPicPr>
          <p:cNvPr id="297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3" name="Rectangle 4"/>
          <p:cNvSpPr txBox="1"/>
          <p:nvPr/>
        </p:nvSpPr>
        <p:spPr>
          <a:xfrm>
            <a:off x="1331572" y="1214421"/>
            <a:ext cx="6461761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කුළුණු සයුර ඔබ සමිදේ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පාපි මෙමා සුදු කරන්නේ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සුසුදු වනා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දිය දහරින්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 බැහැර කර සෝදන්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සිඳිනු ආත්ම දැඩි පිපාස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දිවිය දෙවන දිය දහරින්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 හද පිරෙයි දිය ජිවන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මවේ ගඟක් නිත් පොබයන</a:t>
            </a:r>
          </a:p>
        </p:txBody>
      </p:sp>
      <p:pic>
        <p:nvPicPr>
          <p:cNvPr id="297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6" name="Rectangle 3"/>
          <p:cNvSpPr txBox="1"/>
          <p:nvPr/>
        </p:nvSpPr>
        <p:spPr>
          <a:xfrm>
            <a:off x="350519" y="3810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174</a:t>
            </a:r>
          </a:p>
        </p:txBody>
      </p:sp>
      <p:sp>
        <p:nvSpPr>
          <p:cNvPr id="2977" name="Rectangle 4"/>
          <p:cNvSpPr txBox="1"/>
          <p:nvPr/>
        </p:nvSpPr>
        <p:spPr>
          <a:xfrm>
            <a:off x="1331572" y="1214421"/>
            <a:ext cx="7123798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සගයේ දෙවි පුත් කුමරා පොරණේ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වැඩලා මෙලොවේ ආදරෙන්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පවිටුන් මුදනා සේ තොසේ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විදිමන දැඩි දුක් බෝ ලෙසේ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කුරුසිය පිට පණ දි යසේ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මිදු බැව් පැතිරෙයි ලෝ කුසේ</a:t>
            </a:r>
          </a:p>
        </p:txBody>
      </p:sp>
      <p:pic>
        <p:nvPicPr>
          <p:cNvPr id="2978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  <p:pic>
        <p:nvPicPr>
          <p:cNvPr id="2979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12831" y="2690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1" name="Rectangle 4"/>
          <p:cNvSpPr txBox="1"/>
          <p:nvPr/>
        </p:nvSpPr>
        <p:spPr>
          <a:xfrm>
            <a:off x="1331572" y="1214421"/>
            <a:ext cx="7123798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තුටු වව් සැම සත් තුටු වව් නිතිනා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සෙත් ලැබෙනා බැව් දැනා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යකුගේ බල බින්දේ එදා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පිට හිමි දිවි පුදා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සොහොනෙන් නැගි බලයෙන් සෙදා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වඩිමින් දෙවි ලොව බෝ තෙදා</a:t>
            </a:r>
          </a:p>
        </p:txBody>
      </p:sp>
      <p:pic>
        <p:nvPicPr>
          <p:cNvPr id="298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4" name="Rectangle 4"/>
          <p:cNvSpPr txBox="1"/>
          <p:nvPr/>
        </p:nvSpPr>
        <p:spPr>
          <a:xfrm>
            <a:off x="1331572" y="1214421"/>
            <a:ext cx="6461761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දරුවන් හට ආදර ඇති එතුමා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බලමින් අප වෙත් මේ දිනේ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කුළුණෙන් දෙන් කමා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අපගේ පව් දුර ලා සැමා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නෙත් ඔබ වෙත් දැන් යොමා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සිටිනෙමු දෙන තෙක් සෙත් අමා</a:t>
            </a:r>
          </a:p>
        </p:txBody>
      </p:sp>
      <p:pic>
        <p:nvPicPr>
          <p:cNvPr id="298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7" name="Rectangle 4"/>
          <p:cNvSpPr txBox="1"/>
          <p:nvPr/>
        </p:nvSpPr>
        <p:spPr>
          <a:xfrm>
            <a:off x="1331572" y="1214421"/>
            <a:ext cx="6461761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සුබසුන් ඔබගේ අනගි යි මිහිරියි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පැතිරෙයි විහිදෙයි මේ ලොවේ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හට හැකි සැම දේ සොදා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කරමින් ඒ පතුරා නඳා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පවිටුන් ඔබගේ පා සරා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ගෙනනට අප හට දෙන් වරා</a:t>
            </a:r>
          </a:p>
        </p:txBody>
      </p:sp>
      <p:pic>
        <p:nvPicPr>
          <p:cNvPr id="298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" name="Rectangle 3"/>
          <p:cNvSpPr txBox="1"/>
          <p:nvPr/>
        </p:nvSpPr>
        <p:spPr>
          <a:xfrm>
            <a:off x="350519" y="381002"/>
            <a:ext cx="1127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175</a:t>
            </a:r>
          </a:p>
        </p:txBody>
      </p:sp>
      <p:sp>
        <p:nvSpPr>
          <p:cNvPr id="2991" name="Rectangle 4"/>
          <p:cNvSpPr txBox="1"/>
          <p:nvPr/>
        </p:nvSpPr>
        <p:spPr>
          <a:xfrm>
            <a:off x="331440" y="1714487"/>
            <a:ext cx="8481120" cy="3586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 දන වන ඉස්රෙල් 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පාලනේ නෙත් යෙදීලා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ගැලවුම් සැලසුම් වස් 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දා යුදා නම් දසුන්ගෙන්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බිහි විණි ගරු වංසෙන් 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ඒ මෙසායා තුමන් දුන්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හිමි වැජඹේ වා 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අත් බෙලෙන් සෙත් වඩාලා</a:t>
            </a:r>
          </a:p>
        </p:txBody>
      </p:sp>
      <p:pic>
        <p:nvPicPr>
          <p:cNvPr id="2992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4" name="Rectangle 4"/>
          <p:cNvSpPr txBox="1"/>
          <p:nvPr/>
        </p:nvSpPr>
        <p:spPr>
          <a:xfrm>
            <a:off x="331440" y="1714487"/>
            <a:ext cx="8481120" cy="3586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 දිවැසිවරුන්ගෙන් 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ලෝක අරම්බ කාලේ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 කියවනු බස් ලෙස් 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ඒ තමා තුම් මිදීමෙන්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රිපු වෙර බැඳියන්ගෙන් 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ඒ මිදුම් දුන් අමා වු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හිමි වැජඹේ වා 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අත් බෙලෙන් සෙත් වඩාලා</a:t>
            </a:r>
          </a:p>
        </p:txBody>
      </p:sp>
      <p:pic>
        <p:nvPicPr>
          <p:cNvPr id="299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7" name="Rectangle 4"/>
          <p:cNvSpPr txBox="1"/>
          <p:nvPr/>
        </p:nvSpPr>
        <p:spPr>
          <a:xfrm>
            <a:off x="188563" y="1714487"/>
            <a:ext cx="8766842" cy="28752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පියවරුනට මෙත් පා 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ආබ්‍රහම් නම් පියා හා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කළ ගිවිසුම ඔස්සේ 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සව් රිපුන්ගෙන් මිදීලා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සුවි දැහැමි වතින් හා 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සේවයෙන් යුත් විසුම් දුන්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හිමි වැජඹේ වා 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අත් බෙලෙන් සෙත් වඩාලා</a:t>
            </a:r>
          </a:p>
        </p:txBody>
      </p:sp>
      <p:pic>
        <p:nvPicPr>
          <p:cNvPr id="299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" name="Rectangle 4"/>
          <p:cNvSpPr txBox="1"/>
          <p:nvPr/>
        </p:nvSpPr>
        <p:spPr>
          <a:xfrm>
            <a:off x="188595" y="1714487"/>
            <a:ext cx="8766842" cy="28752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 සෙනඟ මෙත් පා 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පව් මිදුම් මිං කියාලා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අදුරෙහි මරු සේයෙත් 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උන්නවුන් ඉන් මිදුම් වස්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ළදරුවකු දෙවුම් 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සාරතී මෙන් හිමින්ගේ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හිමි වැජඹේ වා 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අත් බෙලෙන් සෙත් වඩාලා</a:t>
            </a:r>
          </a:p>
        </p:txBody>
      </p:sp>
      <p:pic>
        <p:nvPicPr>
          <p:cNvPr id="300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3" name="Rectangle 4"/>
          <p:cNvSpPr txBox="1"/>
          <p:nvPr/>
        </p:nvSpPr>
        <p:spPr>
          <a:xfrm>
            <a:off x="188595" y="1714490"/>
            <a:ext cx="8766842" cy="2875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මඟ තනවන්ටත් 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ඒ මගේ ඇස් යවන්ටත්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එනු ඈත අරුණාලෝ 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දෙව් දයාවෙන් උඩාතින්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 පුතු සුද අත් නම් 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තුන්තරා එක් මුරුන්ටා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සදහ ම් පැසසේ වා 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දැන් සහාරම්භයේ මෙන්</a:t>
            </a:r>
          </a:p>
        </p:txBody>
      </p:sp>
      <p:pic>
        <p:nvPicPr>
          <p:cNvPr id="300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6" name="Rectangle 3"/>
          <p:cNvSpPr txBox="1"/>
          <p:nvPr/>
        </p:nvSpPr>
        <p:spPr>
          <a:xfrm>
            <a:off x="350519" y="381002"/>
            <a:ext cx="1127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176</a:t>
            </a:r>
          </a:p>
        </p:txBody>
      </p:sp>
      <p:sp>
        <p:nvSpPr>
          <p:cNvPr id="3007" name="Rectangle 4"/>
          <p:cNvSpPr txBox="1"/>
          <p:nvPr/>
        </p:nvSpPr>
        <p:spPr>
          <a:xfrm>
            <a:off x="331440" y="1714490"/>
            <a:ext cx="8481120" cy="2875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ප්‍රේමණීය ජේසු මා වෙතේ සාදා වෙසේ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නන්දනීය භක්ති ගීත වේ උදම් ඔබේ හදේ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 භුමි තුංග තත්ව මා නිසා මෙතින් හළේ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මුදන්නට අනේ කුරුසියේ දුකින් මළේ</a:t>
            </a:r>
          </a:p>
        </p:txBody>
      </p:sp>
      <p:pic>
        <p:nvPicPr>
          <p:cNvPr id="3008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" name="Rectangle 4"/>
          <p:cNvSpPr txBox="1"/>
          <p:nvPr/>
        </p:nvSpPr>
        <p:spPr>
          <a:xfrm>
            <a:off x="117190" y="1912988"/>
            <a:ext cx="9052561" cy="2875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සාමි දේව බිම්බ මා වෙතේ සදා දිලේ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වුණත් ඔබේ සොම් වුවන් කැලුම් නො වේ දිසේ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පාප රෝග දෝස බෝ දෙනා කෙරෙන් ලොවේ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පැන්වු ඒ සිහින් හඩින් කිසිත් සවන් කරා නො ඒ</a:t>
            </a:r>
          </a:p>
        </p:txBody>
      </p:sp>
      <p:pic>
        <p:nvPicPr>
          <p:cNvPr id="301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3" name="Rectangle 4"/>
          <p:cNvSpPr txBox="1"/>
          <p:nvPr/>
        </p:nvSpPr>
        <p:spPr>
          <a:xfrm>
            <a:off x="117125" y="1685401"/>
            <a:ext cx="9052561" cy="3586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කෙසේ වෙතත් ඔබේ මඟත් බලේ සොඳින් දැනේ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 හා ඔබේ සටන් විදස්සනා මගින් හැගේ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ආදරේ වෙතොත් මෙමා සැදෑ සිතින් මද්ව් කුරේ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සොම්නසත් දයා සෙතත් තොරක් නො වී ඔබෙන් ලැබේ</a:t>
            </a:r>
          </a:p>
        </p:txBody>
      </p:sp>
      <p:pic>
        <p:nvPicPr>
          <p:cNvPr id="301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6" name="Rectangle 4"/>
          <p:cNvSpPr txBox="1"/>
          <p:nvPr/>
        </p:nvSpPr>
        <p:spPr>
          <a:xfrm>
            <a:off x="331440" y="1714490"/>
            <a:ext cx="8481120" cy="2875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සෑම දා දිවා රැයේ මෙමා දණින් වැටී ඔබේ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 ආසනේට ළං වෙනා වරේ බැතින් හදේ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 බප් සුදත් යුතා දුතුන් මැදේ විසුම් ඔබේ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සී වෙලා සමින්ද මම් පිලෙම් තොසා සුදාකරේ</a:t>
            </a:r>
          </a:p>
        </p:txBody>
      </p:sp>
      <p:pic>
        <p:nvPicPr>
          <p:cNvPr id="301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9" name="Rectangle 4"/>
          <p:cNvSpPr txBox="1"/>
          <p:nvPr/>
        </p:nvSpPr>
        <p:spPr>
          <a:xfrm>
            <a:off x="331440" y="1714490"/>
            <a:ext cx="8481120" cy="2875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ඔව් එසේ තමා ඔබේ යැදුම් වදන් ළගින් ඇසේ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සෑම වේලෙ මා ගැන එසේ යැදුම් පිදුම් කෙරේ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මාගෙ දෑස නින්දෙනා පිහී යනා නමුත් රැයේ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ඔබේ දිවැස් යොමා මෙමා රකින් නිරන්තරේ</a:t>
            </a:r>
          </a:p>
        </p:txBody>
      </p:sp>
      <p:pic>
        <p:nvPicPr>
          <p:cNvPr id="302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2" name="TextBox 3"/>
          <p:cNvSpPr txBox="1"/>
          <p:nvPr/>
        </p:nvSpPr>
        <p:spPr>
          <a:xfrm>
            <a:off x="350519" y="186584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177</a:t>
            </a:r>
          </a:p>
        </p:txBody>
      </p:sp>
      <p:sp>
        <p:nvSpPr>
          <p:cNvPr id="3023" name="Rectangle 5"/>
          <p:cNvSpPr txBox="1"/>
          <p:nvPr/>
        </p:nvSpPr>
        <p:spPr>
          <a:xfrm>
            <a:off x="2260265" y="1071547"/>
            <a:ext cx="4980660" cy="5272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ඇදහිල්ලෙන් බලමි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දුන් ක්‍රිස්තුස් උතුම්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කල්වරියේ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අයදුම් අසන්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සෑම පවින් මුදන්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බාර වෙමි දිවිහිමි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ම</a:t>
            </a:r>
          </a:p>
        </p:txBody>
      </p:sp>
      <p:pic>
        <p:nvPicPr>
          <p:cNvPr id="302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6" name="Rectangle 5"/>
          <p:cNvSpPr txBox="1"/>
          <p:nvPr/>
        </p:nvSpPr>
        <p:spPr>
          <a:xfrm>
            <a:off x="2260265" y="1071547"/>
            <a:ext cx="4980660" cy="5272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මෙත් ගුණ පා දෙමින්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දිරිමත් කරන්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පුබුදු වන්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මා වෙනුවෙන්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පිදිණි ප්‍රේමයෙන්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පෙම ඒ ලෙසින්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පිදේ බැතින්</a:t>
            </a:r>
          </a:p>
        </p:txBody>
      </p:sp>
      <p:pic>
        <p:nvPicPr>
          <p:cNvPr id="302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9" name="Rectangle 5"/>
          <p:cNvSpPr txBox="1"/>
          <p:nvPr/>
        </p:nvSpPr>
        <p:spPr>
          <a:xfrm>
            <a:off x="2260265" y="1071547"/>
            <a:ext cx="4980660" cy="5272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ජිවිත ගමන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පීඩා මැදින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යන කල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අදුරැති කල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 දුක් ඇති විට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මුළා නො වී යන්ට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පෙන්වන් මඟ</a:t>
            </a:r>
          </a:p>
        </p:txBody>
      </p:sp>
      <p:pic>
        <p:nvPicPr>
          <p:cNvPr id="303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2" name="Rectangle 5"/>
          <p:cNvSpPr txBox="1"/>
          <p:nvPr/>
        </p:nvSpPr>
        <p:spPr>
          <a:xfrm>
            <a:off x="2260265" y="1071545"/>
            <a:ext cx="4980660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වෙනස් වන ලොවේ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සීතල ගඟුලේ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ගිලෙත් 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බිය සැක හැර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තුළින් දිය සැර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මුදා මා දෙව් පුර</a:t>
            </a:r>
          </a:p>
        </p:txBody>
      </p:sp>
      <p:pic>
        <p:nvPicPr>
          <p:cNvPr id="303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5" name="TextBox 1"/>
          <p:cNvSpPr txBox="1"/>
          <p:nvPr/>
        </p:nvSpPr>
        <p:spPr>
          <a:xfrm>
            <a:off x="688629" y="285729"/>
            <a:ext cx="99441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178</a:t>
            </a:r>
          </a:p>
        </p:txBody>
      </p:sp>
      <p:sp>
        <p:nvSpPr>
          <p:cNvPr id="3036" name="TextBox 2"/>
          <p:cNvSpPr txBox="1"/>
          <p:nvPr/>
        </p:nvSpPr>
        <p:spPr>
          <a:xfrm>
            <a:off x="1715101" y="1027331"/>
            <a:ext cx="6011580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මෙන් මිතුරෙක් ඇත් 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 දුක් හා පව් දරන්ට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කීම මෙන් වරමක් ඇත් 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සියල්ල දෙවිදුන්ට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ඕනෑ නැති සිත් තැවුල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ගත් නිසයි දුක් කරට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නො කී නිසයි සියල්ල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යාච්ඤාවෙන් සමිදුන්ට</a:t>
            </a:r>
          </a:p>
        </p:txBody>
      </p:sp>
      <p:pic>
        <p:nvPicPr>
          <p:cNvPr id="303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9" name="TextBox 2"/>
          <p:cNvSpPr txBox="1"/>
          <p:nvPr/>
        </p:nvSpPr>
        <p:spPr>
          <a:xfrm>
            <a:off x="1402279" y="641683"/>
            <a:ext cx="693400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බාදා පරික්සා තිබෙතත්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වෙනත් පිඩා දරන්ට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ඊට සැක නොව කිසිත්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ගෙනෙන් යේසුස් වෙතට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මෙන් මිතුරෙක් නැත් මැයි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දුක් උසුලන්ට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අපගේ දුක් සෝක දනියි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අයදිමු පිහිට</a:t>
            </a:r>
          </a:p>
        </p:txBody>
      </p:sp>
      <p:pic>
        <p:nvPicPr>
          <p:cNvPr id="304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2" name="TextBox 2"/>
          <p:cNvSpPr txBox="1"/>
          <p:nvPr/>
        </p:nvSpPr>
        <p:spPr>
          <a:xfrm>
            <a:off x="1402279" y="721894"/>
            <a:ext cx="670540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හා කරදර බරින්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පෙලෙන කළ සිත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සුරැකුම් යේසුස් ම යි නිතින්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ළං වන් එතුමන් වෙත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මිතුරන් අත් හැර ගියත්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යමු හිමි වෙතට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හිමි දෙයි පෙමින් මහත්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සොම්නස් හා සෙත් අපට</a:t>
            </a:r>
          </a:p>
        </p:txBody>
      </p:sp>
      <p:pic>
        <p:nvPicPr>
          <p:cNvPr id="304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5" name="Rectangle 1"/>
          <p:cNvSpPr txBox="1"/>
          <p:nvPr/>
        </p:nvSpPr>
        <p:spPr>
          <a:xfrm>
            <a:off x="350522" y="381000"/>
            <a:ext cx="818516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179</a:t>
            </a:r>
          </a:p>
        </p:txBody>
      </p:sp>
      <p:sp>
        <p:nvSpPr>
          <p:cNvPr id="3046" name="Rectangle 1"/>
          <p:cNvSpPr txBox="1"/>
          <p:nvPr/>
        </p:nvSpPr>
        <p:spPr>
          <a:xfrm>
            <a:off x="1417322" y="-176787"/>
            <a:ext cx="4764991" cy="6624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මට පෙමැත් යේසුනි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ඉගිලෙම් ඔබ වෙත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ජල ගලා නොමිනි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එන කල මාරුත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සඟවන් මා සඟවන්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ජීවිතේ දුක් නිමවා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ඔබ හා වසන මෙන්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ගන්න තෙක් මා කැඳවා</a:t>
            </a:r>
          </a:p>
        </p:txBody>
      </p:sp>
      <p:pic>
        <p:nvPicPr>
          <p:cNvPr id="304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9" name="Rectangle 1"/>
          <p:cNvSpPr txBox="1"/>
          <p:nvPr/>
        </p:nvSpPr>
        <p:spPr>
          <a:xfrm>
            <a:off x="1417319" y="-176786"/>
            <a:ext cx="4104691" cy="6624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අන් සරණක් නෑ මට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ඔබටම ලං වෙමි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නොහැර තනි වන්ට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මා සනසනු හිමි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ඔබයි මා සුපැතුම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මට පිහිට වනු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ඔබ පියාපතින්ම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මා සිරස වසනු</a:t>
            </a:r>
          </a:p>
        </p:txBody>
      </p:sp>
      <p:pic>
        <p:nvPicPr>
          <p:cNvPr id="305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2" name="Rectangle 1"/>
          <p:cNvSpPr txBox="1"/>
          <p:nvPr/>
        </p:nvSpPr>
        <p:spPr>
          <a:xfrm>
            <a:off x="1417321" y="-176785"/>
            <a:ext cx="4770722" cy="6624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ක්‍රිස්තුස්මයි  ඕනෑ මට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කෙනෙක් නෑ ඔබ ලෙද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සෙත් දෙන් වැටුණුවුන්ට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දනන්ට රෝගී අඳ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ඔබ නම සුද්දමයි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අදමිටුයි මම් නොමින්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පාපෙන්ද පිරී සිටීම්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ඔබ සපිරෙයි පෙමින්</a:t>
            </a:r>
          </a:p>
        </p:txBody>
      </p:sp>
      <p:pic>
        <p:nvPicPr>
          <p:cNvPr id="305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5" name="Rectangle 1"/>
          <p:cNvSpPr txBox="1"/>
          <p:nvPr/>
        </p:nvSpPr>
        <p:spPr>
          <a:xfrm>
            <a:off x="1417320" y="-176784"/>
            <a:ext cx="4351621" cy="6624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ඔබ දයා කඳ ය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පවින් මා සෝදාලන්ට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සුව දෙන ජලය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ඉසිනු දැන් මා පිට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ඔබ මා සිත තුළින්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ජීවනේ උල්පත වන්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සැම කල් වසන මෙන්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අයදිම් යටත් සිතින්</a:t>
            </a:r>
          </a:p>
        </p:txBody>
      </p:sp>
      <p:pic>
        <p:nvPicPr>
          <p:cNvPr id="305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8" name="Rectangle 3"/>
          <p:cNvSpPr txBox="1"/>
          <p:nvPr/>
        </p:nvSpPr>
        <p:spPr>
          <a:xfrm>
            <a:off x="350519" y="3810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1</a:t>
            </a:r>
            <a:r>
              <a:t>80</a:t>
            </a:r>
          </a:p>
        </p:txBody>
      </p:sp>
      <p:sp>
        <p:nvSpPr>
          <p:cNvPr id="3059" name="Rectangle 4"/>
          <p:cNvSpPr txBox="1"/>
          <p:nvPr/>
        </p:nvSpPr>
        <p:spPr>
          <a:xfrm>
            <a:off x="1112519" y="697868"/>
            <a:ext cx="6461762" cy="727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මා ගැලවුම්කරුයි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ජීවමානයි දනිම්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උදෙසා වග කියයි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පෙන්වයි දයා නොහිම්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 දිරි ගන්වමින්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මිදීම ගෙන දෙයි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දුටු විට නෙතින්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නිදහස දැනෙයි</a:t>
            </a:r>
          </a:p>
        </p:txBody>
      </p:sp>
      <p:pic>
        <p:nvPicPr>
          <p:cNvPr id="3060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2" name="Rectangle 4"/>
          <p:cNvSpPr txBox="1"/>
          <p:nvPr/>
        </p:nvSpPr>
        <p:spPr>
          <a:xfrm>
            <a:off x="1112519" y="697869"/>
            <a:ext cx="6461762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පිරිසිදු පැවතුම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හිමි කැමතියි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කුළුණු ගුණෙන් එ තුම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 සපුරයි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වදන් සුපුවර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අදහම් නියතින්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වෙත වැඩම කර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මුදනු මැන දැන්</a:t>
            </a:r>
          </a:p>
        </p:txBody>
      </p:sp>
      <p:pic>
        <p:nvPicPr>
          <p:cNvPr id="306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5" name="Rectangle 4"/>
          <p:cNvSpPr txBox="1"/>
          <p:nvPr/>
        </p:nvSpPr>
        <p:spPr>
          <a:xfrm>
            <a:off x="1112519" y="697869"/>
            <a:ext cx="64617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දෙවිඳුන්ගෙත් එතුම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මාගෙත් වන විට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සැප මිහි පිටම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ලැබේ අත්දකින්නට</a:t>
            </a:r>
          </a:p>
        </p:txBody>
      </p:sp>
      <p:pic>
        <p:nvPicPr>
          <p:cNvPr id="306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8" name="Rectangle 3"/>
          <p:cNvSpPr txBox="1"/>
          <p:nvPr/>
        </p:nvSpPr>
        <p:spPr>
          <a:xfrm>
            <a:off x="350519" y="3810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181</a:t>
            </a:r>
          </a:p>
        </p:txBody>
      </p:sp>
      <p:sp>
        <p:nvSpPr>
          <p:cNvPr id="3069" name="Rectangle 5"/>
          <p:cNvSpPr txBox="1"/>
          <p:nvPr/>
        </p:nvSpPr>
        <p:spPr>
          <a:xfrm>
            <a:off x="688630" y="1285859"/>
            <a:ext cx="6337980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 ගිනි පුපුරෙන් නෙක ගිනි දැල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බලව දිලෙනු සුවිසල්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 හිමි පෙම් බෙලෙනි නිමල්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පැතිරෙයි එය සැම කල්</a:t>
            </a:r>
          </a:p>
        </p:txBody>
      </p:sp>
      <p:sp>
        <p:nvSpPr>
          <p:cNvPr id="3070" name="Rectangle 6"/>
          <p:cNvSpPr txBox="1"/>
          <p:nvPr/>
        </p:nvSpPr>
        <p:spPr>
          <a:xfrm>
            <a:off x="3474712" y="4214817"/>
            <a:ext cx="5337816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ලොව වැඩියේ සුදු ද ගිනි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දල්වන්ටි බෙලෙනි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දස</a:t>
            </a:r>
            <a:r>
              <a:t>'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 විහිදි ඇත දැන් එ ගිනි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විශ්වය අලළමිනි</a:t>
            </a:r>
          </a:p>
        </p:txBody>
      </p:sp>
      <p:pic>
        <p:nvPicPr>
          <p:cNvPr id="307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5"/>
          <p:cNvSpPr txBox="1"/>
          <p:nvPr/>
        </p:nvSpPr>
        <p:spPr>
          <a:xfrm>
            <a:off x="688630" y="1285859"/>
            <a:ext cx="6337980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 දිවි තුළින් නැගි ගින්න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නිවෙයි තිර ලෙසින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එයින දවයි සිත කුදිටු ගුණ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මල නො හරිමින</a:t>
            </a:r>
          </a:p>
        </p:txBody>
      </p:sp>
      <p:sp>
        <p:nvSpPr>
          <p:cNvPr id="3074" name="Rectangle 6"/>
          <p:cNvSpPr txBox="1"/>
          <p:nvPr/>
        </p:nvSpPr>
        <p:spPr>
          <a:xfrm>
            <a:off x="3474712" y="4214817"/>
            <a:ext cx="5337816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ගිනි වන දිවි ලත් සුද්දවරු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සත් දම් ලොවැ පැතුරූ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එදහම් කිතු දජ නැඟෙන තුරු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පතුරති දේවදරු</a:t>
            </a:r>
          </a:p>
        </p:txBody>
      </p:sp>
      <p:pic>
        <p:nvPicPr>
          <p:cNvPr id="307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 txBox="1"/>
          <p:nvPr/>
        </p:nvSpPr>
        <p:spPr>
          <a:xfrm>
            <a:off x="688630" y="1285859"/>
            <a:ext cx="6337980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ලොව දැල් වු පෙම් ගින්නේ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ගිනිපුපුරක් වෙමිනේ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අඳුරු ලොවෙක තරු ලෙස ගුවනේ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දිලෙනවරම් දෙන්නේ</a:t>
            </a:r>
          </a:p>
        </p:txBody>
      </p:sp>
      <p:pic>
        <p:nvPicPr>
          <p:cNvPr id="307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3"/>
          <p:cNvSpPr txBox="1"/>
          <p:nvPr/>
        </p:nvSpPr>
        <p:spPr>
          <a:xfrm>
            <a:off x="350519" y="3810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182</a:t>
            </a:r>
          </a:p>
        </p:txBody>
      </p:sp>
      <p:sp>
        <p:nvSpPr>
          <p:cNvPr id="3081" name="Rectangle 5"/>
          <p:cNvSpPr txBox="1"/>
          <p:nvPr/>
        </p:nvSpPr>
        <p:spPr>
          <a:xfrm>
            <a:off x="688630" y="1285862"/>
            <a:ext cx="7480987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මතු ලෝ දැනට ඔබෙ සබදමතෙදිනා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හෙළි කරනෙම් නිති මගෙ මුව බසිනා</a:t>
            </a:r>
          </a:p>
        </p:txBody>
      </p:sp>
      <p:sp>
        <p:nvSpPr>
          <p:cNvPr id="3082" name="Rectangle 6"/>
          <p:cNvSpPr txBox="1"/>
          <p:nvPr/>
        </p:nvSpPr>
        <p:spPr>
          <a:xfrm>
            <a:off x="2617456" y="3714751"/>
            <a:ext cx="6266510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සදහට ඔබ හිමි සුකුළුණුමහිමා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පදවල සැදි සබදමනියමා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ගොතිරය සිහසුන මිහිසැදුමා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ගිවිසුම විය ඔබෙ එය මගෙහැඟුමා</a:t>
            </a:r>
          </a:p>
        </p:txBody>
      </p:sp>
      <p:pic>
        <p:nvPicPr>
          <p:cNvPr id="308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5" name="Rectangle 5"/>
          <p:cNvSpPr txBox="1"/>
          <p:nvPr/>
        </p:nvSpPr>
        <p:spPr>
          <a:xfrm>
            <a:off x="688630" y="1285862"/>
            <a:ext cx="7480987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මතු ලෝ දැනට ඔබෙ සබදමතෙදිනා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හෙළි කරනෙම් නිති මගෙ මුව බසිනා</a:t>
            </a:r>
          </a:p>
        </p:txBody>
      </p:sp>
      <p:sp>
        <p:nvSpPr>
          <p:cNvPr id="3086" name="Rectangle 6"/>
          <p:cNvSpPr txBox="1"/>
          <p:nvPr/>
        </p:nvSpPr>
        <p:spPr>
          <a:xfrm>
            <a:off x="2188827" y="3714751"/>
            <a:ext cx="6695139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සමිදුනු ඔබ සිරි පසසයිගුවනා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සුසබෙහි ඔබෙ දම පැසසෙයිනිතිනා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නිබයෙහි නැති විට සම අය ගැණෙනා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කොහි වෙ ද ඔබ සම අයගැණෙනා</a:t>
            </a:r>
          </a:p>
        </p:txBody>
      </p:sp>
      <p:pic>
        <p:nvPicPr>
          <p:cNvPr id="308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5"/>
          <p:cNvSpPr txBox="1"/>
          <p:nvPr/>
        </p:nvSpPr>
        <p:spPr>
          <a:xfrm>
            <a:off x="688630" y="1285862"/>
            <a:ext cx="7480987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මතු ලෝ දැනට ඔබෙ සබදමතෙදිනා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හෙළි කරනෙම් නිති මගෙ මුව බසිනා</a:t>
            </a:r>
          </a:p>
        </p:txBody>
      </p:sp>
      <p:sp>
        <p:nvSpPr>
          <p:cNvPr id="3090" name="Rectangle 6"/>
          <p:cNvSpPr txBox="1"/>
          <p:nvPr/>
        </p:nvSpPr>
        <p:spPr>
          <a:xfrm>
            <a:off x="2617456" y="3714751"/>
            <a:ext cx="6266510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බුජ බලවති ඔබෙ අත ස්විඇත්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දකුණ</a:t>
            </a:r>
            <a:r>
              <a:t>'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 තුඟු මය සිහසුන සිරිමත්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හරිකම යුතුකම පිට පවතියිනිත්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පෙරටුව යයි ඔබෙ දම සඟකුළුණත්</a:t>
            </a:r>
          </a:p>
        </p:txBody>
      </p:sp>
      <p:pic>
        <p:nvPicPr>
          <p:cNvPr id="309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3" name="Rectangle 5"/>
          <p:cNvSpPr txBox="1"/>
          <p:nvPr/>
        </p:nvSpPr>
        <p:spPr>
          <a:xfrm>
            <a:off x="688630" y="1285862"/>
            <a:ext cx="7480987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මතු ලෝ දැනට ඔබෙ සබදමතෙදිනා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හෙළි කරනෙම් නිති මගෙ මුව බසිනා</a:t>
            </a:r>
          </a:p>
        </p:txBody>
      </p:sp>
      <p:sp>
        <p:nvSpPr>
          <p:cNvPr id="3094" name="Rectangle 6"/>
          <p:cNvSpPr txBox="1"/>
          <p:nvPr/>
        </p:nvSpPr>
        <p:spPr>
          <a:xfrm>
            <a:off x="1617356" y="3357562"/>
            <a:ext cx="7409517" cy="3399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කෙරෙ පහදින අය ලදුවො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යසෙත්ගැන සදහට මමකරනෙමිගයනා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ඔබෙ මුව සිරි විඳ හැසිරෙති එමසත්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ඔබෙ නම නැත සැම දින වෙති තොසපත්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දම නිය දන අසුලති ගරුසිත්</a:t>
            </a:r>
          </a:p>
        </p:txBody>
      </p:sp>
      <p:pic>
        <p:nvPicPr>
          <p:cNvPr id="309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7" name="Rectangle 5"/>
          <p:cNvSpPr txBox="1"/>
          <p:nvPr/>
        </p:nvSpPr>
        <p:spPr>
          <a:xfrm>
            <a:off x="688630" y="1285862"/>
            <a:ext cx="7480987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මතු ලෝ දැනට ඔබෙ සබදමතෙදිනා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හෙළි කරනෙම් නිති මගෙ මුව බසිනා</a:t>
            </a:r>
          </a:p>
        </p:txBody>
      </p:sp>
      <p:sp>
        <p:nvSpPr>
          <p:cNvPr id="3098" name="Rectangle 6"/>
          <p:cNvSpPr txBox="1"/>
          <p:nvPr/>
        </p:nvSpPr>
        <p:spPr>
          <a:xfrm>
            <a:off x="2617456" y="3714751"/>
            <a:ext cx="6266510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බල බිදිනට රුපුනට බැරි වේ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පෙළනට ඉඩ නිර පුතුනට නැතිවේ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එරෙහි ව එන දන හට පැරදුමවේ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නැතහොත මරු වැසනය උරුමයවේ</a:t>
            </a:r>
          </a:p>
        </p:txBody>
      </p:sp>
      <p:pic>
        <p:nvPicPr>
          <p:cNvPr id="309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1" name="Rectangle 5"/>
          <p:cNvSpPr txBox="1"/>
          <p:nvPr/>
        </p:nvSpPr>
        <p:spPr>
          <a:xfrm>
            <a:off x="688630" y="1285862"/>
            <a:ext cx="7480987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මතු ලෝ දැනට ඔබෙ සබදමතෙදිනා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හෙළි කරනෙම් නිති මගෙ මුව බසිනා</a:t>
            </a:r>
          </a:p>
        </p:txBody>
      </p:sp>
      <p:sp>
        <p:nvSpPr>
          <p:cNvPr id="3102" name="Rectangle 6"/>
          <p:cNvSpPr txBox="1"/>
          <p:nvPr/>
        </p:nvSpPr>
        <p:spPr>
          <a:xfrm>
            <a:off x="2260266" y="3714751"/>
            <a:ext cx="6623700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ගරු බිය දෙයි ඔබ සෙබෙ සුදවරසෙන්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 අග පුද හිමි සියපිරිසෙන්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කවුරු ද ඔබ සම අතුරෙන සුරසෙන්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අදි සුර ඔබෙ දම පැතිරෙයිනෙප්සෙන්</a:t>
            </a:r>
          </a:p>
        </p:txBody>
      </p:sp>
      <p:pic>
        <p:nvPicPr>
          <p:cNvPr id="310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5" name="Rectangle 5"/>
          <p:cNvSpPr txBox="1"/>
          <p:nvPr/>
        </p:nvSpPr>
        <p:spPr>
          <a:xfrm>
            <a:off x="688630" y="1285862"/>
            <a:ext cx="7480987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මතු ලෝ දැනට ඔබෙ සබදමතෙදිනා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හෙළි කරනෙම් නිති මගෙ මුව බසිනා</a:t>
            </a:r>
          </a:p>
        </p:txBody>
      </p:sp>
      <p:sp>
        <p:nvSpPr>
          <p:cNvPr id="3106" name="Rectangle 6"/>
          <p:cNvSpPr txBox="1"/>
          <p:nvPr/>
        </p:nvSpPr>
        <p:spPr>
          <a:xfrm>
            <a:off x="2403142" y="3714751"/>
            <a:ext cx="6480824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ගරු බිය දෙයි ඔබ සෙබෙ සුදවරසෙන්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දෙවිඳු ය අග පුද හිමි සියපිරිසෙන්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කවුරු ද ඔබ සම අතුරෙන සුරසෙන්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අදි සුර ඔබෙ දම පැතිරෙයිනෙපසෙන්</a:t>
            </a:r>
          </a:p>
        </p:txBody>
      </p:sp>
      <p:pic>
        <p:nvPicPr>
          <p:cNvPr id="310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9" name="Rectangle 1"/>
          <p:cNvSpPr txBox="1"/>
          <p:nvPr/>
        </p:nvSpPr>
        <p:spPr>
          <a:xfrm>
            <a:off x="350522" y="381000"/>
            <a:ext cx="818516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183</a:t>
            </a:r>
          </a:p>
        </p:txBody>
      </p:sp>
      <p:sp>
        <p:nvSpPr>
          <p:cNvPr id="3110" name="Rectangle 1"/>
          <p:cNvSpPr txBox="1"/>
          <p:nvPr/>
        </p:nvSpPr>
        <p:spPr>
          <a:xfrm>
            <a:off x="2179320" y="463354"/>
            <a:ext cx="4137383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කිරුළු පළදව්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ජේසු සිහසුන් පත්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උසස් සග ගොස අසව්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රැව් නැගෙන මහත්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ම හද ගී ගයන්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සමිදුන්ට දිව් දුන්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රජිදු කර පසසන්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පුදමින් බුහුමන්</a:t>
            </a:r>
          </a:p>
        </p:txBody>
      </p:sp>
      <p:pic>
        <p:nvPicPr>
          <p:cNvPr id="311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3" name="Rectangle 1"/>
          <p:cNvSpPr txBox="1"/>
          <p:nvPr/>
        </p:nvSpPr>
        <p:spPr>
          <a:xfrm>
            <a:off x="1950719" y="488183"/>
            <a:ext cx="53949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කිරුළු පළදව්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ජිවන කුමරුන්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මරු පරදා හරිමින්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ජය ලත් සමිදුන්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ඉමහත් සිරියෙන්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වෙත පත් සගසුන්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පළදව් කිරුළු තොසින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හිමි රජ බැවින්</a:t>
            </a:r>
          </a:p>
        </p:txBody>
      </p:sp>
      <p:pic>
        <p:nvPicPr>
          <p:cNvPr id="311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6" name="Rectangle 1"/>
          <p:cNvSpPr txBox="1"/>
          <p:nvPr/>
        </p:nvSpPr>
        <p:spPr>
          <a:xfrm>
            <a:off x="1950719" y="488185"/>
            <a:ext cx="53949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කිරුළු පළදව්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සාමයේ කුමරුන්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නවතන්ට යුද සටන්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පතුරාලමින් සෙත්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රජය එතුමන්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පවතී නිතින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පාරාදීසේ මල් සුවදින්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නැහැවෙයි දෙරණ</a:t>
            </a:r>
          </a:p>
        </p:txBody>
      </p:sp>
      <p:pic>
        <p:nvPicPr>
          <p:cNvPr id="311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9" name="Rectangle 1"/>
          <p:cNvSpPr txBox="1"/>
          <p:nvPr/>
        </p:nvSpPr>
        <p:spPr>
          <a:xfrm>
            <a:off x="1950719" y="488185"/>
            <a:ext cx="53949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කිරුළු පළදව්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සුපෙම්වත් හිමි දෙව්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වගුල අත් පා ඇලයෙන්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රුහිර දහරින්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මිදුම්කරු තුමා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මළේ උදෙසා මා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මාගෙන් පිදෙන පැසසුම්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පැතිරේ නොවහිම්</a:t>
            </a:r>
          </a:p>
        </p:txBody>
      </p:sp>
      <p:pic>
        <p:nvPicPr>
          <p:cNvPr id="312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2" name="Rectangle 3"/>
          <p:cNvSpPr txBox="1"/>
          <p:nvPr/>
        </p:nvSpPr>
        <p:spPr>
          <a:xfrm>
            <a:off x="579121" y="381002"/>
            <a:ext cx="1086407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184</a:t>
            </a:r>
          </a:p>
        </p:txBody>
      </p:sp>
      <p:sp>
        <p:nvSpPr>
          <p:cNvPr id="3123" name="Rectangle 1"/>
          <p:cNvSpPr txBox="1"/>
          <p:nvPr/>
        </p:nvSpPr>
        <p:spPr>
          <a:xfrm>
            <a:off x="1950721" y="1014859"/>
            <a:ext cx="5383819" cy="4968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n,js .sks mqmqfrka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oe,ajqKq .sks l|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fcaiqia ysus fmus fnf,ka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hk yegs jsyso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jevsfha ysus f,dj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.skak  yg .kajkag 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oeka o ta .sks l|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f,dj mqrd me;sfrhs</a:t>
            </a:r>
          </a:p>
        </p:txBody>
      </p:sp>
      <p:pic>
        <p:nvPicPr>
          <p:cNvPr id="312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6" name="Rectangle 1"/>
          <p:cNvSpPr txBox="1"/>
          <p:nvPr/>
        </p:nvSpPr>
        <p:spPr>
          <a:xfrm>
            <a:off x="2179320" y="710059"/>
            <a:ext cx="4904592" cy="4968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fufyh ls;= ysus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l=vd jqj;a uq, oS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oeka hkafka h jsysoS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oi foia fkd kej;S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id;kaf.a n,fldgq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ns| jefgkq fmfka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mdm n, wrsgq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isoS my jS hkafka  </a:t>
            </a:r>
          </a:p>
        </p:txBody>
      </p:sp>
      <p:pic>
        <p:nvPicPr>
          <p:cNvPr id="312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9" name="Rectangle 1"/>
          <p:cNvSpPr txBox="1"/>
          <p:nvPr/>
        </p:nvSpPr>
        <p:spPr>
          <a:xfrm>
            <a:off x="2179319" y="710059"/>
            <a:ext cx="4762462" cy="4968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fojs mq;a ysus fu;a lr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ns|S n, ksrfha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i;a yg i. fodr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fmuska jsjr flf&lt;a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uqokakg n,j;a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fcaiqia muKla u h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iiqk ;j ;j;a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f,jsys me;sf¾;au h</a:t>
            </a:r>
          </a:p>
        </p:txBody>
      </p:sp>
      <p:pic>
        <p:nvPicPr>
          <p:cNvPr id="313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2" name="Rectangle 1"/>
          <p:cNvSpPr txBox="1"/>
          <p:nvPr/>
        </p:nvSpPr>
        <p:spPr>
          <a:xfrm>
            <a:off x="2103119" y="786259"/>
            <a:ext cx="4282987" cy="4968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kq¥gqyq o wyia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k.sk j&lt;dl=,la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n,js th ieu foia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me;sr hkq Wola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jsh,s usys msg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uy;a jeis ths n,js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¥ka fmdfrdka¥ f,ig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bgq fjs h woyjs</a:t>
            </a:r>
          </a:p>
        </p:txBody>
      </p:sp>
      <p:pic>
        <p:nvPicPr>
          <p:cNvPr id="313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5" name="TextBox 1"/>
          <p:cNvSpPr txBox="1"/>
          <p:nvPr/>
        </p:nvSpPr>
        <p:spPr>
          <a:xfrm>
            <a:off x="502919" y="457201"/>
            <a:ext cx="12039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185</a:t>
            </a:r>
          </a:p>
        </p:txBody>
      </p:sp>
      <p:sp>
        <p:nvSpPr>
          <p:cNvPr id="3136" name="TextBox 2"/>
          <p:cNvSpPr txBox="1"/>
          <p:nvPr/>
        </p:nvSpPr>
        <p:spPr>
          <a:xfrm>
            <a:off x="1114761" y="1295399"/>
            <a:ext cx="61188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රජ වෙයි නියතින්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හිරු දිලෙන සැම තැන්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විශ්වය පිරි ඉතිරි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අණ යයි පැතිරී</a:t>
            </a:r>
          </a:p>
        </p:txBody>
      </p:sp>
      <p:sp>
        <p:nvSpPr>
          <p:cNvPr id="3137" name="TextBox 3"/>
          <p:cNvSpPr txBox="1"/>
          <p:nvPr/>
        </p:nvSpPr>
        <p:spPr>
          <a:xfrm>
            <a:off x="3779519" y="3962399"/>
            <a:ext cx="5090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පුදති සෙන් අයදුම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නගති නිත් පැසසුම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පුජාවක් මෙන් උදැසන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නැගෙයි වැණුම් හිමි ගුණ</a:t>
            </a:r>
          </a:p>
        </p:txBody>
      </p:sp>
      <p:pic>
        <p:nvPicPr>
          <p:cNvPr id="313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0" name="TextBox 1"/>
          <p:cNvSpPr txBox="1"/>
          <p:nvPr/>
        </p:nvSpPr>
        <p:spPr>
          <a:xfrm>
            <a:off x="1114761" y="1295399"/>
            <a:ext cx="61188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නෙක දනෝ දස දෙසින්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පෙම වණත් ගියෙන්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දරුවෝ මිහිරි හඩින්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හෝසන්නා ගයති ජයෙන්</a:t>
            </a:r>
          </a:p>
        </p:txBody>
      </p:sp>
      <p:sp>
        <p:nvSpPr>
          <p:cNvPr id="3141" name="TextBox 2"/>
          <p:cNvSpPr txBox="1"/>
          <p:nvPr/>
        </p:nvSpPr>
        <p:spPr>
          <a:xfrm>
            <a:off x="3779519" y="3962399"/>
            <a:ext cx="5090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රජ අණ ඇති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තැන් සෙත් නිම නැති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සිරකරුන්ට මිදුම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 වන්නේ බිදී යදම</a:t>
            </a:r>
          </a:p>
        </p:txBody>
      </p:sp>
      <p:pic>
        <p:nvPicPr>
          <p:cNvPr id="314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4" name="TextBox 1"/>
          <p:cNvSpPr txBox="1"/>
          <p:nvPr/>
        </p:nvSpPr>
        <p:spPr>
          <a:xfrm>
            <a:off x="1114761" y="1295399"/>
            <a:ext cx="61188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පහ වෙයි රෝ දුක් ඒ නමින්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බිදෙයි මරු බලෙත් එමෙන්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මුළු ලෝ සත් පැතුම් සැම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සපුරා දෙයි හිමි තුම</a:t>
            </a:r>
          </a:p>
        </p:txBody>
      </p:sp>
      <p:sp>
        <p:nvSpPr>
          <p:cNvPr id="3145" name="TextBox 2"/>
          <p:cNvSpPr txBox="1"/>
          <p:nvPr/>
        </p:nvSpPr>
        <p:spPr>
          <a:xfrm>
            <a:off x="3779519" y="3962399"/>
            <a:ext cx="5090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මැවිල්ල එක් ව ගයත් 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ගුණ පසසත් 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මුළු විශ්ව මණ්ඩලය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කරත් වා සංගායනය</a:t>
            </a:r>
          </a:p>
        </p:txBody>
      </p:sp>
      <p:pic>
        <p:nvPicPr>
          <p:cNvPr id="314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8" name="TextBox 1"/>
          <p:cNvSpPr txBox="1"/>
          <p:nvPr/>
        </p:nvSpPr>
        <p:spPr>
          <a:xfrm>
            <a:off x="502919" y="457201"/>
            <a:ext cx="12039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186</a:t>
            </a:r>
          </a:p>
        </p:txBody>
      </p:sp>
      <p:sp>
        <p:nvSpPr>
          <p:cNvPr id="3149" name="TextBox 2"/>
          <p:cNvSpPr txBox="1"/>
          <p:nvPr/>
        </p:nvSpPr>
        <p:spPr>
          <a:xfrm>
            <a:off x="1114761" y="1295399"/>
            <a:ext cx="61188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එජය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මිහිපිට ඒ 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පාපීන්ගේ බලය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බිඳ ලන සේක් වා</a:t>
            </a:r>
          </a:p>
        </p:txBody>
      </p:sp>
      <p:sp>
        <p:nvSpPr>
          <p:cNvPr id="3150" name="TextBox 3"/>
          <p:cNvSpPr txBox="1"/>
          <p:nvPr/>
        </p:nvSpPr>
        <p:spPr>
          <a:xfrm>
            <a:off x="3779519" y="3962399"/>
            <a:ext cx="5090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නැවතී වයිරය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 සාමදානේ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දෙවි රජය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කෙඳින ද එන්නේ</a:t>
            </a:r>
          </a:p>
        </p:txBody>
      </p:sp>
      <p:pic>
        <p:nvPicPr>
          <p:cNvPr id="315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" name="TextBox 2"/>
          <p:cNvSpPr txBox="1"/>
          <p:nvPr/>
        </p:nvSpPr>
        <p:spPr>
          <a:xfrm>
            <a:off x="1114761" y="1295399"/>
            <a:ext cx="61188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නෙක අපරාද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පීඩා පහ කරන්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වදන් ලෙද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සුව පත් කරන්</a:t>
            </a:r>
          </a:p>
        </p:txBody>
      </p:sp>
      <p:sp>
        <p:nvSpPr>
          <p:cNvPr id="3154" name="TextBox 3"/>
          <p:cNvSpPr txBox="1"/>
          <p:nvPr/>
        </p:nvSpPr>
        <p:spPr>
          <a:xfrm>
            <a:off x="3779519" y="3962399"/>
            <a:ext cx="5090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බල පාමින්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සමිඳ වඩින්න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යැදුම් අසන්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පිළිතුරු දෙන්න</a:t>
            </a:r>
          </a:p>
        </p:txBody>
      </p:sp>
      <p:pic>
        <p:nvPicPr>
          <p:cNvPr id="315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7" name="TextBox 2"/>
          <p:cNvSpPr txBox="1"/>
          <p:nvPr/>
        </p:nvSpPr>
        <p:spPr>
          <a:xfrm>
            <a:off x="1114761" y="1295399"/>
            <a:ext cx="61188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සුද්ද නම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කෙළෙසත් දැන ලෙව්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ඔබටැ ති පෙම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පෙනේ ය අඩු බැව්</a:t>
            </a:r>
          </a:p>
        </p:txBody>
      </p:sp>
      <p:sp>
        <p:nvSpPr>
          <p:cNvPr id="3158" name="TextBox 3"/>
          <p:cNvSpPr txBox="1"/>
          <p:nvPr/>
        </p:nvSpPr>
        <p:spPr>
          <a:xfrm>
            <a:off x="3779519" y="3962399"/>
            <a:ext cx="5090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මිථයා</a:t>
            </a:r>
            <a:r>
              <a: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rPr>
              <a:t> ගන</a:t>
            </a:r>
            <a:r>
              <a:rPr>
                <a:solidFill>
                  <a:srgbClr val="FFFFFF"/>
                </a:solidFill>
              </a:rPr>
              <a:t>'</a:t>
            </a:r>
            <a:r>
              <a: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rPr>
              <a:t>ඳුරු</a:t>
            </a:r>
            <a:endParaRPr>
              <a:solidFill>
                <a:srgbClr val="FFFFFF"/>
              </a:solidFill>
            </a:endParaR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තමවත් ඇත් ලොව</a:t>
            </a:r>
          </a:p>
          <a:p>
            <a:pPr>
              <a:defRPr sz="36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සතය </a:t>
            </a:r>
            <a:r>
              <a: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rPr>
              <a:t>පහත් තරු</a:t>
            </a:r>
            <a:endParaRPr>
              <a:solidFill>
                <a:srgbClr val="FFFFFF"/>
              </a:solidFill>
            </a:endParaR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පායනු මැනව</a:t>
            </a:r>
          </a:p>
        </p:txBody>
      </p:sp>
      <p:pic>
        <p:nvPicPr>
          <p:cNvPr id="315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1" name="Rectangle 1"/>
          <p:cNvSpPr txBox="1"/>
          <p:nvPr/>
        </p:nvSpPr>
        <p:spPr>
          <a:xfrm>
            <a:off x="350522" y="381000"/>
            <a:ext cx="818516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187</a:t>
            </a:r>
          </a:p>
        </p:txBody>
      </p:sp>
      <p:sp>
        <p:nvSpPr>
          <p:cNvPr id="3162" name="Rectangle 1"/>
          <p:cNvSpPr txBox="1"/>
          <p:nvPr/>
        </p:nvSpPr>
        <p:spPr>
          <a:xfrm>
            <a:off x="2179322" y="463354"/>
            <a:ext cx="4158219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සමිදුන් අබිසෙව් ලත්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දාවිත්ට දෙටු පුත්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මෙසියස්ට සිරි ලත්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වේ මා තුති මහත්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එන්නේ මුදන්නට සත්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දෙන්ට සග සැපත්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සෝයුරු දමින් එක්සත්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රජයන්ට ලෝ සත්</a:t>
            </a:r>
          </a:p>
        </p:txBody>
      </p:sp>
      <p:pic>
        <p:nvPicPr>
          <p:cNvPr id="316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5" name="Rectangle 1"/>
          <p:cNvSpPr txBox="1"/>
          <p:nvPr/>
        </p:nvSpPr>
        <p:spPr>
          <a:xfrm>
            <a:off x="2179320" y="530230"/>
            <a:ext cx="4543684" cy="5272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මිහි පිට වැසි මෙන්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ඊම වෙයි එතුමන්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මඟ සැරසෙති පැතුමෙන්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සාමය පෙරහරින්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වඩියි හිමි පෙරින්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ක්‍රිස්තුස් දැමිටුකම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ගලයි උල්පතක් මෙන්</a:t>
            </a:r>
          </a:p>
        </p:txBody>
      </p:sp>
      <p:pic>
        <p:nvPicPr>
          <p:cNvPr id="316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8" name="Rectangle 1"/>
          <p:cNvSpPr txBox="1"/>
          <p:nvPr/>
        </p:nvSpPr>
        <p:spPr>
          <a:xfrm>
            <a:off x="2179321" y="463354"/>
            <a:ext cx="4536987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එතුමට අයැදුම්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දින දින කෙරෙයි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එතුම සසුන් නොහිමි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දිනෙන් දින වැඩෙයි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තැන්නෙහි ගොයම මෙන්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පින්නේහි සරු වන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සරුසාර ගසක් මෙන්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වඩා පල දෙන</a:t>
            </a:r>
          </a:p>
        </p:txBody>
      </p:sp>
      <p:pic>
        <p:nvPicPr>
          <p:cNvPr id="316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1" name="Rectangle 1"/>
          <p:cNvSpPr txBox="1"/>
          <p:nvPr/>
        </p:nvSpPr>
        <p:spPr>
          <a:xfrm>
            <a:off x="2179320" y="530230"/>
            <a:ext cx="4416932" cy="5272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සාතන් බල සුන් කර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සිහසුන් පත් වෙමින්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ඉසුරෙන් මනහර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වැජඹෙයි පෙම් බෙලෙන්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එතුමන් ගිවිසුම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පවතියි සතතින්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වෙනස් නො වන පෙම</a:t>
            </a:r>
          </a:p>
        </p:txBody>
      </p:sp>
      <p:pic>
        <p:nvPicPr>
          <p:cNvPr id="317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" name="Rectangle 3"/>
          <p:cNvSpPr txBox="1"/>
          <p:nvPr/>
        </p:nvSpPr>
        <p:spPr>
          <a:xfrm>
            <a:off x="350519" y="3810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188</a:t>
            </a:r>
          </a:p>
        </p:txBody>
      </p:sp>
      <p:sp>
        <p:nvSpPr>
          <p:cNvPr id="3175" name="Rectangle 5"/>
          <p:cNvSpPr txBox="1"/>
          <p:nvPr/>
        </p:nvSpPr>
        <p:spPr>
          <a:xfrm>
            <a:off x="331440" y="1285862"/>
            <a:ext cx="8409650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නිතින බැතින තුටින මම වඳිම්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සුදු ආත්ම දෙවිඳු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රකින පවින නිතින ලොව දනන්</a:t>
            </a:r>
          </a:p>
        </p:txBody>
      </p:sp>
      <p:sp>
        <p:nvSpPr>
          <p:cNvPr id="3176" name="Rectangle 6"/>
          <p:cNvSpPr txBox="1"/>
          <p:nvPr/>
        </p:nvSpPr>
        <p:spPr>
          <a:xfrm>
            <a:off x="260002" y="3714753"/>
            <a:ext cx="8623964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සිටිය සමඟ ජේසු හිමි තුමන්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විකුමෙන් තම බල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නෙවර අසුද ආත්ම ඔද සැණෙන්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බිඳ හරිමින් සිතු විලසට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තම බලයෙන් නෙක දන වෙත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දුන් සුවිසල් නිදහස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කුළුණෙන් නිති සිය සිත ඇති</a:t>
            </a:r>
          </a:p>
        </p:txBody>
      </p:sp>
      <p:pic>
        <p:nvPicPr>
          <p:cNvPr id="317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9" name="Rectangle 4"/>
          <p:cNvSpPr txBox="1"/>
          <p:nvPr/>
        </p:nvSpPr>
        <p:spPr>
          <a:xfrm>
            <a:off x="331440" y="1285862"/>
            <a:ext cx="8409650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නිතින බැතින තුටින මම වඳිම්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සුදු ආත්ම දෙවිඳු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රකින පවින නිතින ලොව දනන්</a:t>
            </a:r>
          </a:p>
        </p:txBody>
      </p:sp>
      <p:sp>
        <p:nvSpPr>
          <p:cNvPr id="3180" name="Rectangle 7"/>
          <p:cNvSpPr txBox="1"/>
          <p:nvPr/>
        </p:nvSpPr>
        <p:spPr>
          <a:xfrm>
            <a:off x="260002" y="3714753"/>
            <a:ext cx="8623964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දමිටු දනට පෙමැති දෙවි රඳුන් සුද ආත්ම නමැති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සතගෙ රුදුරු අරිටු පාපයන්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පෙන්වා දී රුදු අදමිටු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ගෙන්වා නෙක ෂත යහ මග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දන්වා සග පුරෙහි සැපත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යුතු වු ගුණෙයෙන් සුනිමල</a:t>
            </a:r>
          </a:p>
        </p:txBody>
      </p:sp>
      <p:pic>
        <p:nvPicPr>
          <p:cNvPr id="318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3" name="Rectangle 4"/>
          <p:cNvSpPr txBox="1"/>
          <p:nvPr/>
        </p:nvSpPr>
        <p:spPr>
          <a:xfrm>
            <a:off x="331440" y="1285862"/>
            <a:ext cx="8409650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නිතින බැතින තුටින මම වඳිම්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සුදු ආත්ම දෙවිඳු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රකින පවින නිතින ලොව දනන්</a:t>
            </a:r>
          </a:p>
        </p:txBody>
      </p:sp>
      <p:sp>
        <p:nvSpPr>
          <p:cNvPr id="3184" name="Rectangle 7"/>
          <p:cNvSpPr txBox="1"/>
          <p:nvPr/>
        </p:nvSpPr>
        <p:spPr>
          <a:xfrm>
            <a:off x="260002" y="3714753"/>
            <a:ext cx="8623964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වැඩිය මැදට ගෝල දන බියෙන්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රැස් වී සිටි සඳ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ලෙසට දුන්නු අනෙක බල විකුම්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මුල ගැන් වී සිටි ඔවුනට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බලැත් ආසිරි ද කරනට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පවිටු දනන් හට සහ මඟ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පෙන්වන  තෙද එ සුදු ආත්ම</a:t>
            </a:r>
          </a:p>
        </p:txBody>
      </p:sp>
      <p:pic>
        <p:nvPicPr>
          <p:cNvPr id="318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7" name="Rectangle 5"/>
          <p:cNvSpPr txBox="1"/>
          <p:nvPr/>
        </p:nvSpPr>
        <p:spPr>
          <a:xfrm>
            <a:off x="331440" y="1285862"/>
            <a:ext cx="8409650" cy="1306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ජය සිරි දේ වා ස්වාමි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සුබාසිරි දේ වා</a:t>
            </a:r>
          </a:p>
          <a:p>
            <a:pPr algn="ctr"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පෙන්තකොස්ත දින සේ ම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බලැත් ආසිරි ද කරනට</a:t>
            </a:r>
          </a:p>
        </p:txBody>
      </p:sp>
      <p:sp>
        <p:nvSpPr>
          <p:cNvPr id="3188" name="Rectangle 4"/>
          <p:cNvSpPr txBox="1"/>
          <p:nvPr/>
        </p:nvSpPr>
        <p:spPr>
          <a:xfrm>
            <a:off x="350519" y="3810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189</a:t>
            </a:r>
          </a:p>
        </p:txBody>
      </p:sp>
      <p:sp>
        <p:nvSpPr>
          <p:cNvPr id="3189" name="Rectangle 7"/>
          <p:cNvSpPr txBox="1"/>
          <p:nvPr/>
        </p:nvSpPr>
        <p:spPr>
          <a:xfrm>
            <a:off x="402878" y="3643315"/>
            <a:ext cx="8409650" cy="13068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සුදත් හිමි ඒ වා ස්වාමි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දිසි ලෙසින් ඒ වා</a:t>
            </a:r>
          </a:p>
          <a:p>
            <a:pPr algn="ctr"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විස්ම දැඩි මාරුත සේ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තෙද බෙලෙන් ඒවා</a:t>
            </a:r>
          </a:p>
        </p:txBody>
      </p:sp>
      <p:pic>
        <p:nvPicPr>
          <p:cNvPr id="3190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2" name="Rectangle 5"/>
          <p:cNvSpPr txBox="1"/>
          <p:nvPr/>
        </p:nvSpPr>
        <p:spPr>
          <a:xfrm>
            <a:off x="331440" y="1285862"/>
            <a:ext cx="8409650" cy="1306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මඟ පෙන්වා ස්වාමි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සග පැතුම් දේ වා</a:t>
            </a:r>
          </a:p>
          <a:p>
            <a:pPr algn="ctr"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දිවැස් වරම් දුන් සේ පෙර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දේව තෙද දේ වා</a:t>
            </a:r>
          </a:p>
        </p:txBody>
      </p:sp>
      <p:sp>
        <p:nvSpPr>
          <p:cNvPr id="3193" name="Rectangle 7"/>
          <p:cNvSpPr txBox="1"/>
          <p:nvPr/>
        </p:nvSpPr>
        <p:spPr>
          <a:xfrm>
            <a:off x="402878" y="3643315"/>
            <a:ext cx="8409650" cy="13068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කිතු දම දක්වා ස්වාමි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මන පොබයා වා</a:t>
            </a:r>
          </a:p>
          <a:p>
            <a:pPr algn="ctr"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නිමල් සුබ දම් දෙසිමෙන්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ගොස පැතිරේවා</a:t>
            </a:r>
          </a:p>
        </p:txBody>
      </p:sp>
      <p:pic>
        <p:nvPicPr>
          <p:cNvPr id="319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6" name="Rectangle 3"/>
          <p:cNvSpPr txBox="1"/>
          <p:nvPr/>
        </p:nvSpPr>
        <p:spPr>
          <a:xfrm>
            <a:off x="350519" y="3810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1</a:t>
            </a:r>
            <a:r>
              <a:t>90</a:t>
            </a:r>
          </a:p>
        </p:txBody>
      </p:sp>
      <p:sp>
        <p:nvSpPr>
          <p:cNvPr id="3197" name="Rectangle 4"/>
          <p:cNvSpPr txBox="1"/>
          <p:nvPr/>
        </p:nvSpPr>
        <p:spPr>
          <a:xfrm>
            <a:off x="474316" y="945894"/>
            <a:ext cx="762860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සුදත් එවනු මැනා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ආලෝක කරනා සිත් අඳුර දුරලනා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පිත් පුත් තුළින් දව් නික්ම එන ඒ උතුම්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සුදත් එවනු වැනා</a:t>
            </a:r>
          </a:p>
        </p:txBody>
      </p:sp>
      <p:sp>
        <p:nvSpPr>
          <p:cNvPr id="3198" name="Rectangle 5"/>
          <p:cNvSpPr txBox="1"/>
          <p:nvPr/>
        </p:nvSpPr>
        <p:spPr>
          <a:xfrm>
            <a:off x="1617324" y="3946290"/>
            <a:ext cx="733811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සුදත් එවනු මැනා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 දහම් තේරුම් කර දෙන මනරම්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මඟ නිත් ගෙන යන පින්වත්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සුදත් එවනු මැනා</a:t>
            </a:r>
          </a:p>
        </p:txBody>
      </p:sp>
      <p:pic>
        <p:nvPicPr>
          <p:cNvPr id="3199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1" name="Rectangle 3"/>
          <p:cNvSpPr txBox="1"/>
          <p:nvPr/>
        </p:nvSpPr>
        <p:spPr>
          <a:xfrm>
            <a:off x="474316" y="945894"/>
            <a:ext cx="762860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සුදත් එවනු මැන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පරවියෙකු මෙන් සෙත් සුවිහිද පියාපත්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වසන් තුළේ සිත් දුබල මෙලෝ සත්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සුදත් එවනු මැන</a:t>
            </a:r>
          </a:p>
        </p:txBody>
      </p:sp>
      <p:pic>
        <p:nvPicPr>
          <p:cNvPr id="320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4" name="Rectangle 3"/>
          <p:cNvSpPr txBox="1"/>
          <p:nvPr/>
        </p:nvSpPr>
        <p:spPr>
          <a:xfrm>
            <a:off x="350519" y="3810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1</a:t>
            </a:r>
            <a:r>
              <a:t>91</a:t>
            </a:r>
          </a:p>
        </p:txBody>
      </p:sp>
      <p:sp>
        <p:nvSpPr>
          <p:cNvPr id="3205" name="Rectangle 4"/>
          <p:cNvSpPr txBox="1"/>
          <p:nvPr/>
        </p:nvSpPr>
        <p:spPr>
          <a:xfrm>
            <a:off x="474316" y="945894"/>
            <a:ext cx="762860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 වන්ත ආත්මෙනි දැන්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අසා අපගේ යැදුම්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පෙන්ත කොස්ත ඒ දිනේ මෙන්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බලයෙන් දැන් වඩින්</a:t>
            </a:r>
          </a:p>
        </p:txBody>
      </p:sp>
      <p:sp>
        <p:nvSpPr>
          <p:cNvPr id="3206" name="Rectangle 5"/>
          <p:cNvSpPr txBox="1"/>
          <p:nvPr/>
        </p:nvSpPr>
        <p:spPr>
          <a:xfrm>
            <a:off x="2331703" y="3946290"/>
            <a:ext cx="5409288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 මුලේහි වැටිලා දැන්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ඉන්න මා දෙස් බලමින්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පොරොන්දුව සිහි කරන්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 ආත්මේ වගුරන්</a:t>
            </a:r>
          </a:p>
        </p:txBody>
      </p:sp>
      <p:pic>
        <p:nvPicPr>
          <p:cNvPr id="3207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Rectangle 4"/>
          <p:cNvSpPr txBox="1"/>
          <p:nvPr/>
        </p:nvSpPr>
        <p:spPr>
          <a:xfrm>
            <a:off x="474316" y="945894"/>
            <a:ext cx="762860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ගින එවන් ගින්න එවන්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මෙමා කිලුටු දවන්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 පිරිසිදු කරන්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බලෙන් දැන් පුරවන්</a:t>
            </a:r>
          </a:p>
        </p:txBody>
      </p:sp>
      <p:sp>
        <p:nvSpPr>
          <p:cNvPr id="3210" name="Rectangle 5"/>
          <p:cNvSpPr txBox="1"/>
          <p:nvPr/>
        </p:nvSpPr>
        <p:spPr>
          <a:xfrm>
            <a:off x="2403142" y="3946290"/>
            <a:ext cx="5695038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අන්ද මාගේ සිත මේ දැන්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එළි කරන් ආත්මෙහි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ගල් සිත මා පොඩි කරන්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ඒ බැල්මෙනි</a:t>
            </a:r>
          </a:p>
        </p:txBody>
      </p:sp>
      <p:pic>
        <p:nvPicPr>
          <p:cNvPr id="321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3" name="TextBox 1"/>
          <p:cNvSpPr txBox="1"/>
          <p:nvPr/>
        </p:nvSpPr>
        <p:spPr>
          <a:xfrm>
            <a:off x="502919" y="609601"/>
            <a:ext cx="16611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192</a:t>
            </a:r>
          </a:p>
        </p:txBody>
      </p:sp>
      <p:sp>
        <p:nvSpPr>
          <p:cNvPr id="3214" name="TextBox 2"/>
          <p:cNvSpPr txBox="1"/>
          <p:nvPr/>
        </p:nvSpPr>
        <p:spPr>
          <a:xfrm>
            <a:off x="1036319" y="1447802"/>
            <a:ext cx="60807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දේවාත්මයෙනි වඩිනු දැන්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කෙරෙහි තෙද බලෙන් </a:t>
            </a:r>
          </a:p>
        </p:txBody>
      </p:sp>
      <p:sp>
        <p:nvSpPr>
          <p:cNvPr id="3215" name="TextBox 4"/>
          <p:cNvSpPr txBox="1"/>
          <p:nvPr/>
        </p:nvSpPr>
        <p:spPr>
          <a:xfrm>
            <a:off x="2712719" y="3124201"/>
            <a:ext cx="5928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අදුර නිතින දුර ලමින්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ආලොක කරනු සිත නොමින්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 දෝස සැම දවන්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ගින්න නිතර දල්වමින්</a:t>
            </a:r>
          </a:p>
        </p:txBody>
      </p:sp>
      <p:pic>
        <p:nvPicPr>
          <p:cNvPr id="3216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8" name="TextBox 1"/>
          <p:cNvSpPr txBox="1"/>
          <p:nvPr/>
        </p:nvSpPr>
        <p:spPr>
          <a:xfrm>
            <a:off x="1036319" y="1447802"/>
            <a:ext cx="60807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දේවාත්මයෙනි වඩිනු දැන්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කෙරෙහි තෙද බලෙන් </a:t>
            </a:r>
          </a:p>
        </p:txBody>
      </p:sp>
      <p:sp>
        <p:nvSpPr>
          <p:cNvPr id="3219" name="TextBox 2"/>
          <p:cNvSpPr txBox="1"/>
          <p:nvPr/>
        </p:nvSpPr>
        <p:spPr>
          <a:xfrm>
            <a:off x="3169919" y="3048001"/>
            <a:ext cx="73761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දැඩි ම සිත් මොලොක් කරන්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තැවෙන සිතක් නිති දෙවන්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 සිතිවිලිත් පසන්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 තුල නිපදවන්</a:t>
            </a:r>
          </a:p>
        </p:txBody>
      </p:sp>
      <p:pic>
        <p:nvPicPr>
          <p:cNvPr id="322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2" name="TextBox 1"/>
          <p:cNvSpPr txBox="1"/>
          <p:nvPr/>
        </p:nvSpPr>
        <p:spPr>
          <a:xfrm>
            <a:off x="1036319" y="1447802"/>
            <a:ext cx="60807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දේවාත්මයෙනි වඩිනු දැන්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කෙරෙහි තෙද බලෙන් </a:t>
            </a:r>
          </a:p>
        </p:txBody>
      </p:sp>
      <p:sp>
        <p:nvSpPr>
          <p:cNvPr id="3223" name="TextBox 2"/>
          <p:cNvSpPr txBox="1"/>
          <p:nvPr/>
        </p:nvSpPr>
        <p:spPr>
          <a:xfrm>
            <a:off x="2865119" y="3048001"/>
            <a:ext cx="63855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සිතට සතුට සැනසුමා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දෙමින නොමින මනරමා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දිව්‍ය මාවතේ තෙදා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නීති ගෙන යනු මැන සොදා </a:t>
            </a:r>
          </a:p>
        </p:txBody>
      </p:sp>
      <p:pic>
        <p:nvPicPr>
          <p:cNvPr id="322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TextBox 3"/>
          <p:cNvSpPr txBox="1"/>
          <p:nvPr/>
        </p:nvSpPr>
        <p:spPr>
          <a:xfrm>
            <a:off x="350519" y="228602"/>
            <a:ext cx="1508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193</a:t>
            </a:r>
          </a:p>
        </p:txBody>
      </p:sp>
      <p:sp>
        <p:nvSpPr>
          <p:cNvPr id="3227" name="TextBox 4"/>
          <p:cNvSpPr txBox="1"/>
          <p:nvPr/>
        </p:nvSpPr>
        <p:spPr>
          <a:xfrm>
            <a:off x="807719" y="838774"/>
            <a:ext cx="7833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වඩිනු මැනව සුද අත් සුරිදුනි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පරෙවි වෙසින් දැන් පියාලා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මගෙ පිරිසුදු හද මැදුර තිබේ අද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වඩින ලෙස විවර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වෙලා </a:t>
            </a:r>
          </a:p>
        </p:txBody>
      </p:sp>
      <p:sp>
        <p:nvSpPr>
          <p:cNvPr id="3228" name="TextBox 5"/>
          <p:cNvSpPr txBox="1"/>
          <p:nvPr/>
        </p:nvSpPr>
        <p:spPr>
          <a:xfrm>
            <a:off x="807719" y="3505775"/>
            <a:ext cx="78333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ගමනේ ඔබ පසු පස එන විට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කරදර මැද දි දැකලා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සනසනු මැන මා ළගට ළගාකර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අනුහස් අත දිගු කරලා</a:t>
            </a:r>
          </a:p>
        </p:txBody>
      </p:sp>
      <p:pic>
        <p:nvPicPr>
          <p:cNvPr id="3229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1" name="TextBox 3"/>
          <p:cNvSpPr txBox="1"/>
          <p:nvPr/>
        </p:nvSpPr>
        <p:spPr>
          <a:xfrm>
            <a:off x="960119" y="1066799"/>
            <a:ext cx="7833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 අත් සමිදේ ඔබ අප වෙත දුන්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දායාදය තුති දි ගනිමු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ප්‍රේමයේ ප්‍රීතිය සාමය ඉවසුම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මෙත් ගුණ යාපත්කම ලබලා</a:t>
            </a:r>
          </a:p>
        </p:txBody>
      </p:sp>
      <p:sp>
        <p:nvSpPr>
          <p:cNvPr id="3232" name="TextBox 5"/>
          <p:cNvSpPr txBox="1"/>
          <p:nvPr/>
        </p:nvSpPr>
        <p:spPr>
          <a:xfrm>
            <a:off x="960119" y="3962399"/>
            <a:ext cx="7833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වඩිනු මැනව සුද අත් සුරිදුනි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පරෙවි වෙසින් දැන් පියා</a:t>
            </a:r>
            <a:r>
              <a:rPr>
                <a:latin typeface="FS-Anurada"/>
                <a:ea typeface="FS-Anurada"/>
                <a:cs typeface="FS-Anurada"/>
                <a:sym typeface="FS-Anurada"/>
              </a:rPr>
              <a:t>U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මගෙ පිරිසුදු හද මැදුර තිබේ අද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වඩින ලෙස විවර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වෙලා </a:t>
            </a:r>
          </a:p>
        </p:txBody>
      </p:sp>
      <p:pic>
        <p:nvPicPr>
          <p:cNvPr id="323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" name="TextBox 1"/>
          <p:cNvSpPr txBox="1"/>
          <p:nvPr/>
        </p:nvSpPr>
        <p:spPr>
          <a:xfrm>
            <a:off x="807719" y="3809999"/>
            <a:ext cx="7833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පමණ දැනුම හා මුර්දුකමින් තම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ජිවිත කාලය බබළවලා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පිලිගත් දේ අමතක නො කරමු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හද පතුලේ ඇත එය ලියලා </a:t>
            </a:r>
          </a:p>
        </p:txBody>
      </p:sp>
      <p:sp>
        <p:nvSpPr>
          <p:cNvPr id="3236" name="TextBox 2"/>
          <p:cNvSpPr txBox="1"/>
          <p:nvPr/>
        </p:nvSpPr>
        <p:spPr>
          <a:xfrm>
            <a:off x="960119" y="1066799"/>
            <a:ext cx="7833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 අත් සමිදේ ඔබ අප වෙත දුන්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දායාදය තුති දි ගනිමු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ප්‍රේමයේ ප්‍රීතිය සාමය ඉවසුම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මෙත් ගුණ යාපත්කම ලබලා</a:t>
            </a:r>
          </a:p>
        </p:txBody>
      </p:sp>
      <p:pic>
        <p:nvPicPr>
          <p:cNvPr id="323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9" name="TextBox 1"/>
          <p:cNvSpPr txBox="1"/>
          <p:nvPr/>
        </p:nvSpPr>
        <p:spPr>
          <a:xfrm>
            <a:off x="807719" y="3962399"/>
            <a:ext cx="7833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තැනක දි සැම විට දි අපි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අනුව ම අප දිවි ගෙවලා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කැද වූ දිනක දි ඔබ වෙත එන්නට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සැරැසී සිටිනෙමු බිය දුර ලා </a:t>
            </a:r>
          </a:p>
        </p:txBody>
      </p:sp>
      <p:sp>
        <p:nvSpPr>
          <p:cNvPr id="3240" name="TextBox 2"/>
          <p:cNvSpPr txBox="1"/>
          <p:nvPr/>
        </p:nvSpPr>
        <p:spPr>
          <a:xfrm>
            <a:off x="960119" y="1066799"/>
            <a:ext cx="7833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 අත් සමිදේ ඔබ අප වෙත දුන්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දායාදය තුති දි ගනිමු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ප්‍රේමයේ ප්‍රීතිය සාමය ඉවසුම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මෙත් ගුණ යාපත්කම ලබලා</a:t>
            </a:r>
          </a:p>
        </p:txBody>
      </p:sp>
      <p:pic>
        <p:nvPicPr>
          <p:cNvPr id="324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3" name="TextBox 3"/>
          <p:cNvSpPr txBox="1"/>
          <p:nvPr/>
        </p:nvSpPr>
        <p:spPr>
          <a:xfrm>
            <a:off x="350519" y="228602"/>
            <a:ext cx="1508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194</a:t>
            </a:r>
          </a:p>
        </p:txBody>
      </p:sp>
      <p:sp>
        <p:nvSpPr>
          <p:cNvPr id="3244" name="TextBox 4"/>
          <p:cNvSpPr txBox="1"/>
          <p:nvPr/>
        </p:nvSpPr>
        <p:spPr>
          <a:xfrm>
            <a:off x="474315" y="977799"/>
            <a:ext cx="82905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වා සුදත්ම දෙවි දැන්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පුබුදා අපේ සිත්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ලෝ අයත් තෙද නලින්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සුපහන් කිරුම් වස්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මැ යි සසුන් දැන් බිසෙව්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කරනා සුදත්මා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 දීමනා සත උතුම් පියොවින් තමන්ටැ</a:t>
            </a:r>
          </a:p>
        </p:txBody>
      </p:sp>
      <p:sp>
        <p:nvSpPr>
          <p:cNvPr id="3245" name="TextBox 5"/>
          <p:cNvSpPr txBox="1"/>
          <p:nvPr/>
        </p:nvSpPr>
        <p:spPr>
          <a:xfrm>
            <a:off x="479133" y="3643314"/>
            <a:ext cx="78333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ආසී අලෙවි තෙල හෙන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ඉහළින් ඔබාතින්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මැයි සුවත් කයහ දිවිත් බලවත් දයාවත්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පාදා අපේ අඳ මනැස්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පුහදුන් දොසින් යුත්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 වා දසුන් බල ඔබේ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එළියෙන් සුබා නිත්</a:t>
            </a:r>
          </a:p>
        </p:txBody>
      </p:sp>
      <p:pic>
        <p:nvPicPr>
          <p:cNvPr id="3246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8" name="TextBox 4"/>
          <p:cNvSpPr txBox="1"/>
          <p:nvPr/>
        </p:nvSpPr>
        <p:spPr>
          <a:xfrm>
            <a:off x="474315" y="977799"/>
            <a:ext cx="82905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බො මෙත් දයා කුළුණු පා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අබිසෙව් අලෙවි දී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තොසෙන් පබාකර අපේ මුහුණත් මලින් යුත්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සාමෙන් සරා අප හදන්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දුර ලන් රිපුන් ඉන්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නෑ අන්තරා කිසි තැනේ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 සාරති නම්</a:t>
            </a:r>
          </a:p>
        </p:txBody>
      </p:sp>
      <p:sp>
        <p:nvSpPr>
          <p:cNvPr id="3249" name="TextBox 5"/>
          <p:cNvSpPr txBox="1"/>
          <p:nvPr/>
        </p:nvSpPr>
        <p:spPr>
          <a:xfrm>
            <a:off x="479134" y="3643314"/>
            <a:ext cx="8190550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 වා නැණස් දැනුමටා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පියා පුත් ඔබත් හා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ඒකත්වයෙන් වැඩ විසුම්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තෙ නමින් බෙදුම් යත්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සා උතුම් අබිරහස්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ගයෙනා අපේ නිත්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වේවා පසස් ඔබ හටා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යුගයෙන් යුගේටා</a:t>
            </a:r>
          </a:p>
        </p:txBody>
      </p:sp>
      <p:pic>
        <p:nvPicPr>
          <p:cNvPr id="325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2" name="TextBox 4"/>
          <p:cNvSpPr txBox="1"/>
          <p:nvPr/>
        </p:nvSpPr>
        <p:spPr>
          <a:xfrm>
            <a:off x="474315" y="977799"/>
            <a:ext cx="82905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වා පසස් ඔබ හටා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පිය පුතු සුදත් නම්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නේසා ඔබේ ගුණ ගැනා දිලෙනා සදාකල්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වා පසස් එබ හටා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පිය පුත් සුදත් නම්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නේසා ඔබේ ගුණ ගැනා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දිලෙනා සදාකල්</a:t>
            </a:r>
          </a:p>
        </p:txBody>
      </p:sp>
      <p:pic>
        <p:nvPicPr>
          <p:cNvPr id="325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5" name="TextBox 3"/>
          <p:cNvSpPr txBox="1"/>
          <p:nvPr/>
        </p:nvSpPr>
        <p:spPr>
          <a:xfrm>
            <a:off x="350519" y="228602"/>
            <a:ext cx="1508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195</a:t>
            </a:r>
          </a:p>
        </p:txBody>
      </p:sp>
      <p:sp>
        <p:nvSpPr>
          <p:cNvPr id="3256" name="TextBox 4"/>
          <p:cNvSpPr txBox="1"/>
          <p:nvPr/>
        </p:nvSpPr>
        <p:spPr>
          <a:xfrm>
            <a:off x="807719" y="838777"/>
            <a:ext cx="78333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සෙත් ලත් ඒ මිදුමිකරු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ජේසු තුමි අපේ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එවම් සැනසිලිකරු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දුන් පොරොන්දු සේ</a:t>
            </a:r>
          </a:p>
        </p:txBody>
      </p:sp>
      <p:sp>
        <p:nvSpPr>
          <p:cNvPr id="3257" name="TextBox 5"/>
          <p:cNvSpPr txBox="1"/>
          <p:nvPr/>
        </p:nvSpPr>
        <p:spPr>
          <a:xfrm>
            <a:off x="807719" y="2643184"/>
            <a:ext cx="78333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පෙන්තකොස්තයේ දිනේ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බෝ බිරම් නදින්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දිස් විය ගිනි ලෙසින්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දිව් රැසක් තෙදින්</a:t>
            </a:r>
          </a:p>
        </p:txBody>
      </p:sp>
      <p:sp>
        <p:nvSpPr>
          <p:cNvPr id="3258" name="TextBox 6"/>
          <p:cNvSpPr txBox="1"/>
          <p:nvPr/>
        </p:nvSpPr>
        <p:spPr>
          <a:xfrm>
            <a:off x="760068" y="4514689"/>
            <a:ext cx="7833361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 සමිදුන් එදා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ඒ සුදත් තුමා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සසුන් ලැබු ලෙද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දෙන් තුටින් මෙදා</a:t>
            </a:r>
          </a:p>
        </p:txBody>
      </p:sp>
      <p:pic>
        <p:nvPicPr>
          <p:cNvPr id="3259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1" name="TextBox 4"/>
          <p:cNvSpPr txBox="1"/>
          <p:nvPr/>
        </p:nvSpPr>
        <p:spPr>
          <a:xfrm>
            <a:off x="807719" y="838777"/>
            <a:ext cx="78333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ඔබේ යටත් දරුන්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දැන් අලෙවි ලැබු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සරසනු එ ආත්මයෙන්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නො අඩුව ම මෙදා</a:t>
            </a:r>
          </a:p>
        </p:txBody>
      </p:sp>
      <p:sp>
        <p:nvSpPr>
          <p:cNvPr id="3262" name="TextBox 5"/>
          <p:cNvSpPr txBox="1"/>
          <p:nvPr/>
        </p:nvSpPr>
        <p:spPr>
          <a:xfrm>
            <a:off x="807719" y="2643184"/>
            <a:ext cx="78333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සුමුදු නාදයෙන් සියුම්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අපගෙ දොස් සැමා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එතුමා පෙන්වා දෙයි පෙමින්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බිය දුරු කරා</a:t>
            </a:r>
          </a:p>
        </p:txBody>
      </p:sp>
      <p:sp>
        <p:nvSpPr>
          <p:cNvPr id="3263" name="TextBox 6"/>
          <p:cNvSpPr txBox="1"/>
          <p:nvPr/>
        </p:nvSpPr>
        <p:spPr>
          <a:xfrm>
            <a:off x="760068" y="4514689"/>
            <a:ext cx="7833361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ලැබු ජයක් ඇතොත්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හො නිමල් කමක්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හැමා සෙත ඔබෙන්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ලැබුනෙය උදක්</a:t>
            </a:r>
          </a:p>
        </p:txBody>
      </p:sp>
      <p:pic>
        <p:nvPicPr>
          <p:cNvPr id="3264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" name="TextBox 4"/>
          <p:cNvSpPr txBox="1"/>
          <p:nvPr/>
        </p:nvSpPr>
        <p:spPr>
          <a:xfrm>
            <a:off x="807719" y="838777"/>
            <a:ext cx="78333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පෙම්බර සුද්දාත්මෙනි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අප වෙත් වසන්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හද සුදු කරන්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 එහි වසන්</a:t>
            </a:r>
          </a:p>
        </p:txBody>
      </p:sp>
      <p:sp>
        <p:nvSpPr>
          <p:cNvPr id="3267" name="TextBox 5"/>
          <p:cNvSpPr txBox="1"/>
          <p:nvPr/>
        </p:nvSpPr>
        <p:spPr>
          <a:xfrm>
            <a:off x="807719" y="2643184"/>
            <a:ext cx="78333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 දෙවිඳුටත් උතුම්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පුත් තුමන් හටත්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දේවි සුදත් තුමන් හටත්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වේ පසස් ආමෙන්</a:t>
            </a:r>
          </a:p>
        </p:txBody>
      </p:sp>
      <p:pic>
        <p:nvPicPr>
          <p:cNvPr id="326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0" name="Content Placeholder 2"/>
          <p:cNvSpPr txBox="1"/>
          <p:nvPr>
            <p:ph type="body" idx="1"/>
          </p:nvPr>
        </p:nvSpPr>
        <p:spPr>
          <a:xfrm>
            <a:off x="1428728" y="1571612"/>
            <a:ext cx="6429420" cy="3929091"/>
          </a:xfrm>
          <a:prstGeom prst="rect">
            <a:avLst/>
          </a:prstGeom>
        </p:spPr>
        <p:txBody>
          <a:bodyPr/>
          <a:lstStyle/>
          <a:p>
            <a:pPr marL="0" indent="0" defTabSz="448055">
              <a:spcBef>
                <a:spcPts val="900"/>
              </a:spcBef>
              <a:buSzTx/>
              <a:buFont typeface="Wingdings 3"/>
              <a:buNone/>
              <a:defRPr sz="470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සුද්දාත්මයාණෙනි </a:t>
            </a:r>
            <a:r>
              <a:t>-</a:t>
            </a:r>
          </a:p>
          <a:p>
            <a:pPr marL="0" indent="0" defTabSz="448055">
              <a:spcBef>
                <a:spcPts val="900"/>
              </a:spcBef>
              <a:buSzTx/>
              <a:buFont typeface="Wingdings 3"/>
              <a:buNone/>
              <a:defRPr sz="470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සුපසන් ආත්මෙනි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48055">
              <a:spcBef>
                <a:spcPts val="900"/>
              </a:spcBef>
              <a:buSzTx/>
              <a:buFont typeface="Wingdings 3"/>
              <a:buNone/>
              <a:defRPr sz="470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මිදුම්කරු තුමාණෙනි </a:t>
            </a:r>
            <a:r>
              <a:t>-</a:t>
            </a:r>
          </a:p>
          <a:p>
            <a:pPr marL="0" indent="0" defTabSz="448055">
              <a:spcBef>
                <a:spcPts val="900"/>
              </a:spcBef>
              <a:buSzTx/>
              <a:buFont typeface="Wingdings 3"/>
              <a:buNone/>
              <a:defRPr sz="470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වැඩින් තෙද විකුමෙනි </a:t>
            </a:r>
          </a:p>
        </p:txBody>
      </p:sp>
      <p:sp>
        <p:nvSpPr>
          <p:cNvPr id="3271" name="Rectangle 3"/>
          <p:cNvSpPr txBox="1"/>
          <p:nvPr/>
        </p:nvSpPr>
        <p:spPr>
          <a:xfrm>
            <a:off x="545753" y="428604"/>
            <a:ext cx="729220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196</a:t>
            </a:r>
          </a:p>
        </p:txBody>
      </p:sp>
      <p:pic>
        <p:nvPicPr>
          <p:cNvPr id="327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4" name="Content Placeholder 2"/>
          <p:cNvSpPr txBox="1"/>
          <p:nvPr>
            <p:ph type="body" sz="half" idx="1"/>
          </p:nvPr>
        </p:nvSpPr>
        <p:spPr>
          <a:xfrm>
            <a:off x="1571603" y="1357297"/>
            <a:ext cx="5972190" cy="3905256"/>
          </a:xfrm>
          <a:prstGeom prst="rect">
            <a:avLst/>
          </a:prstGeom>
        </p:spPr>
        <p:txBody>
          <a:bodyPr/>
          <a:lstStyle/>
          <a:p>
            <a:pPr marL="0" indent="0" defTabSz="448055">
              <a:spcBef>
                <a:spcPts val="900"/>
              </a:spcBef>
              <a:buSzTx/>
              <a:buFont typeface="Wingdings 3"/>
              <a:buNone/>
              <a:defRPr sz="470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පව්කරුවකු වනා </a:t>
            </a:r>
            <a:r>
              <a:t>-</a:t>
            </a:r>
          </a:p>
          <a:p>
            <a:pPr marL="0" indent="0" defTabSz="448055">
              <a:spcBef>
                <a:spcPts val="900"/>
              </a:spcBef>
              <a:buSzTx/>
              <a:buFont typeface="Wingdings 3"/>
              <a:buNone/>
              <a:defRPr sz="470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මා වෙත පෙමයෙනා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48055">
              <a:spcBef>
                <a:spcPts val="900"/>
              </a:spcBef>
              <a:buSzTx/>
              <a:buFont typeface="Wingdings 3"/>
              <a:buNone/>
              <a:defRPr sz="470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බැස දැන් අහසිනා </a:t>
            </a:r>
            <a:r>
              <a:t>- </a:t>
            </a:r>
          </a:p>
          <a:p>
            <a:pPr marL="0" indent="0" defTabSz="448055">
              <a:spcBef>
                <a:spcPts val="900"/>
              </a:spcBef>
              <a:buSzTx/>
              <a:buFont typeface="Wingdings 3"/>
              <a:buNone/>
              <a:defRPr sz="470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සරසන් ම සිත් තනා </a:t>
            </a:r>
          </a:p>
        </p:txBody>
      </p:sp>
      <p:pic>
        <p:nvPicPr>
          <p:cNvPr id="327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" name="Content Placeholder 2"/>
          <p:cNvSpPr txBox="1"/>
          <p:nvPr>
            <p:ph type="body" idx="1"/>
          </p:nvPr>
        </p:nvSpPr>
        <p:spPr>
          <a:xfrm>
            <a:off x="1428728" y="1142984"/>
            <a:ext cx="7000924" cy="3929091"/>
          </a:xfrm>
          <a:prstGeom prst="rect">
            <a:avLst/>
          </a:prstGeom>
        </p:spPr>
        <p:txBody>
          <a:bodyPr/>
          <a:lstStyle/>
          <a:p>
            <a:pPr marL="0" indent="0" defTabSz="384047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403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හද පහදවන් </a:t>
            </a:r>
            <a:r>
              <a:t>-</a:t>
            </a:r>
          </a:p>
          <a:p>
            <a:pPr marL="0" indent="0" defTabSz="384047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403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පිරිසුදුකම දෙවන්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84047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403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සැක බිය දුර හරින් </a:t>
            </a:r>
            <a:r>
              <a:t>-</a:t>
            </a:r>
          </a:p>
          <a:p>
            <a:pPr marL="0" indent="0" defTabSz="384047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403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පෙන්තකොස්ත දිනයේ දී </a:t>
            </a:r>
          </a:p>
          <a:p>
            <a:pPr marL="0" indent="0" defTabSz="384047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403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මෙන්        </a:t>
            </a:r>
          </a:p>
        </p:txBody>
      </p:sp>
      <p:pic>
        <p:nvPicPr>
          <p:cNvPr id="327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0" name="Content Placeholder 2"/>
          <p:cNvSpPr txBox="1"/>
          <p:nvPr>
            <p:ph type="body" sz="half" idx="1"/>
          </p:nvPr>
        </p:nvSpPr>
        <p:spPr>
          <a:xfrm>
            <a:off x="1857355" y="1285859"/>
            <a:ext cx="5757876" cy="3824296"/>
          </a:xfrm>
          <a:prstGeom prst="rect">
            <a:avLst/>
          </a:prstGeom>
        </p:spPr>
        <p:txBody>
          <a:bodyPr/>
          <a:lstStyle/>
          <a:p>
            <a:pPr marL="0" indent="0" defTabSz="434340">
              <a:spcBef>
                <a:spcPts val="900"/>
              </a:spcBef>
              <a:buSzTx/>
              <a:buFont typeface="Wingdings 3"/>
              <a:buNone/>
              <a:defRPr sz="456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යහ මග පහදමින් </a:t>
            </a:r>
            <a:r>
              <a:t>-</a:t>
            </a:r>
          </a:p>
          <a:p>
            <a:pPr marL="0" indent="0" defTabSz="434340">
              <a:spcBef>
                <a:spcPts val="900"/>
              </a:spcBef>
              <a:buSzTx/>
              <a:buFont typeface="Wingdings 3"/>
              <a:buNone/>
              <a:defRPr sz="456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ආලෝකය දෙමින්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34340">
              <a:spcBef>
                <a:spcPts val="900"/>
              </a:spcBef>
              <a:buSzTx/>
              <a:buFont typeface="Wingdings 3"/>
              <a:buNone/>
              <a:defRPr sz="456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අනුහස විහිදමින් </a:t>
            </a:r>
            <a:r>
              <a:t>- </a:t>
            </a:r>
          </a:p>
          <a:p>
            <a:pPr marL="0" indent="0" defTabSz="434340">
              <a:spcBef>
                <a:spcPts val="900"/>
              </a:spcBef>
              <a:buSzTx/>
              <a:buFont typeface="Wingdings 3"/>
              <a:buNone/>
              <a:defRPr sz="456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හද තුළ වැඩ වසන්</a:t>
            </a:r>
          </a:p>
        </p:txBody>
      </p:sp>
      <p:pic>
        <p:nvPicPr>
          <p:cNvPr id="328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3" name="Content Placeholder 2"/>
          <p:cNvSpPr txBox="1"/>
          <p:nvPr>
            <p:ph type="body" idx="1"/>
          </p:nvPr>
        </p:nvSpPr>
        <p:spPr>
          <a:xfrm>
            <a:off x="1285852" y="1428736"/>
            <a:ext cx="7043757" cy="3738570"/>
          </a:xfrm>
          <a:prstGeom prst="rect">
            <a:avLst/>
          </a:prstGeom>
        </p:spPr>
        <p:txBody>
          <a:bodyPr/>
          <a:lstStyle/>
          <a:p>
            <a:pPr marL="0" indent="0" defTabSz="429768">
              <a:spcBef>
                <a:spcPts val="900"/>
              </a:spcBef>
              <a:buSzTx/>
              <a:buFont typeface="Wingdings 3"/>
              <a:buNone/>
              <a:defRPr sz="451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ගෝල දන බියෙන් පෙළෙයි </a:t>
            </a:r>
            <a:r>
              <a:t>-</a:t>
            </a:r>
          </a:p>
          <a:p>
            <a:pPr marL="0" indent="0" defTabSz="429768">
              <a:spcBef>
                <a:spcPts val="900"/>
              </a:spcBef>
              <a:buSzTx/>
              <a:buFont typeface="Wingdings 3"/>
              <a:buNone/>
              <a:defRPr sz="451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උඩුමහල් ගෙය සැලෙයි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29768">
              <a:spcBef>
                <a:spcPts val="900"/>
              </a:spcBef>
              <a:buSzTx/>
              <a:buFont typeface="Wingdings 3"/>
              <a:buNone/>
              <a:defRPr sz="451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ගිනි දිව් ලෙසින් වඩියි </a:t>
            </a:r>
            <a:r>
              <a:t>-</a:t>
            </a:r>
          </a:p>
          <a:p>
            <a:pPr marL="0" indent="0" defTabSz="429768">
              <a:spcBef>
                <a:spcPts val="900"/>
              </a:spcBef>
              <a:buSzTx/>
              <a:buFont typeface="Wingdings 3"/>
              <a:buNone/>
              <a:defRPr sz="451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සුද අත් බලේ ලැබෙයි </a:t>
            </a:r>
          </a:p>
        </p:txBody>
      </p:sp>
      <p:pic>
        <p:nvPicPr>
          <p:cNvPr id="328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6" name="Content Placeholder 2"/>
          <p:cNvSpPr txBox="1"/>
          <p:nvPr>
            <p:ph type="body" sz="half" idx="1"/>
          </p:nvPr>
        </p:nvSpPr>
        <p:spPr>
          <a:xfrm>
            <a:off x="1785917" y="1357298"/>
            <a:ext cx="6115065" cy="3757618"/>
          </a:xfrm>
          <a:prstGeom prst="rect">
            <a:avLst/>
          </a:prstGeom>
        </p:spPr>
        <p:txBody>
          <a:bodyPr/>
          <a:lstStyle/>
          <a:p>
            <a:pPr marL="0" indent="0" defTabSz="429768">
              <a:spcBef>
                <a:spcPts val="900"/>
              </a:spcBef>
              <a:buSzTx/>
              <a:buFont typeface="Wingdings 3"/>
              <a:buNone/>
              <a:defRPr sz="451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ලෙසින් අදත් අනේ </a:t>
            </a:r>
            <a:r>
              <a:t>-</a:t>
            </a:r>
          </a:p>
          <a:p>
            <a:pPr marL="0" indent="0" defTabSz="429768">
              <a:spcBef>
                <a:spcPts val="900"/>
              </a:spcBef>
              <a:buSzTx/>
              <a:buFont typeface="Wingdings 3"/>
              <a:buNone/>
              <a:defRPr sz="451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සුද අත් දෙවිදුනේ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29768">
              <a:spcBef>
                <a:spcPts val="900"/>
              </a:spcBef>
              <a:buSzTx/>
              <a:buFont typeface="Wingdings 3"/>
              <a:buNone/>
              <a:defRPr sz="451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පිහිටන් නිතියෙනේ </a:t>
            </a:r>
            <a:r>
              <a:t>-</a:t>
            </a:r>
          </a:p>
          <a:p>
            <a:pPr marL="0" indent="0" defTabSz="429768">
              <a:spcBef>
                <a:spcPts val="900"/>
              </a:spcBef>
              <a:buSzTx/>
              <a:buFont typeface="Wingdings 3"/>
              <a:buNone/>
              <a:defRPr sz="451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සිත් තුළ මහිමෙනේ </a:t>
            </a:r>
          </a:p>
        </p:txBody>
      </p:sp>
      <p:pic>
        <p:nvPicPr>
          <p:cNvPr id="328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9" name="TextBox 4"/>
          <p:cNvSpPr txBox="1"/>
          <p:nvPr/>
        </p:nvSpPr>
        <p:spPr>
          <a:xfrm>
            <a:off x="350519" y="228602"/>
            <a:ext cx="17373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197</a:t>
            </a:r>
          </a:p>
        </p:txBody>
      </p:sp>
      <p:sp>
        <p:nvSpPr>
          <p:cNvPr id="3290" name="TextBox 5"/>
          <p:cNvSpPr txBox="1"/>
          <p:nvPr/>
        </p:nvSpPr>
        <p:spPr>
          <a:xfrm>
            <a:off x="1188719" y="838202"/>
            <a:ext cx="69951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වඩින් සුදත්නි පුබුදන්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අපාතම දල්වන් දෙවි ගින්නෙන්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සත් විදි සිරින් අබිසෙව්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කරන්නේ ඔබ යි සුදත් දෙවි</a:t>
            </a:r>
          </a:p>
        </p:txBody>
      </p:sp>
      <p:sp>
        <p:nvSpPr>
          <p:cNvPr id="3291" name="TextBox 6"/>
          <p:cNvSpPr txBox="1"/>
          <p:nvPr/>
        </p:nvSpPr>
        <p:spPr>
          <a:xfrm>
            <a:off x="1188719" y="3657601"/>
            <a:ext cx="69189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සුද්ද ආලේපය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දෙයි සැනසිලි දිවිය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දුර පහ කරන්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නිත් අලෝකෙන් පහන් කරන් </a:t>
            </a:r>
          </a:p>
        </p:txBody>
      </p:sp>
      <p:pic>
        <p:nvPicPr>
          <p:cNvPr id="3292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4" name="TextBox 1"/>
          <p:cNvSpPr txBox="1"/>
          <p:nvPr/>
        </p:nvSpPr>
        <p:spPr>
          <a:xfrm>
            <a:off x="960119" y="609601"/>
            <a:ext cx="69951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කදුළෙන් තෙමුණු වත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මෙතින් ඔප වත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රුපුන් හැර දෙන් සාමය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ඔබැත් නම් දිවි සුරැකේ ය</a:t>
            </a:r>
          </a:p>
        </p:txBody>
      </p:sp>
      <p:sp>
        <p:nvSpPr>
          <p:cNvPr id="3295" name="TextBox 2"/>
          <p:cNvSpPr txBox="1"/>
          <p:nvPr/>
        </p:nvSpPr>
        <p:spPr>
          <a:xfrm>
            <a:off x="1036319" y="3505201"/>
            <a:ext cx="7071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 පුත් දැන හැදින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හා ති එක් බැව් දැන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 ඒකාකාර වන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වනමු ගීයෙන </a:t>
            </a:r>
          </a:p>
        </p:txBody>
      </p:sp>
      <p:pic>
        <p:nvPicPr>
          <p:cNvPr id="329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8" name="TextBox 3"/>
          <p:cNvSpPr txBox="1"/>
          <p:nvPr/>
        </p:nvSpPr>
        <p:spPr>
          <a:xfrm>
            <a:off x="426719" y="2286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198</a:t>
            </a:r>
          </a:p>
        </p:txBody>
      </p:sp>
      <p:sp>
        <p:nvSpPr>
          <p:cNvPr id="3299" name="TextBox 4"/>
          <p:cNvSpPr txBox="1"/>
          <p:nvPr/>
        </p:nvSpPr>
        <p:spPr>
          <a:xfrm>
            <a:off x="731519" y="1142999"/>
            <a:ext cx="7680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අහෝ දෙවිදුන් සුදත්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වඩින් ගෙනාසිරි මහත්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සත්විදි සෙත් සිරි මහත්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නික්මෙන්නේ දෙව් ඔබගෙන් වෙයි</a:t>
            </a:r>
          </a:p>
        </p:txBody>
      </p:sp>
      <p:sp>
        <p:nvSpPr>
          <p:cNvPr id="3300" name="TextBox 5"/>
          <p:cNvSpPr txBox="1"/>
          <p:nvPr/>
        </p:nvSpPr>
        <p:spPr>
          <a:xfrm>
            <a:off x="3550919" y="3886201"/>
            <a:ext cx="53949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සග ගිනි තෙදක්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හද දල්වන කර දිමුත්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අබිසෙව් තෙල් ඔබ සුදත්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ගල්වන් සිත්හි බොහෝ සෙයින්</a:t>
            </a:r>
          </a:p>
        </p:txBody>
      </p:sp>
      <p:pic>
        <p:nvPicPr>
          <p:cNvPr id="3301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3" name="TextBox 4"/>
          <p:cNvSpPr txBox="1"/>
          <p:nvPr/>
        </p:nvSpPr>
        <p:spPr>
          <a:xfrm>
            <a:off x="731519" y="1142999"/>
            <a:ext cx="7680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වෙයි ඔබ විලවුන් පෙම්වත්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සෙසෙහසත් සැනසුමත්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සුවඳින් පිපෙන ලෙසින්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ගල්වන් සිතිහි බොහෝ සෙයින්</a:t>
            </a:r>
          </a:p>
        </p:txBody>
      </p:sp>
      <p:sp>
        <p:nvSpPr>
          <p:cNvPr id="3304" name="TextBox 5"/>
          <p:cNvSpPr txBox="1"/>
          <p:nvPr/>
        </p:nvSpPr>
        <p:spPr>
          <a:xfrm>
            <a:off x="3550919" y="3886201"/>
            <a:ext cx="53949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හරිනා දුරින් දුර රුපුන්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 සාමදානය උතුම්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ඇතොත් ඔබ තැනෙක යම්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ළගා නොවෙයි උවදුරක්</a:t>
            </a:r>
          </a:p>
        </p:txBody>
      </p:sp>
      <p:pic>
        <p:nvPicPr>
          <p:cNvPr id="330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" name="TextBox 3"/>
          <p:cNvSpPr txBox="1"/>
          <p:nvPr/>
        </p:nvSpPr>
        <p:spPr>
          <a:xfrm>
            <a:off x="426719" y="2286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199</a:t>
            </a:r>
          </a:p>
        </p:txBody>
      </p:sp>
      <p:sp>
        <p:nvSpPr>
          <p:cNvPr id="3308" name="TextBox 4"/>
          <p:cNvSpPr txBox="1"/>
          <p:nvPr/>
        </p:nvSpPr>
        <p:spPr>
          <a:xfrm>
            <a:off x="731519" y="1142999"/>
            <a:ext cx="7680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අසන් දේවාත්මයාණෙනි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ය ඔබ විමන්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කරමින් දයා බෙලෙනි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වෙත වඩින් </a:t>
            </a:r>
          </a:p>
        </p:txBody>
      </p:sp>
      <p:sp>
        <p:nvSpPr>
          <p:cNvPr id="3309" name="TextBox 5"/>
          <p:cNvSpPr txBox="1"/>
          <p:nvPr/>
        </p:nvSpPr>
        <p:spPr>
          <a:xfrm>
            <a:off x="3550919" y="3886201"/>
            <a:ext cx="53949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වඩින් ආලෝකයක් ලෙස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හිස් බැව් පෙන්වන්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දමිටුන් මග ගන්නට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සිත් පොල</a:t>
            </a:r>
            <a:r>
              <a:rPr>
                <a:latin typeface="FS-Anurada"/>
                <a:ea typeface="FS-Anurada"/>
                <a:cs typeface="FS-Anurada"/>
                <a:sym typeface="FS-Anurada"/>
              </a:rPr>
              <a:t>U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න්</a:t>
            </a:r>
          </a:p>
        </p:txBody>
      </p:sp>
      <p:pic>
        <p:nvPicPr>
          <p:cNvPr id="3310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2" name="TextBox 3"/>
          <p:cNvSpPr txBox="1"/>
          <p:nvPr/>
        </p:nvSpPr>
        <p:spPr>
          <a:xfrm>
            <a:off x="731519" y="1142999"/>
            <a:ext cx="7680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ගින්නක් විලසින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 සුද්ද කරන්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ආත්මයන් නිතින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පුජාවක් කර දෙන්</a:t>
            </a:r>
          </a:p>
        </p:txBody>
      </p:sp>
      <p:sp>
        <p:nvSpPr>
          <p:cNvPr id="3313" name="TextBox 4"/>
          <p:cNvSpPr txBox="1"/>
          <p:nvPr/>
        </p:nvSpPr>
        <p:spPr>
          <a:xfrm>
            <a:off x="3550919" y="3886201"/>
            <a:ext cx="53949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පිනි මෙන් මේ දින වඩින්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ආසිරි වගුරන්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දැඩි සිත් දුරු කරමින්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මුදු මොලොක් සිත් දෙන්</a:t>
            </a:r>
          </a:p>
        </p:txBody>
      </p:sp>
      <p:pic>
        <p:nvPicPr>
          <p:cNvPr id="3314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6" name="TextBox 3"/>
          <p:cNvSpPr txBox="1"/>
          <p:nvPr/>
        </p:nvSpPr>
        <p:spPr>
          <a:xfrm>
            <a:off x="731519" y="1142999"/>
            <a:ext cx="7680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වඩින් පරවියකු මෙන්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විදා පෙම් පියාපත්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පොළෝ ඔබ සසුන්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වා බෝ සිරිලත්</a:t>
            </a:r>
          </a:p>
        </p:txBody>
      </p:sp>
      <p:sp>
        <p:nvSpPr>
          <p:cNvPr id="3317" name="TextBox 4"/>
          <p:cNvSpPr txBox="1"/>
          <p:nvPr/>
        </p:nvSpPr>
        <p:spPr>
          <a:xfrm>
            <a:off x="3550919" y="3886201"/>
            <a:ext cx="53949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වඩින් සුළගක් විලසින්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පෙන්තකොස්ත දා මෙන්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වඩින් සතට අදරින්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තේජස් පෙන්වන්</a:t>
            </a:r>
          </a:p>
        </p:txBody>
      </p:sp>
      <p:pic>
        <p:nvPicPr>
          <p:cNvPr id="3318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0" name="TextBox 1"/>
          <p:cNvSpPr txBox="1"/>
          <p:nvPr/>
        </p:nvSpPr>
        <p:spPr>
          <a:xfrm>
            <a:off x="274319" y="228602"/>
            <a:ext cx="15849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200</a:t>
            </a:r>
          </a:p>
        </p:txBody>
      </p:sp>
      <p:sp>
        <p:nvSpPr>
          <p:cNvPr id="3321" name="TextBox 2"/>
          <p:cNvSpPr txBox="1"/>
          <p:nvPr/>
        </p:nvSpPr>
        <p:spPr>
          <a:xfrm>
            <a:off x="1036319" y="609601"/>
            <a:ext cx="7452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සුද්දත්මයාණෙනි වඩින්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පුබුදන් අප සිත්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බලය අනුහස්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දැක්වෙන විලසින් </a:t>
            </a:r>
          </a:p>
        </p:txBody>
      </p:sp>
      <p:sp>
        <p:nvSpPr>
          <p:cNvPr id="3322" name="TextBox 4"/>
          <p:cNvSpPr txBox="1"/>
          <p:nvPr/>
        </p:nvSpPr>
        <p:spPr>
          <a:xfrm>
            <a:off x="1036319" y="3429001"/>
            <a:ext cx="7452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සුද්දත්මයාණෙනි පවර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 ඔබ දසුන්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ලිව් කිව් දහම් රස කර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අපට පාදා දෙන් </a:t>
            </a:r>
          </a:p>
        </p:txBody>
      </p:sp>
      <p:pic>
        <p:nvPicPr>
          <p:cNvPr id="3323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5" name="TextBox 1"/>
          <p:cNvSpPr txBox="1"/>
          <p:nvPr/>
        </p:nvSpPr>
        <p:spPr>
          <a:xfrm>
            <a:off x="883919" y="533401"/>
            <a:ext cx="76809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දහම් කද නිමල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අපගේ සිත් තුළ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නිරතුරු නිවස්නා මෙන්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 දනු නිදන් </a:t>
            </a:r>
          </a:p>
        </p:txBody>
      </p:sp>
      <p:sp>
        <p:nvSpPr>
          <p:cNvPr id="3326" name="TextBox 2"/>
          <p:cNvSpPr txBox="1"/>
          <p:nvPr/>
        </p:nvSpPr>
        <p:spPr>
          <a:xfrm>
            <a:off x="883919" y="3276601"/>
            <a:ext cx="76809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සුද්දත්ම දෙවි තුමෙනි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වැඩම කරන් දැන්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අදුර දුර ලමින්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සිත් ආලෝක කරන්</a:t>
            </a:r>
          </a:p>
        </p:txBody>
      </p:sp>
      <p:pic>
        <p:nvPicPr>
          <p:cNvPr id="332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9" name="TextBox 3"/>
          <p:cNvSpPr txBox="1"/>
          <p:nvPr/>
        </p:nvSpPr>
        <p:spPr>
          <a:xfrm>
            <a:off x="426719" y="2286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201</a:t>
            </a:r>
          </a:p>
        </p:txBody>
      </p:sp>
      <p:sp>
        <p:nvSpPr>
          <p:cNvPr id="3330" name="TextBox 4"/>
          <p:cNvSpPr txBox="1"/>
          <p:nvPr/>
        </p:nvSpPr>
        <p:spPr>
          <a:xfrm>
            <a:off x="731519" y="1142999"/>
            <a:ext cx="4723456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මිදුමි කරු සෙත් ලත්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යන්ට පෙර ලොවින්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එමමි යි සැනසුම්කරුන්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කීවේ පෙමින්</a:t>
            </a:r>
          </a:p>
        </p:txBody>
      </p:sp>
      <p:sp>
        <p:nvSpPr>
          <p:cNvPr id="3331" name="TextBox 5"/>
          <p:cNvSpPr txBox="1"/>
          <p:nvPr/>
        </p:nvSpPr>
        <p:spPr>
          <a:xfrm>
            <a:off x="3550919" y="3886198"/>
            <a:ext cx="5394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ආවේ සිළඟක් මෙන් තද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සිත් කම්පා කරන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ගිනි වන් දිව් මෙන් පා තෙද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දැ වෙන</a:t>
            </a:r>
          </a:p>
        </p:txBody>
      </p:sp>
      <p:pic>
        <p:nvPicPr>
          <p:cNvPr id="3332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4" name="TextBox 4"/>
          <p:cNvSpPr txBox="1"/>
          <p:nvPr/>
        </p:nvSpPr>
        <p:spPr>
          <a:xfrm>
            <a:off x="731520" y="1142999"/>
            <a:ext cx="5580710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එයි සිත් සැනැසුම් දෙන්නට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කුළුණේන් ඒ තුම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යටත් සිතින් වසන්නට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දා ම</a:t>
            </a:r>
          </a:p>
        </p:txBody>
      </p:sp>
      <p:sp>
        <p:nvSpPr>
          <p:cNvPr id="3335" name="TextBox 5"/>
          <p:cNvSpPr txBox="1"/>
          <p:nvPr/>
        </p:nvSpPr>
        <p:spPr>
          <a:xfrm>
            <a:off x="3550919" y="3886198"/>
            <a:ext cx="5394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සුමුදු හඬ්න් එතුමන්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දොස් පෙන්වා දෙයි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සැප කියා දෙමින්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බිය නිසයි</a:t>
            </a:r>
          </a:p>
        </p:txBody>
      </p:sp>
      <p:pic>
        <p:nvPicPr>
          <p:cNvPr id="333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" name="TextBox 4"/>
          <p:cNvSpPr txBox="1"/>
          <p:nvPr/>
        </p:nvSpPr>
        <p:spPr>
          <a:xfrm>
            <a:off x="731519" y="1142999"/>
            <a:ext cx="4723456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ඇත් නම් ජයක් අප ලද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ඇත්නම් සුද්දකමක්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ඔබගෙන් මැ ය හැම හොද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එන්නේ උදක්</a:t>
            </a:r>
          </a:p>
        </p:txBody>
      </p:sp>
      <p:sp>
        <p:nvSpPr>
          <p:cNvPr id="3339" name="TextBox 5"/>
          <p:cNvSpPr txBox="1"/>
          <p:nvPr/>
        </p:nvSpPr>
        <p:spPr>
          <a:xfrm>
            <a:off x="3550919" y="3886198"/>
            <a:ext cx="5394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සුද්දත්මෙනි දයාබර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දෙස බලන්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ඔබගෙන් මැ යි හැම හොද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එන්නේ උදක්</a:t>
            </a:r>
          </a:p>
        </p:txBody>
      </p:sp>
      <p:pic>
        <p:nvPicPr>
          <p:cNvPr id="334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2" name="TextBox 4"/>
          <p:cNvSpPr txBox="1"/>
          <p:nvPr/>
        </p:nvSpPr>
        <p:spPr>
          <a:xfrm>
            <a:off x="731519" y="1142999"/>
            <a:ext cx="4723456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වා පිය දෙවිදුන්ටත්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පුත් ක්‍රිස්තුස් තුමන්ටත්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සුද්දත්මයාණන්ටත් පසස්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වා ආමෙන්</a:t>
            </a:r>
          </a:p>
        </p:txBody>
      </p:sp>
      <p:pic>
        <p:nvPicPr>
          <p:cNvPr id="334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5" name="TextBox 1"/>
          <p:cNvSpPr txBox="1"/>
          <p:nvPr/>
        </p:nvSpPr>
        <p:spPr>
          <a:xfrm>
            <a:off x="502919" y="381002"/>
            <a:ext cx="15849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202</a:t>
            </a:r>
          </a:p>
        </p:txBody>
      </p:sp>
      <p:sp>
        <p:nvSpPr>
          <p:cNvPr id="3346" name="TextBox 2"/>
          <p:cNvSpPr txBox="1"/>
          <p:nvPr/>
        </p:nvSpPr>
        <p:spPr>
          <a:xfrm>
            <a:off x="1341119" y="1447799"/>
            <a:ext cx="72999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සුදත් සමිදුනි වඩින්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හා වසන්නට තොස් වන්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පවිටු සිත්විල්ලෙන්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අනේ සුද්ද කරන් නිතින්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ආත්මය දෙවි මැදුරක්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 දෙන් සුද්ද නිවෙසක් </a:t>
            </a:r>
          </a:p>
        </p:txBody>
      </p:sp>
      <p:pic>
        <p:nvPicPr>
          <p:cNvPr id="334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9" name="TextBox 1"/>
          <p:cNvSpPr txBox="1"/>
          <p:nvPr/>
        </p:nvSpPr>
        <p:spPr>
          <a:xfrm>
            <a:off x="1341119" y="1219199"/>
            <a:ext cx="66141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ඔබ බල ඇගෙතත්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මා තුළ සිටිතත්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ඇදහීමේ නෙතට දැන්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පෙනී අනුහස් වගුරන්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බිදක් ලදහොත් ඔබ පෙම්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වඩා ලබන්නට තොස් වෙමි </a:t>
            </a:r>
          </a:p>
        </p:txBody>
      </p:sp>
      <p:pic>
        <p:nvPicPr>
          <p:cNvPr id="335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2" name="TextBox 1"/>
          <p:cNvSpPr txBox="1"/>
          <p:nvPr/>
        </p:nvSpPr>
        <p:spPr>
          <a:xfrm>
            <a:off x="1493519" y="1600199"/>
            <a:ext cx="66903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සිත් තුළ සැනසිල්ල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සතු සම්පත් සියල්ල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 කමාවේ සාක්කිය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ආත්මයාණෙනි ඔබ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දෙයි සහතිකය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ජීවනයේ උරුමය</a:t>
            </a:r>
          </a:p>
        </p:txBody>
      </p:sp>
      <p:pic>
        <p:nvPicPr>
          <p:cNvPr id="335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5" name="TextBox 3"/>
          <p:cNvSpPr txBox="1"/>
          <p:nvPr/>
        </p:nvSpPr>
        <p:spPr>
          <a:xfrm>
            <a:off x="426719" y="343897"/>
            <a:ext cx="1127762" cy="56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203</a:t>
            </a:r>
          </a:p>
        </p:txBody>
      </p:sp>
      <p:sp>
        <p:nvSpPr>
          <p:cNvPr id="3356" name="TextBox 4"/>
          <p:cNvSpPr txBox="1"/>
          <p:nvPr/>
        </p:nvSpPr>
        <p:spPr>
          <a:xfrm>
            <a:off x="731519" y="1142999"/>
            <a:ext cx="4937770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 සුදත් වරමින්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පෙන්තකොස්ත තුරෙන්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ආසාවෙන් සොයමු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නිමල් ඒ දිව් පෙම්</a:t>
            </a:r>
          </a:p>
        </p:txBody>
      </p:sp>
      <p:sp>
        <p:nvSpPr>
          <p:cNvPr id="3357" name="TextBox 5"/>
          <p:cNvSpPr txBox="1"/>
          <p:nvPr/>
        </p:nvSpPr>
        <p:spPr>
          <a:xfrm>
            <a:off x="3550919" y="3886201"/>
            <a:ext cx="53949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පේමය බෝ ඉවසයි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දයා වෙයි ඉසි නො වෙයි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මුදු නමුත් ඉසි නො වෙයි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 ඒ නිමා පෙම්</a:t>
            </a:r>
          </a:p>
        </p:txBody>
      </p:sp>
      <p:pic>
        <p:nvPicPr>
          <p:cNvPr id="3358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0" name="TextBox 4"/>
          <p:cNvSpPr txBox="1"/>
          <p:nvPr/>
        </p:nvSpPr>
        <p:spPr>
          <a:xfrm>
            <a:off x="731519" y="1143000"/>
            <a:ext cx="5009208" cy="3399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අනා බස් පහ වී යයි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බසා වුවත් නවතියි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පේමය නිත් පවතියි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 ඒ නිසා පෙම්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 දෙනු නිදන්</a:t>
            </a:r>
          </a:p>
        </p:txBody>
      </p:sp>
      <p:sp>
        <p:nvSpPr>
          <p:cNvPr id="3361" name="TextBox 5"/>
          <p:cNvSpPr txBox="1"/>
          <p:nvPr/>
        </p:nvSpPr>
        <p:spPr>
          <a:xfrm>
            <a:off x="3703319" y="4071944"/>
            <a:ext cx="4894928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සැදෑ පැතුම් හා පෙම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 වේ පැවතුම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එයින් උතුම් වන්නේ ම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අනගි ඒ පෙම්</a:t>
            </a:r>
          </a:p>
        </p:txBody>
      </p:sp>
      <p:pic>
        <p:nvPicPr>
          <p:cNvPr id="336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4" name="Rectangle 1"/>
          <p:cNvSpPr txBox="1"/>
          <p:nvPr/>
        </p:nvSpPr>
        <p:spPr>
          <a:xfrm>
            <a:off x="426720" y="429500"/>
            <a:ext cx="1256517" cy="54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indent="457200"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204</a:t>
            </a:r>
          </a:p>
        </p:txBody>
      </p:sp>
      <p:sp>
        <p:nvSpPr>
          <p:cNvPr id="3365" name="Rectangle 2"/>
          <p:cNvSpPr txBox="1"/>
          <p:nvPr/>
        </p:nvSpPr>
        <p:spPr>
          <a:xfrm>
            <a:off x="1950719" y="1006841"/>
            <a:ext cx="8290562" cy="227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n,e;a iqo;a jvska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ud is;a ;=&lt; jika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f;o hq;a jsuqla;sh foka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oqlska nsfhka mjska</a:t>
            </a:r>
          </a:p>
        </p:txBody>
      </p:sp>
      <p:sp>
        <p:nvSpPr>
          <p:cNvPr id="3366" name="Rectangle 3"/>
          <p:cNvSpPr txBox="1"/>
          <p:nvPr/>
        </p:nvSpPr>
        <p:spPr>
          <a:xfrm>
            <a:off x="2026921" y="3445241"/>
            <a:ext cx="4323419" cy="227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iqj iØ fok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fmuska imsreK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iqo;aks ud wd;au ;=&lt;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kika mdm u, </a:t>
            </a:r>
          </a:p>
        </p:txBody>
      </p:sp>
      <p:pic>
        <p:nvPicPr>
          <p:cNvPr id="336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9" name="Rectangle 1"/>
          <p:cNvSpPr txBox="1"/>
          <p:nvPr/>
        </p:nvSpPr>
        <p:spPr>
          <a:xfrm>
            <a:off x="1950720" y="702041"/>
            <a:ext cx="4372754" cy="227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merKs foa oejS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ish,a, w,q;a jS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mjska ud ksfodia flfrk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osk &lt;x lrkak</a:t>
            </a:r>
          </a:p>
        </p:txBody>
      </p:sp>
      <p:sp>
        <p:nvSpPr>
          <p:cNvPr id="3370" name="Rectangle 2"/>
          <p:cNvSpPr txBox="1"/>
          <p:nvPr/>
        </p:nvSpPr>
        <p:spPr>
          <a:xfrm>
            <a:off x="2179322" y="3750041"/>
            <a:ext cx="3991234" cy="227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4572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Tn ;=gq jk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Tn msk jk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yrs foa ks;ska lrkak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ud is;a fmdf&lt;Ukak</a:t>
            </a:r>
          </a:p>
        </p:txBody>
      </p:sp>
      <p:pic>
        <p:nvPicPr>
          <p:cNvPr id="337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3" name="Rectangle 1"/>
          <p:cNvSpPr txBox="1"/>
          <p:nvPr/>
        </p:nvSpPr>
        <p:spPr>
          <a:xfrm>
            <a:off x="1645919" y="1311641"/>
            <a:ext cx="4907420" cy="227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 indent="228600"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lrus Tn fiajd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228600"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fkd m;us wka tajd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228600"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i. fj; ud f.k hka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228600"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oeka fyda l,a wejEfuka</a:t>
            </a:r>
          </a:p>
        </p:txBody>
      </p:sp>
      <p:sp>
        <p:nvSpPr>
          <p:cNvPr id="3374" name="TextBox 2"/>
          <p:cNvSpPr txBox="1"/>
          <p:nvPr/>
        </p:nvSpPr>
        <p:spPr>
          <a:xfrm>
            <a:off x="5227319" y="4495800"/>
            <a:ext cx="2575562" cy="916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           pd,aia fjia,s</a:t>
            </a:r>
          </a:p>
          <a:p>
            <a:pPr>
              <a:defRPr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mrsj¾;l   is tus b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37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7" name="Rectangle 2"/>
          <p:cNvSpPr txBox="1"/>
          <p:nvPr/>
        </p:nvSpPr>
        <p:spPr>
          <a:xfrm>
            <a:off x="1417319" y="1119849"/>
            <a:ext cx="62331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දිව්‍ය පෙම වඩින්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ආත්මේ මා විමසන්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ඔබ පෙමින් වඩින බව දන්වන්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ළං වන් මා සනසන්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මා ආත්මේට දිස් වන්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ඔබ සුද්ද ගින්නෙන් නිත් බබලවන්</a:t>
            </a:r>
          </a:p>
        </p:txBody>
      </p:sp>
      <p:sp>
        <p:nvSpPr>
          <p:cNvPr id="3378" name="TextBox 6"/>
          <p:cNvSpPr txBox="1"/>
          <p:nvPr/>
        </p:nvSpPr>
        <p:spPr>
          <a:xfrm>
            <a:off x="502919" y="344270"/>
            <a:ext cx="12039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205</a:t>
            </a:r>
          </a:p>
        </p:txBody>
      </p:sp>
      <p:pic>
        <p:nvPicPr>
          <p:cNvPr id="337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1" name="Rectangle 2"/>
          <p:cNvSpPr txBox="1"/>
          <p:nvPr/>
        </p:nvSpPr>
        <p:spPr>
          <a:xfrm>
            <a:off x="1417319" y="1119849"/>
            <a:ext cx="62331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අප කෙලෙස් දවා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ඒ ගින්න දැල් වේ වා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අලු දුලි බවට පත් වන තෙක්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ආලෝකය තෙදැත්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මා පෙරින් පතුරන්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මා අනුනට ආලෝකයක් කරන්</a:t>
            </a:r>
          </a:p>
        </p:txBody>
      </p:sp>
      <p:pic>
        <p:nvPicPr>
          <p:cNvPr id="338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4" name="Rectangle 2"/>
          <p:cNvSpPr txBox="1"/>
          <p:nvPr/>
        </p:nvSpPr>
        <p:spPr>
          <a:xfrm>
            <a:off x="1417319" y="1119849"/>
            <a:ext cx="62331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සුද්ද කරුණාවේ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වතින් මා හදවන්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යටහත් බවෙන් මා සිත සරසන්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සැබෑ යටත්කම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සිත් යටත් කෙරෙන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යටත්කමේ පමා දොස් හැගී තැවෙයි</a:t>
            </a:r>
          </a:p>
        </p:txBody>
      </p:sp>
      <p:pic>
        <p:nvPicPr>
          <p:cNvPr id="338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7" name="Rectangle 2"/>
          <p:cNvSpPr txBox="1"/>
          <p:nvPr/>
        </p:nvSpPr>
        <p:spPr>
          <a:xfrm>
            <a:off x="1417319" y="1119849"/>
            <a:ext cx="62331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සිතේ පැතුම් මහත්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ආත්මයේ ආසා වෙයි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මුවෙන් වැනිය නොහැකි සිරිදෙයි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සුද්දාත්ම දෙවි තුමන්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නිවෙස් වන් කල් මා සිත්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ඒ දයාවේ අගය කියා නොගෙයි</a:t>
            </a:r>
          </a:p>
        </p:txBody>
      </p:sp>
      <p:pic>
        <p:nvPicPr>
          <p:cNvPr id="338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0" name="TextBox 3"/>
          <p:cNvSpPr txBox="1"/>
          <p:nvPr/>
        </p:nvSpPr>
        <p:spPr>
          <a:xfrm>
            <a:off x="426719" y="343897"/>
            <a:ext cx="1127762" cy="56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206</a:t>
            </a:r>
          </a:p>
        </p:txBody>
      </p:sp>
      <p:sp>
        <p:nvSpPr>
          <p:cNvPr id="3391" name="TextBox 4"/>
          <p:cNvSpPr txBox="1"/>
          <p:nvPr/>
        </p:nvSpPr>
        <p:spPr>
          <a:xfrm>
            <a:off x="731519" y="1142999"/>
            <a:ext cx="4937770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දිව‍ය හුස්ම හෙළන්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නව ජිවිතේ දෙන්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සේ මෙහෙ කරන්ටත්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නිතින් පෙම් කරන්ටත්</a:t>
            </a:r>
          </a:p>
        </p:txBody>
      </p:sp>
      <p:sp>
        <p:nvSpPr>
          <p:cNvPr id="3392" name="TextBox 5"/>
          <p:cNvSpPr txBox="1"/>
          <p:nvPr/>
        </p:nvSpPr>
        <p:spPr>
          <a:xfrm>
            <a:off x="3550919" y="3886198"/>
            <a:ext cx="5394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දිවය හුස්ම හෙළන්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සිත් සුද්ද කරන්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මා සම වන මෙන්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මට පිහිට දෙන්</a:t>
            </a:r>
          </a:p>
        </p:txBody>
      </p:sp>
      <p:pic>
        <p:nvPicPr>
          <p:cNvPr id="3393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5" name="TextBox 4"/>
          <p:cNvSpPr txBox="1"/>
          <p:nvPr/>
        </p:nvSpPr>
        <p:spPr>
          <a:xfrm>
            <a:off x="731519" y="1142999"/>
            <a:ext cx="4937770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දිවය හුස්ම හෙළන්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සතු කරන්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 ගින්නෙන් බබළවන්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ලෝ මා දෙව් යෙහෙන්</a:t>
            </a:r>
          </a:p>
        </p:txBody>
      </p:sp>
      <p:sp>
        <p:nvSpPr>
          <p:cNvPr id="3396" name="TextBox 5"/>
          <p:cNvSpPr txBox="1"/>
          <p:nvPr/>
        </p:nvSpPr>
        <p:spPr>
          <a:xfrm>
            <a:off x="3550919" y="3886198"/>
            <a:ext cx="5394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දිවය හුස්ම හෙළන්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ජිවන වරම් දෙන්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හා වසන්ට නිතින්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ආමෙන් ආමෙන් ආමෙන්</a:t>
            </a:r>
          </a:p>
        </p:txBody>
      </p:sp>
      <p:pic>
        <p:nvPicPr>
          <p:cNvPr id="339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" name="Rectangle 1"/>
          <p:cNvSpPr txBox="1"/>
          <p:nvPr/>
        </p:nvSpPr>
        <p:spPr>
          <a:xfrm>
            <a:off x="579121" y="314572"/>
            <a:ext cx="997110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>
              <a:tabLst>
                <a:tab pos="685800" algn="l"/>
              </a:tabLst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207</a:t>
            </a:r>
          </a:p>
        </p:txBody>
      </p:sp>
      <p:sp>
        <p:nvSpPr>
          <p:cNvPr id="3400" name="Rectangle 2"/>
          <p:cNvSpPr txBox="1"/>
          <p:nvPr/>
        </p:nvSpPr>
        <p:spPr>
          <a:xfrm>
            <a:off x="2331720" y="1231671"/>
            <a:ext cx="4545891" cy="413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794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ohdnr wd;afuks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794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ud ;=&lt; jev jika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794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ohdjka; .=fKks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794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udf.a yo mqrjka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794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udf.a ysusf.a .=K 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794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wkqka o olakd fuk</a:t>
            </a:r>
          </a:p>
        </p:txBody>
      </p:sp>
      <p:pic>
        <p:nvPicPr>
          <p:cNvPr id="340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3" name="Rectangle 1"/>
          <p:cNvSpPr txBox="1"/>
          <p:nvPr/>
        </p:nvSpPr>
        <p:spPr>
          <a:xfrm>
            <a:off x="2103119" y="1079271"/>
            <a:ext cx="4452577" cy="413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794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ienElfus wd;afuks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794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ienEfjka ud irika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794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imqrka keKfhks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794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kslafuk Tn fj;ska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794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Tn .=K uysu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794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olajkag foka jrus</a:t>
            </a:r>
          </a:p>
        </p:txBody>
      </p:sp>
      <p:pic>
        <p:nvPicPr>
          <p:cNvPr id="340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6" name="Rectangle 1"/>
          <p:cNvSpPr txBox="1"/>
          <p:nvPr/>
        </p:nvSpPr>
        <p:spPr>
          <a:xfrm>
            <a:off x="1569721" y="1003071"/>
            <a:ext cx="6254489" cy="413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794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uqoq fudf&lt;dla wd;afuks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794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foka uqoq is;la ug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794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iEu mrSlaidfjk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794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rlska ud ksfodia fldg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794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fcaiqia ysus fuka fu ud;a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794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lr foka hg;a my;a </a:t>
            </a:r>
          </a:p>
        </p:txBody>
      </p:sp>
      <p:pic>
        <p:nvPicPr>
          <p:cNvPr id="340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" name="Rectangle 1"/>
          <p:cNvSpPr txBox="1"/>
          <p:nvPr/>
        </p:nvSpPr>
        <p:spPr>
          <a:xfrm>
            <a:off x="1798319" y="1155471"/>
            <a:ext cx="3924336" cy="413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n,jka; wd;afuks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ud o n,j;a lrka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wka;rdh w;r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ug ch fjs ;sr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n,j;a me;Sulska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udf.a yo mqrjka</a:t>
            </a:r>
          </a:p>
        </p:txBody>
      </p:sp>
      <p:pic>
        <p:nvPicPr>
          <p:cNvPr id="341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2" name="Rectangle 1"/>
          <p:cNvSpPr txBox="1"/>
          <p:nvPr/>
        </p:nvSpPr>
        <p:spPr>
          <a:xfrm>
            <a:off x="1950720" y="1231671"/>
            <a:ext cx="4700052" cy="413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msrsisoq wd;afuks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ud is;g jvskq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mjsgq .;sfhks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fjka lr ud rlskq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Tn leue;a; ks;ska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lrkg jrus foka</a:t>
            </a:r>
          </a:p>
        </p:txBody>
      </p:sp>
      <p:pic>
        <p:nvPicPr>
          <p:cNvPr id="341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5" name="TextBox 1"/>
          <p:cNvSpPr txBox="1"/>
          <p:nvPr/>
        </p:nvSpPr>
        <p:spPr>
          <a:xfrm>
            <a:off x="502919" y="381002"/>
            <a:ext cx="15849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208</a:t>
            </a:r>
          </a:p>
        </p:txBody>
      </p:sp>
      <p:sp>
        <p:nvSpPr>
          <p:cNvPr id="3416" name="TextBox 2"/>
          <p:cNvSpPr txBox="1"/>
          <p:nvPr/>
        </p:nvSpPr>
        <p:spPr>
          <a:xfrm>
            <a:off x="831505" y="1714489"/>
            <a:ext cx="7838180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දේවානුභාවයෙන්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ලියැවුණු ධර්මේ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සුවිසුද්ද බයිබලයෙන්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විස්තර කැරුණේ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දිවැසිවරයෝ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දිවැසින් දුටුව දේ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දෙවිදුන් කියා පෑ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විලසින් හෙළි කළෝ</a:t>
            </a:r>
          </a:p>
        </p:txBody>
      </p:sp>
      <p:pic>
        <p:nvPicPr>
          <p:cNvPr id="341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9" name="TextBox 2"/>
          <p:cNvSpPr txBox="1"/>
          <p:nvPr/>
        </p:nvSpPr>
        <p:spPr>
          <a:xfrm>
            <a:off x="831505" y="1714489"/>
            <a:ext cx="7838180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වීණාව වයමින්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දාවිත් රජින්දා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බැති ගී ගයමින්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දෙව්තුම වැන්දා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ලෝක මවා ලු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පිත් දෙවිදුන් මහිමේ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පැසසෙන ගීයෙන්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ලෝ කුලමත් වන්නේ</a:t>
            </a:r>
          </a:p>
        </p:txBody>
      </p:sp>
      <p:pic>
        <p:nvPicPr>
          <p:cNvPr id="342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2" name="TextBox 2"/>
          <p:cNvSpPr txBox="1"/>
          <p:nvPr/>
        </p:nvSpPr>
        <p:spPr>
          <a:xfrm>
            <a:off x="831505" y="1714489"/>
            <a:ext cx="7838180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දේවාති දේවිඳා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සිය පුත් පුදමිනේ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ලොසත් විමුකිත මඟ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සාදා නිම කෙළේ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ජේසුස් දෙව් පුත්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මාරක මඟ යේ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අජර අමර දිව්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ලෝ සත් අයත් කෙළේ</a:t>
            </a:r>
          </a:p>
        </p:txBody>
      </p:sp>
      <p:pic>
        <p:nvPicPr>
          <p:cNvPr id="342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5" name="TextBox 2"/>
          <p:cNvSpPr txBox="1"/>
          <p:nvPr/>
        </p:nvSpPr>
        <p:spPr>
          <a:xfrm>
            <a:off x="831505" y="1714489"/>
            <a:ext cx="7838180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 සබාවේ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සුද්ද බයිබලයේ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පිත් දෙවිදුන් පෙම් කඳ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පැහැදිලි වන්නේ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ජේසුස් දෙව් පුත්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කුරුසිය මත වේ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සත පිත් දෙව්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තුරුලට රොක් වේ</a:t>
            </a:r>
          </a:p>
        </p:txBody>
      </p:sp>
      <p:pic>
        <p:nvPicPr>
          <p:cNvPr id="342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8" name="Rectangle 3"/>
          <p:cNvSpPr txBox="1"/>
          <p:nvPr/>
        </p:nvSpPr>
        <p:spPr>
          <a:xfrm>
            <a:off x="655321" y="457201"/>
            <a:ext cx="907813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209</a:t>
            </a:r>
          </a:p>
        </p:txBody>
      </p:sp>
      <p:sp>
        <p:nvSpPr>
          <p:cNvPr id="3429" name="TextBox 4"/>
          <p:cNvSpPr txBox="1"/>
          <p:nvPr/>
        </p:nvSpPr>
        <p:spPr>
          <a:xfrm>
            <a:off x="3903339" y="4500569"/>
            <a:ext cx="4837783" cy="1233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එය වේ දෙව් තුම පැවසිල්ල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 උතුම් ඒ ලියවිල්ල</a:t>
            </a:r>
          </a:p>
        </p:txBody>
      </p:sp>
      <p:sp>
        <p:nvSpPr>
          <p:cNvPr id="3430" name="TextBox 5"/>
          <p:cNvSpPr txBox="1"/>
          <p:nvPr/>
        </p:nvSpPr>
        <p:spPr>
          <a:xfrm>
            <a:off x="402878" y="1643049"/>
            <a:ext cx="7909616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අහරෙකි දිවියට සැනසිල්ලදැනෙයි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දියෙරෙකි තිබහට ගිනි දැල්ලනිවෙයි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ඔසුවෙකි ලෙඩ විට සුව රැල්ලගෙනෙයි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පළිහෙකි පහරට ගැලවිල්ලාඅතෙයි</a:t>
            </a:r>
          </a:p>
        </p:txBody>
      </p:sp>
      <p:pic>
        <p:nvPicPr>
          <p:cNvPr id="3431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3" name="TextBox 4"/>
          <p:cNvSpPr txBox="1"/>
          <p:nvPr/>
        </p:nvSpPr>
        <p:spPr>
          <a:xfrm>
            <a:off x="3903339" y="4500569"/>
            <a:ext cx="4837783" cy="1233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එය වේ දෙව් තුම පැවසිල්ල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 උතුම් ඒ ලියවිල්ල</a:t>
            </a:r>
          </a:p>
        </p:txBody>
      </p:sp>
      <p:sp>
        <p:nvSpPr>
          <p:cNvPr id="3434" name="TextBox 5"/>
          <p:cNvSpPr txBox="1"/>
          <p:nvPr/>
        </p:nvSpPr>
        <p:spPr>
          <a:xfrm>
            <a:off x="402878" y="1643049"/>
            <a:ext cx="7909616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මාරුත ඇති විට නිසලකමපිරෙයි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ජිවිත ගමනට නිසි පහන දිලෙයි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පාපය නැසුමට ඇදහිල්ලලැබෙයි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තේජස ලබනට මඟ එහි තුළවෙයි</a:t>
            </a:r>
          </a:p>
        </p:txBody>
      </p:sp>
      <p:pic>
        <p:nvPicPr>
          <p:cNvPr id="343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7" name="TextBox 4"/>
          <p:cNvSpPr txBox="1"/>
          <p:nvPr/>
        </p:nvSpPr>
        <p:spPr>
          <a:xfrm>
            <a:off x="3903339" y="4500569"/>
            <a:ext cx="4837783" cy="1233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එය වේ දෙව් තුම පැවසිල්ල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 උතුම් ඒ ලියවිල්ල</a:t>
            </a:r>
          </a:p>
        </p:txBody>
      </p:sp>
      <p:sp>
        <p:nvSpPr>
          <p:cNvPr id="3438" name="TextBox 5"/>
          <p:cNvSpPr txBox="1"/>
          <p:nvPr/>
        </p:nvSpPr>
        <p:spPr>
          <a:xfrm>
            <a:off x="402878" y="1643049"/>
            <a:ext cx="7909616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එළිය නකරයි සිත දුරු කර දුක්ඳුර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සවන පුරයි හිමි කට හඬපෙම්බර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මරණය එයි එ නමුත් නැතකරදර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උරුමය ඇත මඟ සඳහන්කර</a:t>
            </a:r>
          </a:p>
        </p:txBody>
      </p:sp>
      <p:pic>
        <p:nvPicPr>
          <p:cNvPr id="343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1" name="Rectangle 3"/>
          <p:cNvSpPr txBox="1"/>
          <p:nvPr/>
        </p:nvSpPr>
        <p:spPr>
          <a:xfrm>
            <a:off x="655321" y="457201"/>
            <a:ext cx="907813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210</a:t>
            </a:r>
          </a:p>
        </p:txBody>
      </p:sp>
      <p:sp>
        <p:nvSpPr>
          <p:cNvPr id="3442" name="TextBox 4"/>
          <p:cNvSpPr txBox="1"/>
          <p:nvPr/>
        </p:nvSpPr>
        <p:spPr>
          <a:xfrm>
            <a:off x="4546282" y="928671"/>
            <a:ext cx="4266279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ප්‍රීති වමු අපි ඒ නිසා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වචනය සැබෑ නිසා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තුම අප හිමි නිසා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ප්‍රීති වමු සැමා</a:t>
            </a:r>
          </a:p>
        </p:txBody>
      </p:sp>
      <p:sp>
        <p:nvSpPr>
          <p:cNvPr id="3443" name="TextBox 5"/>
          <p:cNvSpPr txBox="1"/>
          <p:nvPr/>
        </p:nvSpPr>
        <p:spPr>
          <a:xfrm>
            <a:off x="655319" y="3429001"/>
            <a:ext cx="69951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ස්වාමි තුළ ඔබ නුදුරිනා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සිටිනු බව දැනා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ඉවසන ගුණ නිතියෙනා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හෙළි කරනු මැනා</a:t>
            </a:r>
          </a:p>
        </p:txBody>
      </p:sp>
      <p:pic>
        <p:nvPicPr>
          <p:cNvPr id="3444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6" name="TextBox 2"/>
          <p:cNvSpPr txBox="1"/>
          <p:nvPr/>
        </p:nvSpPr>
        <p:spPr>
          <a:xfrm>
            <a:off x="655319" y="3429001"/>
            <a:ext cx="69951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සෝක නො වී කිසි දේ ගැනා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තුති ද පුදමිනා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යදිමින ඔබෙ වුවමනා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දන්වනු දෙවිදුටා</a:t>
            </a:r>
          </a:p>
        </p:txBody>
      </p:sp>
      <p:sp>
        <p:nvSpPr>
          <p:cNvPr id="3447" name="TextBox 3"/>
          <p:cNvSpPr txBox="1"/>
          <p:nvPr/>
        </p:nvSpPr>
        <p:spPr>
          <a:xfrm>
            <a:off x="4546282" y="928671"/>
            <a:ext cx="4266279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ප්‍රීති වමු අපි ඒ නිසා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වචනය සැබෑ නිසා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තුම අප හිමි නිසා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ප්‍රීති වමු සැමා</a:t>
            </a:r>
          </a:p>
        </p:txBody>
      </p:sp>
      <p:pic>
        <p:nvPicPr>
          <p:cNvPr id="344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" name="TextBox 2"/>
          <p:cNvSpPr txBox="1"/>
          <p:nvPr/>
        </p:nvSpPr>
        <p:spPr>
          <a:xfrm>
            <a:off x="655319" y="3429001"/>
            <a:ext cx="69951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දෙවිදුගෙ සාමයේ ගුණා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හිමි තුලිනා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නුවන පරදවන ලෙසා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රකිනු ඇතා</a:t>
            </a:r>
          </a:p>
        </p:txBody>
      </p:sp>
      <p:sp>
        <p:nvSpPr>
          <p:cNvPr id="3451" name="TextBox 3"/>
          <p:cNvSpPr txBox="1"/>
          <p:nvPr/>
        </p:nvSpPr>
        <p:spPr>
          <a:xfrm>
            <a:off x="4546282" y="928671"/>
            <a:ext cx="4266279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ප්‍රීති වමු අපි ඒ නිසා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වචනය සැබෑ නිසා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තුම අප හිමි නිසා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ප්‍රීති වමු සැමා</a:t>
            </a:r>
          </a:p>
        </p:txBody>
      </p:sp>
      <p:pic>
        <p:nvPicPr>
          <p:cNvPr id="345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4" name="Rectangle 1"/>
          <p:cNvSpPr txBox="1"/>
          <p:nvPr/>
        </p:nvSpPr>
        <p:spPr>
          <a:xfrm>
            <a:off x="655321" y="457201"/>
            <a:ext cx="907813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211</a:t>
            </a:r>
          </a:p>
        </p:txBody>
      </p:sp>
      <p:sp>
        <p:nvSpPr>
          <p:cNvPr id="3455" name="Rectangle 1"/>
          <p:cNvSpPr txBox="1"/>
          <p:nvPr/>
        </p:nvSpPr>
        <p:spPr>
          <a:xfrm>
            <a:off x="1264919" y="1328697"/>
            <a:ext cx="4071701" cy="2674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  <a:tab pos="685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 Tfns fojs joka osj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’</a:t>
            </a:r>
            <a:r>
              <a:t>.g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usysrs rih uqiq lrhs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lreKdnr fudf&lt;dla joka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wm uqj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‘</a:t>
            </a:r>
            <a:r>
              <a:t>.g tla  lrhs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6" name="Rectangle 2"/>
          <p:cNvSpPr txBox="1"/>
          <p:nvPr/>
        </p:nvSpPr>
        <p:spPr>
          <a:xfrm>
            <a:off x="2636519" y="3896488"/>
            <a:ext cx="3311685" cy="1056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  <a:tab pos="685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f.fkhs jdikd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osjshg f.fkhs jdikd</a:t>
            </a:r>
          </a:p>
        </p:txBody>
      </p:sp>
      <p:pic>
        <p:nvPicPr>
          <p:cNvPr id="345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9" name="Rectangle 1"/>
          <p:cNvSpPr txBox="1"/>
          <p:nvPr/>
        </p:nvSpPr>
        <p:spPr>
          <a:xfrm>
            <a:off x="3093719" y="3962401"/>
            <a:ext cx="4480562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tabLst>
                <a:tab pos="228600" algn="l"/>
                <a:tab pos="685800" algn="l"/>
              </a:tabLst>
              <a:defRPr sz="28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f.fkhs jdikd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28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osjshg f.fkhs jdikd</a:t>
            </a:r>
          </a:p>
        </p:txBody>
      </p:sp>
      <p:sp>
        <p:nvSpPr>
          <p:cNvPr id="3460" name="Rectangle 1"/>
          <p:cNvSpPr txBox="1"/>
          <p:nvPr/>
        </p:nvSpPr>
        <p:spPr>
          <a:xfrm>
            <a:off x="1036322" y="1315533"/>
            <a:ext cx="4113967" cy="2021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  <a:tab pos="685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Tfns fojs joka ksr;=re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osjs ux msjs;=re lrhs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mjska uqod .=fKka iod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iqu.g wm fhduq lrhs</a:t>
            </a:r>
          </a:p>
        </p:txBody>
      </p:sp>
      <p:pic>
        <p:nvPicPr>
          <p:cNvPr id="346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3" name="Rectangle 1"/>
          <p:cNvSpPr txBox="1"/>
          <p:nvPr/>
        </p:nvSpPr>
        <p:spPr>
          <a:xfrm>
            <a:off x="3169919" y="3810001"/>
            <a:ext cx="4480562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tabLst>
                <a:tab pos="228600" algn="l"/>
                <a:tab pos="685800" algn="l"/>
              </a:tabLst>
              <a:defRPr sz="28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f.fkhs jdikd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28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osjshg f.fkhs jdikd</a:t>
            </a:r>
          </a:p>
        </p:txBody>
      </p:sp>
      <p:sp>
        <p:nvSpPr>
          <p:cNvPr id="3464" name="Rectangle 1"/>
          <p:cNvSpPr txBox="1"/>
          <p:nvPr/>
        </p:nvSpPr>
        <p:spPr>
          <a:xfrm>
            <a:off x="883920" y="1315533"/>
            <a:ext cx="3898861" cy="2021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  <a:tab pos="7366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Tfns fojs joka nsh iel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7366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¥la lror ¥re lrhs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7366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jsm;aj,ska iq/l ksf;dr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7366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wdf,dalh jsys¥jhs</a:t>
            </a:r>
          </a:p>
        </p:txBody>
      </p:sp>
      <p:pic>
        <p:nvPicPr>
          <p:cNvPr id="346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7" name="Rectangle 1"/>
          <p:cNvSpPr txBox="1"/>
          <p:nvPr/>
        </p:nvSpPr>
        <p:spPr>
          <a:xfrm>
            <a:off x="3246119" y="4038601"/>
            <a:ext cx="4480562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tabLst>
                <a:tab pos="228600" algn="l"/>
                <a:tab pos="685800" algn="l"/>
              </a:tabLst>
              <a:defRPr sz="28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f.fkhs jdikd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28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osjshg f.fkhs jdikd</a:t>
            </a:r>
          </a:p>
        </p:txBody>
      </p:sp>
      <p:sp>
        <p:nvSpPr>
          <p:cNvPr id="3468" name="Rectangle 1"/>
          <p:cNvSpPr txBox="1"/>
          <p:nvPr/>
        </p:nvSpPr>
        <p:spPr>
          <a:xfrm>
            <a:off x="960121" y="1522620"/>
            <a:ext cx="3305757" cy="181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  <a:tab pos="279400" algn="l"/>
                <a:tab pos="685800" algn="l"/>
              </a:tabLst>
              <a:defRPr sz="28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Tfns fojs joka fiduski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279400" algn="l"/>
                <a:tab pos="685800" algn="l"/>
              </a:tabLst>
              <a:defRPr sz="28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iqkiqus iqj iod,hs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279400" algn="l"/>
                <a:tab pos="685800" algn="l"/>
              </a:tabLst>
              <a:defRPr sz="28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fnso wiu.sh  ¥r yer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279400" algn="l"/>
                <a:tab pos="685800" algn="l"/>
              </a:tabLst>
              <a:defRPr sz="28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iduh yo ;=&lt; ujhs	</a:t>
            </a:r>
          </a:p>
        </p:txBody>
      </p:sp>
      <p:pic>
        <p:nvPicPr>
          <p:cNvPr id="346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" name="Rectangle 1"/>
          <p:cNvSpPr txBox="1"/>
          <p:nvPr/>
        </p:nvSpPr>
        <p:spPr>
          <a:xfrm>
            <a:off x="1688761" y="725648"/>
            <a:ext cx="6766609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සත් දම් බයිබල් දෙව් වදන්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සත්තෙන් මා සිත් වෙයි නිදන්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 දෙව් දුන් හෙයින්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සිත් තොස් වෙයි එයින්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දෙව් මා මැව් බැව් යෙහෙන්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මුළා වු බැව් එයින්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පව් දොස් තත් ලෙසින්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දක්වයි බයිබල් සත් දහම්</a:t>
            </a:r>
          </a:p>
        </p:txBody>
      </p:sp>
      <p:sp>
        <p:nvSpPr>
          <p:cNvPr id="3472" name="Rectangle 2"/>
          <p:cNvSpPr txBox="1"/>
          <p:nvPr/>
        </p:nvSpPr>
        <p:spPr>
          <a:xfrm>
            <a:off x="655321" y="457201"/>
            <a:ext cx="907813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212</a:t>
            </a:r>
          </a:p>
        </p:txBody>
      </p:sp>
      <p:pic>
        <p:nvPicPr>
          <p:cNvPr id="347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5" name="Rectangle 1"/>
          <p:cNvSpPr txBox="1"/>
          <p:nvPr/>
        </p:nvSpPr>
        <p:spPr>
          <a:xfrm>
            <a:off x="1617323" y="642919"/>
            <a:ext cx="6552278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 බැව් ජේසුස් දෙව් ලොවින්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බැව් ගත් බැව් බෝ පෙමින්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පව් ගෙව් බැව් දිවි දෙමින්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දක්වයි බයිබල් සත් දහම්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සත් දම් බයිබල් දෙව් වදන්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සත්නෙත් මාගේ දිවි පහන්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දෙපා යා යුත් ගමන්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දක්වයි බයිබල් සත් දහම්</a:t>
            </a:r>
          </a:p>
        </p:txBody>
      </p:sp>
      <p:pic>
        <p:nvPicPr>
          <p:cNvPr id="347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8" name="Rectangle 1"/>
          <p:cNvSpPr txBox="1"/>
          <p:nvPr/>
        </p:nvSpPr>
        <p:spPr>
          <a:xfrm>
            <a:off x="1545885" y="731581"/>
            <a:ext cx="6838048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සත් දම් බයිබල් දෙව් දහම්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සත් දම් බයිබල් දෙව් පහන්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සත් දම් බයිබල් මා ගුරුන්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සත්තෙන් සිත්හි වේ නිදන්</a:t>
            </a:r>
          </a:p>
        </p:txBody>
      </p:sp>
      <p:pic>
        <p:nvPicPr>
          <p:cNvPr id="347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" name="TextBox 1"/>
          <p:cNvSpPr txBox="1"/>
          <p:nvPr/>
        </p:nvSpPr>
        <p:spPr>
          <a:xfrm>
            <a:off x="426719" y="381002"/>
            <a:ext cx="12039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213</a:t>
            </a:r>
          </a:p>
        </p:txBody>
      </p:sp>
      <p:sp>
        <p:nvSpPr>
          <p:cNvPr id="3482" name="TextBox 2"/>
          <p:cNvSpPr txBox="1"/>
          <p:nvPr/>
        </p:nvSpPr>
        <p:spPr>
          <a:xfrm>
            <a:off x="1264919" y="838199"/>
            <a:ext cx="73761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කන්දෙමි මා සොම්නසින්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විස්ම පත් දෙව් වදන්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යුත් පුවත් සුපසන් නොමින්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විස්ම පත් දෙව් වදන්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වදන් සුපසන්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ඉන් මට උගන්වන්</a:t>
            </a:r>
          </a:p>
        </p:txBody>
      </p:sp>
      <p:sp>
        <p:nvSpPr>
          <p:cNvPr id="3483" name="TextBox 3"/>
          <p:cNvSpPr txBox="1"/>
          <p:nvPr/>
        </p:nvSpPr>
        <p:spPr>
          <a:xfrm>
            <a:off x="3398519" y="4953002"/>
            <a:ext cx="53949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සුපසන් ම යි විස්ම පත් ම 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විස්ම පත් දෙව් වදන්</a:t>
            </a:r>
          </a:p>
        </p:txBody>
      </p:sp>
      <p:pic>
        <p:nvPicPr>
          <p:cNvPr id="348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6" name="TextBox 1"/>
          <p:cNvSpPr txBox="1"/>
          <p:nvPr/>
        </p:nvSpPr>
        <p:spPr>
          <a:xfrm>
            <a:off x="3398519" y="4953002"/>
            <a:ext cx="53949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සුපසන් ම යි විස්ම පත් ම 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විස්ම පත් දෙව් වදන්</a:t>
            </a:r>
          </a:p>
        </p:txBody>
      </p:sp>
      <p:sp>
        <p:nvSpPr>
          <p:cNvPr id="3487" name="TextBox 2"/>
          <p:cNvSpPr txBox="1"/>
          <p:nvPr/>
        </p:nvSpPr>
        <p:spPr>
          <a:xfrm>
            <a:off x="1112519" y="685799"/>
            <a:ext cx="75285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දුන් ලෝ සතට දෙවි තුමන්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විසම පත් දෙව් වදන්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පව්කරුවෙනි දෙව් සවන්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විස්ම පත් දෙව් වදන්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සැප ලබන්ට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දෙයි අණ සැමට</a:t>
            </a:r>
          </a:p>
        </p:txBody>
      </p:sp>
      <p:pic>
        <p:nvPicPr>
          <p:cNvPr id="348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0" name="TextBox 1"/>
          <p:cNvSpPr txBox="1"/>
          <p:nvPr/>
        </p:nvSpPr>
        <p:spPr>
          <a:xfrm>
            <a:off x="3398519" y="4953002"/>
            <a:ext cx="53949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සුපසන් ම යි විස්ම පත් ම 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විස්ම පත් දෙව් වදන්</a:t>
            </a:r>
          </a:p>
        </p:txBody>
      </p:sp>
      <p:sp>
        <p:nvSpPr>
          <p:cNvPr id="3491" name="TextBox 2"/>
          <p:cNvSpPr txBox="1"/>
          <p:nvPr/>
        </p:nvSpPr>
        <p:spPr>
          <a:xfrm>
            <a:off x="1112519" y="609599"/>
            <a:ext cx="70713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හිමි හදුන්වන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විස්ම පත් දෙවි වදන්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කමාව දන්වා දෙන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විස්ම පත් දෙවි වදන්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සත මුදා දෙන්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ජේසුස්නි දයාවෙන්</a:t>
            </a:r>
          </a:p>
        </p:txBody>
      </p:sp>
      <p:pic>
        <p:nvPicPr>
          <p:cNvPr id="349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4" name="Rectangle 1"/>
          <p:cNvSpPr txBox="1"/>
          <p:nvPr/>
        </p:nvSpPr>
        <p:spPr>
          <a:xfrm>
            <a:off x="1760200" y="714357"/>
            <a:ext cx="6409403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දායවේ පියානන් වෙතින්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ගැලු දහම් කඳ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විසම් පත් නිමල වදන්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ගැන දෙමු පුද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සිතින් දිළිදුන් මෙයින්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පහළ වේ නිදන්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නොසිඳෙන උල්පතක්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ආත්මයට සෙතක්</a:t>
            </a:r>
          </a:p>
        </p:txBody>
      </p:sp>
      <p:sp>
        <p:nvSpPr>
          <p:cNvPr id="3495" name="TextBox 2"/>
          <p:cNvSpPr txBox="1"/>
          <p:nvPr/>
        </p:nvSpPr>
        <p:spPr>
          <a:xfrm>
            <a:off x="426719" y="381002"/>
            <a:ext cx="12039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214</a:t>
            </a:r>
          </a:p>
        </p:txBody>
      </p:sp>
      <p:pic>
        <p:nvPicPr>
          <p:cNvPr id="349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8" name="Rectangle 1"/>
          <p:cNvSpPr txBox="1"/>
          <p:nvPr/>
        </p:nvSpPr>
        <p:spPr>
          <a:xfrm>
            <a:off x="1474448" y="642919"/>
            <a:ext cx="7123798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රුවින් දිසි පල බර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සත් දහම් තුර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බුදිනට රස කර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ලැබේ නිරතුර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මිදුම්කරු හදා සෙත් යුත්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ඇසෙයි මෙහි නිතින්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අනත් ජිවනෙත් සොම්නස්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 වේ මැ යි ඒ හඬින්</a:t>
            </a:r>
          </a:p>
        </p:txBody>
      </p:sp>
      <p:pic>
        <p:nvPicPr>
          <p:cNvPr id="349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1" name="Rectangle 1"/>
          <p:cNvSpPr txBox="1"/>
          <p:nvPr/>
        </p:nvSpPr>
        <p:spPr>
          <a:xfrm>
            <a:off x="1545901" y="1071547"/>
            <a:ext cx="57664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එළිදරව් වේ සමිදුන්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අනගි පොතෙන්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හදාරන්ට මෙය බැතින්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සිත් යොමු කරන්</a:t>
            </a:r>
          </a:p>
        </p:txBody>
      </p:sp>
      <p:pic>
        <p:nvPicPr>
          <p:cNvPr id="350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4" name="Content Placeholder 2"/>
          <p:cNvSpPr txBox="1"/>
          <p:nvPr>
            <p:ph type="body" idx="1"/>
          </p:nvPr>
        </p:nvSpPr>
        <p:spPr>
          <a:xfrm>
            <a:off x="457200" y="304801"/>
            <a:ext cx="8229600" cy="5821365"/>
          </a:xfrm>
          <a:prstGeom prst="rect">
            <a:avLst/>
          </a:prstGeom>
        </p:spPr>
        <p:txBody>
          <a:bodyPr/>
          <a:lstStyle/>
          <a:p>
            <a:pPr marL="0" indent="0" defTabSz="406908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b="1" sz="3559"/>
            </a:pPr>
            <a:r>
              <a:t>215 </a:t>
            </a:r>
          </a:p>
          <a:p>
            <a:pPr marL="0" indent="0" defTabSz="406908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320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මුහුද ලගදි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06908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320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රොටි දුන් මෙන්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06908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320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සාමිනි දෙන් මට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06908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320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අමා බොදුන්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06908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320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ඔබ සොයම්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06908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320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දහමේ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06908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320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ලොල් වෙයි ඔබට ම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06908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320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ආත්මේ </a:t>
            </a:r>
          </a:p>
        </p:txBody>
      </p:sp>
      <p:pic>
        <p:nvPicPr>
          <p:cNvPr id="350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7" name="Content Placeholder 2"/>
          <p:cNvSpPr txBox="1"/>
          <p:nvPr>
            <p:ph type="body" idx="1"/>
          </p:nvPr>
        </p:nvSpPr>
        <p:spPr>
          <a:xfrm>
            <a:off x="457200" y="838201"/>
            <a:ext cx="8229600" cy="5668965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වෙයි ඔබ දෙව් බොදුන්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ආත්මෙට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සත් වදනින්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මිදුම් තුට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 එය බුදිමින් වැඩෙන්නට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බස පෙමින්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දෙනු මට </a:t>
            </a:r>
          </a:p>
        </p:txBody>
      </p:sp>
      <p:pic>
        <p:nvPicPr>
          <p:cNvPr id="350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0" name="Content Placeholder 2"/>
          <p:cNvSpPr txBox="1"/>
          <p:nvPr>
            <p:ph type="body" idx="1"/>
          </p:nvPr>
        </p:nvSpPr>
        <p:spPr>
          <a:xfrm>
            <a:off x="457200" y="838201"/>
            <a:ext cx="8229600" cy="5745165"/>
          </a:xfrm>
          <a:prstGeom prst="rect">
            <a:avLst/>
          </a:prstGeom>
        </p:spPr>
        <p:txBody>
          <a:bodyPr/>
          <a:lstStyle/>
          <a:p>
            <a:pPr marL="0" indent="0" defTabSz="411479">
              <a:lnSpc>
                <a:spcPct val="80000"/>
              </a:lnSpc>
              <a:spcBef>
                <a:spcPts val="900"/>
              </a:spcBef>
              <a:buSzTx/>
              <a:buFont typeface="Wingdings 3"/>
              <a:buNone/>
              <a:defRPr sz="297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හිමියෙනි එවන්</a:t>
            </a:r>
            <a:endParaRPr sz="1350"/>
          </a:p>
          <a:p>
            <a:pPr marL="0" indent="0" defTabSz="411479">
              <a:lnSpc>
                <a:spcPct val="80000"/>
              </a:lnSpc>
              <a:spcBef>
                <a:spcPts val="900"/>
              </a:spcBef>
              <a:buSzTx/>
              <a:buFont typeface="Wingdings 3"/>
              <a:buNone/>
              <a:defRPr sz="297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දේවත්මය</a:t>
            </a:r>
            <a:endParaRPr sz="1350"/>
          </a:p>
          <a:p>
            <a:pPr marL="0" indent="0" defTabSz="411479">
              <a:lnSpc>
                <a:spcPct val="80000"/>
              </a:lnSpc>
              <a:spcBef>
                <a:spcPts val="900"/>
              </a:spcBef>
              <a:buSzTx/>
              <a:buFont typeface="Wingdings 3"/>
              <a:buNone/>
              <a:defRPr sz="297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දෙනෙත් පාදන මෙන්</a:t>
            </a:r>
            <a:endParaRPr sz="1350"/>
          </a:p>
          <a:p>
            <a:pPr marL="0" indent="0" defTabSz="411479">
              <a:lnSpc>
                <a:spcPct val="80000"/>
              </a:lnSpc>
              <a:spcBef>
                <a:spcPts val="900"/>
              </a:spcBef>
              <a:buSzTx/>
              <a:buFont typeface="Wingdings 3"/>
              <a:buNone/>
              <a:defRPr sz="297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මම් දුප්පත් ය</a:t>
            </a:r>
            <a:endParaRPr sz="1350"/>
          </a:p>
          <a:p>
            <a:pPr marL="0" indent="0" defTabSz="411479">
              <a:lnSpc>
                <a:spcPct val="80000"/>
              </a:lnSpc>
              <a:spcBef>
                <a:spcPts val="900"/>
              </a:spcBef>
              <a:buSzTx/>
              <a:buFont typeface="Wingdings 3"/>
              <a:buNone/>
              <a:defRPr sz="297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 වදනින් ඇත් </a:t>
            </a:r>
            <a:endParaRPr sz="1350"/>
          </a:p>
          <a:p>
            <a:pPr marL="0" indent="0" defTabSz="411479">
              <a:lnSpc>
                <a:spcPct val="80000"/>
              </a:lnSpc>
              <a:spcBef>
                <a:spcPts val="900"/>
              </a:spcBef>
              <a:buSzTx/>
              <a:buFont typeface="Wingdings 3"/>
              <a:buNone/>
              <a:defRPr sz="297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 විස්ම පත් </a:t>
            </a:r>
            <a:endParaRPr sz="1350"/>
          </a:p>
          <a:p>
            <a:pPr marL="0" indent="0" defTabSz="411479">
              <a:lnSpc>
                <a:spcPct val="80000"/>
              </a:lnSpc>
              <a:spcBef>
                <a:spcPts val="900"/>
              </a:spcBef>
              <a:buSzTx/>
              <a:buFont typeface="Wingdings 3"/>
              <a:buNone/>
              <a:defRPr sz="297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දක්නට සලසන් </a:t>
            </a:r>
            <a:endParaRPr sz="1350"/>
          </a:p>
          <a:p>
            <a:pPr marL="0" indent="0" defTabSz="411479">
              <a:lnSpc>
                <a:spcPct val="80000"/>
              </a:lnSpc>
              <a:spcBef>
                <a:spcPts val="900"/>
              </a:spcBef>
              <a:buSzTx/>
              <a:buFont typeface="Wingdings 3"/>
              <a:buNone/>
              <a:defRPr sz="297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සිත් තුලින් </a:t>
            </a:r>
            <a:endParaRPr sz="1350"/>
          </a:p>
          <a:p>
            <a:pPr marL="0" indent="0" defTabSz="411479">
              <a:lnSpc>
                <a:spcPct val="80000"/>
              </a:lnSpc>
              <a:spcBef>
                <a:spcPts val="900"/>
              </a:spcBef>
              <a:buSzTx/>
              <a:buFont typeface="Wingdings 3"/>
              <a:buNone/>
              <a:defRPr sz="1350"/>
            </a:pPr>
          </a:p>
          <a:p>
            <a:pPr marL="0" indent="0" defTabSz="411479">
              <a:lnSpc>
                <a:spcPct val="80000"/>
              </a:lnSpc>
              <a:spcBef>
                <a:spcPts val="900"/>
              </a:spcBef>
              <a:buSzTx/>
              <a:buFont typeface="Wingdings 3"/>
              <a:buNone/>
              <a:defRPr sz="1350"/>
            </a:pPr>
            <a:r>
              <a:t>				    </a:t>
            </a:r>
            <a:r>
              <a:rPr sz="2250">
                <a:latin typeface="+mj-lt"/>
                <a:ea typeface="+mj-ea"/>
                <a:cs typeface="+mj-cs"/>
                <a:sym typeface="Helvetica"/>
              </a:rPr>
              <a:t>එම්</a:t>
            </a:r>
            <a:r>
              <a:rPr sz="2250"/>
              <a:t>. </a:t>
            </a:r>
            <a:r>
              <a:rPr sz="2250">
                <a:latin typeface="+mj-lt"/>
                <a:ea typeface="+mj-ea"/>
                <a:cs typeface="+mj-cs"/>
                <a:sym typeface="Helvetica"/>
              </a:rPr>
              <a:t>ලැත්බරි සහ ඒ</a:t>
            </a:r>
            <a:r>
              <a:rPr sz="2250"/>
              <a:t>. </a:t>
            </a:r>
            <a:r>
              <a:rPr sz="2250">
                <a:latin typeface="+mj-lt"/>
                <a:ea typeface="+mj-ea"/>
                <a:cs typeface="+mj-cs"/>
                <a:sym typeface="Helvetica"/>
              </a:rPr>
              <a:t>ග්‍රෝවිස් </a:t>
            </a:r>
          </a:p>
          <a:p>
            <a:pPr marL="0" indent="0" defTabSz="411479">
              <a:lnSpc>
                <a:spcPct val="80000"/>
              </a:lnSpc>
              <a:spcBef>
                <a:spcPts val="900"/>
              </a:spcBef>
              <a:buSzTx/>
              <a:buFont typeface="Wingdings 3"/>
              <a:buNone/>
              <a:defRPr sz="225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                                  		පරිවර්තනය 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ඒ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එස්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ඒ</a:t>
            </a:r>
            <a:r>
              <a:t>. </a:t>
            </a:r>
          </a:p>
        </p:txBody>
      </p:sp>
      <p:pic>
        <p:nvPicPr>
          <p:cNvPr id="351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3" name="TextBox 1"/>
          <p:cNvSpPr txBox="1"/>
          <p:nvPr/>
        </p:nvSpPr>
        <p:spPr>
          <a:xfrm>
            <a:off x="426719" y="304802"/>
            <a:ext cx="12039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216</a:t>
            </a:r>
          </a:p>
        </p:txBody>
      </p:sp>
      <p:sp>
        <p:nvSpPr>
          <p:cNvPr id="3514" name="TextBox 2"/>
          <p:cNvSpPr txBox="1"/>
          <p:nvPr/>
        </p:nvSpPr>
        <p:spPr>
          <a:xfrm>
            <a:off x="1874519" y="838202"/>
            <a:ext cx="54711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වදන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පවතියි නිතින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අදහන්නෝ බැතින්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තොස ලබත් එයින්</a:t>
            </a:r>
          </a:p>
        </p:txBody>
      </p:sp>
      <p:sp>
        <p:nvSpPr>
          <p:cNvPr id="3515" name="TextBox 3"/>
          <p:cNvSpPr txBox="1"/>
          <p:nvPr/>
        </p:nvSpPr>
        <p:spPr>
          <a:xfrm>
            <a:off x="1950719" y="3733801"/>
            <a:ext cx="43281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රුපුන් එන විට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දෙයි සිතට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සැනසුම් වදන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මිදීමේ හසුන</a:t>
            </a:r>
          </a:p>
        </p:txBody>
      </p:sp>
      <p:pic>
        <p:nvPicPr>
          <p:cNvPr id="351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8" name="TextBox 1"/>
          <p:cNvSpPr txBox="1"/>
          <p:nvPr/>
        </p:nvSpPr>
        <p:spPr>
          <a:xfrm>
            <a:off x="1722119" y="457201"/>
            <a:ext cx="62331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ජිවිතේ කුණාටුත්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 විට මෙගත්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වදන ඔබගේ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රකියි දිවි අපගේ</a:t>
            </a:r>
          </a:p>
        </p:txBody>
      </p:sp>
      <p:sp>
        <p:nvSpPr>
          <p:cNvPr id="3519" name="TextBox 2"/>
          <p:cNvSpPr txBox="1"/>
          <p:nvPr/>
        </p:nvSpPr>
        <p:spPr>
          <a:xfrm>
            <a:off x="1798319" y="3429001"/>
            <a:ext cx="5166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වදනින්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යටහත් සිත් ඇත්තන්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ලබන සුවය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කිව නො හැකි ය</a:t>
            </a:r>
          </a:p>
        </p:txBody>
      </p:sp>
      <p:pic>
        <p:nvPicPr>
          <p:cNvPr id="352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" name="TextBox 1"/>
          <p:cNvSpPr txBox="1"/>
          <p:nvPr/>
        </p:nvSpPr>
        <p:spPr>
          <a:xfrm>
            <a:off x="1722119" y="609601"/>
            <a:ext cx="56997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කුළුණු වදනින්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සැප වේ දිවිහිමි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මරණ පැයේ ඉන්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 වන්නේ සැනසුම</a:t>
            </a:r>
          </a:p>
        </p:txBody>
      </p:sp>
      <p:sp>
        <p:nvSpPr>
          <p:cNvPr id="3523" name="TextBox 2"/>
          <p:cNvSpPr txBox="1"/>
          <p:nvPr/>
        </p:nvSpPr>
        <p:spPr>
          <a:xfrm>
            <a:off x="1798319" y="3657601"/>
            <a:ext cx="57759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ඔබ වදන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සෝදා සේ උගෙන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පෙමින්සහ බැතින්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වසන්ට වරම් දෙන් </a:t>
            </a:r>
          </a:p>
        </p:txBody>
      </p:sp>
      <p:pic>
        <p:nvPicPr>
          <p:cNvPr id="352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6" name="TextBox 1"/>
          <p:cNvSpPr txBox="1"/>
          <p:nvPr/>
        </p:nvSpPr>
        <p:spPr>
          <a:xfrm>
            <a:off x="274319" y="228602"/>
            <a:ext cx="1432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217</a:t>
            </a:r>
          </a:p>
        </p:txBody>
      </p:sp>
      <p:sp>
        <p:nvSpPr>
          <p:cNvPr id="3527" name="TextBox 2"/>
          <p:cNvSpPr txBox="1"/>
          <p:nvPr/>
        </p:nvSpPr>
        <p:spPr>
          <a:xfrm>
            <a:off x="551410" y="990599"/>
            <a:ext cx="78333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ජේසුස්නි ඔබ ළගට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විත් ඔබ බස සොද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අසන්ට ලැබෙන පැය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කෙ තරම් මිහිරි ද </a:t>
            </a:r>
          </a:p>
        </p:txBody>
      </p:sp>
      <p:sp>
        <p:nvSpPr>
          <p:cNvPr id="3528" name="TextBox 3"/>
          <p:cNvSpPr txBox="1"/>
          <p:nvPr/>
        </p:nvSpPr>
        <p:spPr>
          <a:xfrm>
            <a:off x="3675610" y="3733799"/>
            <a:ext cx="47091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සාමිනි අප සමග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දින නවතින්න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දහම් අප සිත් තුළ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නිතින් තිර කරන්න</a:t>
            </a:r>
          </a:p>
        </p:txBody>
      </p:sp>
      <p:pic>
        <p:nvPicPr>
          <p:cNvPr id="352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1" name="TextBox 1"/>
          <p:cNvSpPr txBox="1"/>
          <p:nvPr/>
        </p:nvSpPr>
        <p:spPr>
          <a:xfrm>
            <a:off x="551410" y="990599"/>
            <a:ext cx="78333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ස්වාමිනි ඔබ පා මුල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එකත්පස් ව හිදිමු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ලබන්ට ඔබෙන් වරයක්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බැතින් බලා සිටිමු</a:t>
            </a:r>
          </a:p>
        </p:txBody>
      </p:sp>
      <p:sp>
        <p:nvSpPr>
          <p:cNvPr id="3532" name="TextBox 2"/>
          <p:cNvSpPr txBox="1"/>
          <p:nvPr/>
        </p:nvSpPr>
        <p:spPr>
          <a:xfrm>
            <a:off x="3675610" y="3733799"/>
            <a:ext cx="47091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සිත් එළි කරමින්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නිසි මග ගෙන යන්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දිමුත් පහන දෙවි වදන්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මගට දල්වන් </a:t>
            </a:r>
          </a:p>
        </p:txBody>
      </p:sp>
      <p:pic>
        <p:nvPicPr>
          <p:cNvPr id="353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5" name="TextBox 1"/>
          <p:cNvSpPr txBox="1"/>
          <p:nvPr/>
        </p:nvSpPr>
        <p:spPr>
          <a:xfrm>
            <a:off x="551410" y="990599"/>
            <a:ext cx="78333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සිත් යුත් මුදු මොලොක් යටත්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යුතු දේට බිය නැත්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දමිටුන් කරමින් අපත්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රැක දෙන් හිමි පෙමැත්</a:t>
            </a:r>
          </a:p>
        </p:txBody>
      </p:sp>
      <p:sp>
        <p:nvSpPr>
          <p:cNvPr id="3536" name="TextBox 2"/>
          <p:cNvSpPr txBox="1"/>
          <p:nvPr/>
        </p:nvSpPr>
        <p:spPr>
          <a:xfrm>
            <a:off x="3675610" y="3733799"/>
            <a:ext cx="47091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හිමියෙනි ඔබ වදන්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කරන් අප සිත් නිදන්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දිවා රෑ මෙනෙහි කර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ගෙවන්ට වරම් දෙන්</a:t>
            </a:r>
          </a:p>
        </p:txBody>
      </p:sp>
      <p:pic>
        <p:nvPicPr>
          <p:cNvPr id="353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9" name="TextBox 1"/>
          <p:cNvSpPr txBox="1"/>
          <p:nvPr/>
        </p:nvSpPr>
        <p:spPr>
          <a:xfrm>
            <a:off x="551410" y="990599"/>
            <a:ext cx="78333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පිළිගත් සත් දහම්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ජිවිතයෙන් පෙන්වන්ට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අනුන් සිත් පහදන්නට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වරම දෙන් මෙත් කොට</a:t>
            </a:r>
          </a:p>
        </p:txBody>
      </p:sp>
      <p:pic>
        <p:nvPicPr>
          <p:cNvPr id="354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2" name="Rectangle 1"/>
          <p:cNvSpPr txBox="1"/>
          <p:nvPr/>
        </p:nvSpPr>
        <p:spPr>
          <a:xfrm>
            <a:off x="1474447" y="571481"/>
            <a:ext cx="6266528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 දේව ලියවිලි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සිත් සදන උල්පත 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එහි දේව සැනසිලි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සෝක සිත් සනසයි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නෑ හිත් මිතුරන් සැම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වෙතින් වෙන් වෙන් 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සෝක සිත් සැනසුම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දෙන්නේ ය දෙව් දහම</a:t>
            </a:r>
          </a:p>
        </p:txBody>
      </p:sp>
      <p:sp>
        <p:nvSpPr>
          <p:cNvPr id="3543" name="TextBox 2"/>
          <p:cNvSpPr txBox="1"/>
          <p:nvPr/>
        </p:nvSpPr>
        <p:spPr>
          <a:xfrm>
            <a:off x="274319" y="228602"/>
            <a:ext cx="1432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218</a:t>
            </a:r>
          </a:p>
        </p:txBody>
      </p:sp>
      <p:pic>
        <p:nvPicPr>
          <p:cNvPr id="354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6" name="Rectangle 1"/>
          <p:cNvSpPr txBox="1"/>
          <p:nvPr/>
        </p:nvSpPr>
        <p:spPr>
          <a:xfrm>
            <a:off x="1545885" y="610137"/>
            <a:ext cx="6195106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අන්තිම මොහොත එත් 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තුළ සැදැහෙන්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මරහුගෙන් ජය ගැන්ම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තිර කරයි දෙව් දම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තේජවන්ත ලියවිලි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අපට දයාවෙන් දුන්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දෙවිඳුන්ට බැතියෙනි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පසස් දෙමු නිතියෙන්</a:t>
            </a:r>
          </a:p>
        </p:txBody>
      </p:sp>
      <p:pic>
        <p:nvPicPr>
          <p:cNvPr id="354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9" name="Rectangle 1"/>
          <p:cNvSpPr txBox="1"/>
          <p:nvPr/>
        </p:nvSpPr>
        <p:spPr>
          <a:xfrm>
            <a:off x="1474463" y="714357"/>
            <a:ext cx="5337834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දයාවන්ත ආත්මයෙහි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මෙම සත් වැකි නිතින්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 ජාතීන් අතරෙහි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පළ වන්ට සලසන්</a:t>
            </a:r>
          </a:p>
        </p:txBody>
      </p:sp>
      <p:pic>
        <p:nvPicPr>
          <p:cNvPr id="355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2" name="Rectangle 1"/>
          <p:cNvSpPr txBox="1"/>
          <p:nvPr/>
        </p:nvSpPr>
        <p:spPr>
          <a:xfrm>
            <a:off x="402877" y="1443840"/>
            <a:ext cx="8409684" cy="428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වෙහෙස විඳිමිනා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බෝ බර උසුලනා දනා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 වෙත එනු මැනා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මම සැනසීම දෙමි මනා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ලෙස කියමිනා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 හැම පවිටු දුගි දනා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සෙයින කැඳවනා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අප සැම ආමු අද දින</a:t>
            </a:r>
          </a:p>
        </p:txBody>
      </p:sp>
      <p:sp>
        <p:nvSpPr>
          <p:cNvPr id="3553" name="TextBox 2"/>
          <p:cNvSpPr txBox="1"/>
          <p:nvPr/>
        </p:nvSpPr>
        <p:spPr>
          <a:xfrm>
            <a:off x="274319" y="228602"/>
            <a:ext cx="1432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219</a:t>
            </a:r>
          </a:p>
        </p:txBody>
      </p:sp>
      <p:pic>
        <p:nvPicPr>
          <p:cNvPr id="355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6" name="Rectangle 1"/>
          <p:cNvSpPr txBox="1"/>
          <p:nvPr/>
        </p:nvSpPr>
        <p:spPr>
          <a:xfrm>
            <a:off x="331439" y="1286421"/>
            <a:ext cx="8623998" cy="3621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සමිදුන් උතුම්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 හට දෙමින දුක් නොහිමි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කරපු පව් බරින්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වෙහෙසී ඉදිමු සොකයෙන්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රුදුරු පව් දමින්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වෙළෙමින් සමිදු ඔබ තුමන්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අබිමුවේ තුටින්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කෙලෙසක වසමු දොඅ නිතින්</a:t>
            </a:r>
          </a:p>
        </p:txBody>
      </p:sp>
      <p:pic>
        <p:nvPicPr>
          <p:cNvPr id="355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9" name="Rectangle 1"/>
          <p:cNvSpPr txBox="1"/>
          <p:nvPr/>
        </p:nvSpPr>
        <p:spPr>
          <a:xfrm>
            <a:off x="402877" y="748241"/>
            <a:ext cx="8409684" cy="1525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අරටු පව් සැම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අත හැර ලමින සිත් සෙමා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වසන විලසිනා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අප හට වරම දෙනු මැනා</a:t>
            </a:r>
          </a:p>
        </p:txBody>
      </p:sp>
      <p:pic>
        <p:nvPicPr>
          <p:cNvPr id="356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2" name="TextBox 1"/>
          <p:cNvSpPr txBox="1"/>
          <p:nvPr/>
        </p:nvSpPr>
        <p:spPr>
          <a:xfrm>
            <a:off x="655319" y="457201"/>
            <a:ext cx="1508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220</a:t>
            </a:r>
          </a:p>
        </p:txBody>
      </p:sp>
      <p:sp>
        <p:nvSpPr>
          <p:cNvPr id="3563" name="TextBox 2"/>
          <p:cNvSpPr txBox="1"/>
          <p:nvPr/>
        </p:nvSpPr>
        <p:spPr>
          <a:xfrm>
            <a:off x="960119" y="1828799"/>
            <a:ext cx="7528562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පෙම්බර වන මගෙ පිය තුමනේ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සුන්දර මේ ඔබ හැර ලමිනේ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බෝ දුර කතර ගියෙමි සමිනේ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 ප්‍රීතිය සොයන මෙනේ</a:t>
            </a:r>
          </a:p>
        </p:txBody>
      </p:sp>
      <p:pic>
        <p:nvPicPr>
          <p:cNvPr id="356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6" name="TextBox 1"/>
          <p:cNvSpPr txBox="1"/>
          <p:nvPr/>
        </p:nvSpPr>
        <p:spPr>
          <a:xfrm>
            <a:off x="579119" y="1828799"/>
            <a:ext cx="8061962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ඔබගෙන් ලැබ ගත්ත උතුම්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බෝ අගනා දෙය නැත්තෙ මෙ දැන්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සැම සුන් කර ලීමි මෙ මම්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මිතු පව් කරුවන් සමගින්</a:t>
            </a:r>
          </a:p>
        </p:txBody>
      </p:sp>
      <p:pic>
        <p:nvPicPr>
          <p:cNvPr id="356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9" name="TextBox 1"/>
          <p:cNvSpPr txBox="1"/>
          <p:nvPr/>
        </p:nvSpPr>
        <p:spPr>
          <a:xfrm>
            <a:off x="502919" y="1828799"/>
            <a:ext cx="8138162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අන්තිම කොට තනි වීමි මෙ මම්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ඔහු සැම මා හැර ගියෝ රෝසින්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මට ඔබ හැර නැත්තෙ ඉතින්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 සරණක් ලැබ ගන්න ලෙසින්</a:t>
            </a:r>
          </a:p>
        </p:txBody>
      </p:sp>
      <p:pic>
        <p:nvPicPr>
          <p:cNvPr id="357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2" name="TextBox 1"/>
          <p:cNvSpPr txBox="1"/>
          <p:nvPr/>
        </p:nvSpPr>
        <p:spPr>
          <a:xfrm>
            <a:off x="960119" y="1828799"/>
            <a:ext cx="7528562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එමි මම ඔබ වෙත පිය තුමනේ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අදිමින මේ වැරැහැලි ඉතින්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පිළිගනු මැන මා නො ව උරණේ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නැත මා වනසේ ය අනේ</a:t>
            </a:r>
          </a:p>
        </p:txBody>
      </p:sp>
      <p:pic>
        <p:nvPicPr>
          <p:cNvPr id="357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TextBox 1"/>
          <p:cNvSpPr txBox="1"/>
          <p:nvPr/>
        </p:nvSpPr>
        <p:spPr>
          <a:xfrm>
            <a:off x="426719" y="1828799"/>
            <a:ext cx="8061962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 ඇති බර බොහොම ය දැන්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දකින මා ළ පැලේ ය තිරෙන්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පුත ඔබ මාගේ කියමින්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පිළිගනු මැන මා බෝ කුළුණෙන්</a:t>
            </a:r>
          </a:p>
        </p:txBody>
      </p:sp>
      <p:pic>
        <p:nvPicPr>
          <p:cNvPr id="357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Rectangle 1"/>
          <p:cNvSpPr txBox="1"/>
          <p:nvPr/>
        </p:nvSpPr>
        <p:spPr>
          <a:xfrm>
            <a:off x="2045952" y="3714751"/>
            <a:ext cx="6623732" cy="2275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අදමිටු වු මුත් ජේසු මටාදරෙයි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සවි බල දෙවිඳුගේ නිර්මල කුමරුයි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නිතියෙන් </a:t>
            </a:r>
            <a:r>
              <a:t>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පෙමැතියි</a:t>
            </a:r>
          </a:p>
        </p:txBody>
      </p:sp>
      <p:sp>
        <p:nvSpPr>
          <p:cNvPr id="3579" name="TextBox 2"/>
          <p:cNvSpPr txBox="1"/>
          <p:nvPr/>
        </p:nvSpPr>
        <p:spPr>
          <a:xfrm>
            <a:off x="655319" y="457201"/>
            <a:ext cx="1084880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221</a:t>
            </a:r>
          </a:p>
        </p:txBody>
      </p:sp>
      <p:sp>
        <p:nvSpPr>
          <p:cNvPr id="3580" name="Rectangle 3"/>
          <p:cNvSpPr txBox="1"/>
          <p:nvPr/>
        </p:nvSpPr>
        <p:spPr>
          <a:xfrm>
            <a:off x="260002" y="1571613"/>
            <a:ext cx="8552558" cy="13068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මාටාදරෙයි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ජේසු ටාදරෙයි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ප්‍රේමය ලබනට කිම්ද මා කළ දේ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මවිතේ </a:t>
            </a:r>
            <a:r>
              <a:t>....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පුදුමේ</a:t>
            </a:r>
          </a:p>
        </p:txBody>
      </p:sp>
      <p:pic>
        <p:nvPicPr>
          <p:cNvPr id="358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3" name="Rectangle 1"/>
          <p:cNvSpPr txBox="1"/>
          <p:nvPr/>
        </p:nvSpPr>
        <p:spPr>
          <a:xfrm>
            <a:off x="1474447" y="3490271"/>
            <a:ext cx="7409552" cy="2275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ස්වර්ගයෙ වැඩ සිටි අපගේ පියාණෝ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පාපී දනන් හට මෙත් ගුණ පෑවෝ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මවිතේ </a:t>
            </a:r>
            <a:r>
              <a:t>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පුදුමේත්</a:t>
            </a:r>
          </a:p>
        </p:txBody>
      </p:sp>
      <p:sp>
        <p:nvSpPr>
          <p:cNvPr id="3584" name="Rectangle 2"/>
          <p:cNvSpPr txBox="1"/>
          <p:nvPr/>
        </p:nvSpPr>
        <p:spPr>
          <a:xfrm>
            <a:off x="260002" y="1571613"/>
            <a:ext cx="8552558" cy="13068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මාටාදරෙයි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ජේසු ටාදරෙයි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ප්‍රේමය ලබනට කිම්ද මා කළ දේ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මවිතේ </a:t>
            </a:r>
            <a:r>
              <a:t>....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පුදුමේ</a:t>
            </a:r>
          </a:p>
        </p:txBody>
      </p:sp>
      <p:pic>
        <p:nvPicPr>
          <p:cNvPr id="358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7" name="Rectangle 1"/>
          <p:cNvSpPr txBox="1"/>
          <p:nvPr/>
        </p:nvSpPr>
        <p:spPr>
          <a:xfrm>
            <a:off x="1760199" y="3490271"/>
            <a:ext cx="6838048" cy="2275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හිමි මතකින් අත හැර දමලා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සිත් මුත් මට ජේසු ආදරේ පෙන්වී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නිතියෙන් </a:t>
            </a:r>
            <a:r>
              <a:t>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ජීවිතේ</a:t>
            </a:r>
          </a:p>
        </p:txBody>
      </p:sp>
      <p:sp>
        <p:nvSpPr>
          <p:cNvPr id="3588" name="Rectangle 2"/>
          <p:cNvSpPr txBox="1"/>
          <p:nvPr/>
        </p:nvSpPr>
        <p:spPr>
          <a:xfrm>
            <a:off x="260002" y="1571613"/>
            <a:ext cx="8552558" cy="13068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මාටාදරෙයි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ජේසු ටාදරෙයි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ප්‍රේමය ලබනට කිම්ද මා කළ දේ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මවිතේ </a:t>
            </a:r>
            <a:r>
              <a:t>....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පුදුමේ</a:t>
            </a:r>
          </a:p>
        </p:txBody>
      </p:sp>
      <p:pic>
        <p:nvPicPr>
          <p:cNvPr id="358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1" name="Rectangle 1"/>
          <p:cNvSpPr txBox="1"/>
          <p:nvPr/>
        </p:nvSpPr>
        <p:spPr>
          <a:xfrm>
            <a:off x="1331571" y="3571876"/>
            <a:ext cx="7409552" cy="2275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දයා වු ජේසු මා හට වේ අදරා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හස්තෙට එ තමගේ පැනගන්නෙම් මම්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පැනගන්නෙමි මම්</a:t>
            </a:r>
          </a:p>
        </p:txBody>
      </p:sp>
      <p:sp>
        <p:nvSpPr>
          <p:cNvPr id="3592" name="Rectangle 2"/>
          <p:cNvSpPr txBox="1"/>
          <p:nvPr/>
        </p:nvSpPr>
        <p:spPr>
          <a:xfrm>
            <a:off x="260002" y="1571613"/>
            <a:ext cx="8552558" cy="13068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මාටාදරෙයි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ජේසු ටාදරෙයි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ප්‍රේමය ලබනට කිම්ද මා කළ දේ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මවිතේ </a:t>
            </a:r>
            <a:r>
              <a:t>....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පුදුමේ</a:t>
            </a:r>
          </a:p>
        </p:txBody>
      </p:sp>
      <p:pic>
        <p:nvPicPr>
          <p:cNvPr id="359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5" name="Rectangle 1"/>
          <p:cNvSpPr txBox="1"/>
          <p:nvPr/>
        </p:nvSpPr>
        <p:spPr>
          <a:xfrm>
            <a:off x="1688761" y="3571876"/>
            <a:ext cx="7195238" cy="2275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රාජ ජේසු හට කියම් කාවියම්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දෙවිඳු දයා ගුණ කවියෙන් වණම් මම්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මිහිරි </a:t>
            </a:r>
            <a:r>
              <a:t>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කවියෙන්</a:t>
            </a:r>
          </a:p>
        </p:txBody>
      </p:sp>
      <p:sp>
        <p:nvSpPr>
          <p:cNvPr id="3596" name="Rectangle 2"/>
          <p:cNvSpPr txBox="1"/>
          <p:nvPr/>
        </p:nvSpPr>
        <p:spPr>
          <a:xfrm>
            <a:off x="260002" y="1571613"/>
            <a:ext cx="8552558" cy="13068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මාටාදරෙයි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ජේසු ටාදරෙයි</a:t>
            </a:r>
          </a:p>
          <a:p>
            <a:pPr>
              <a:defRPr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ප්‍රේමය ලබනට කිම්ද මා කළ දේ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මවිතේ </a:t>
            </a:r>
            <a:r>
              <a:t>....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පුදුමේ</a:t>
            </a:r>
          </a:p>
        </p:txBody>
      </p:sp>
      <p:pic>
        <p:nvPicPr>
          <p:cNvPr id="359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9" name="Rectangle 1"/>
          <p:cNvSpPr txBox="1"/>
          <p:nvPr/>
        </p:nvSpPr>
        <p:spPr>
          <a:xfrm>
            <a:off x="331471" y="1714489"/>
            <a:ext cx="8552528" cy="1525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ගිලී පාපේ 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ඉන්නෙහි වෙහෙසී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ඉන්නෙහි වෙහෙසී 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වන්නෙ කිම නො දැනා</a:t>
            </a:r>
          </a:p>
        </p:txBody>
      </p:sp>
      <p:sp>
        <p:nvSpPr>
          <p:cNvPr id="3600" name="TextBox 2"/>
          <p:cNvSpPr txBox="1"/>
          <p:nvPr/>
        </p:nvSpPr>
        <p:spPr>
          <a:xfrm>
            <a:off x="655319" y="457201"/>
            <a:ext cx="1084880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222</a:t>
            </a:r>
          </a:p>
        </p:txBody>
      </p:sp>
      <p:sp>
        <p:nvSpPr>
          <p:cNvPr id="3601" name="Rectangle 3"/>
          <p:cNvSpPr txBox="1"/>
          <p:nvPr/>
        </p:nvSpPr>
        <p:spPr>
          <a:xfrm>
            <a:off x="2403157" y="4000505"/>
            <a:ext cx="6266528" cy="1379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වෙතෙව් ජේසුස් 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හැර තම කැමති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හැර තම කැමති 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කුරුසිය රැගෙනා</a:t>
            </a:r>
          </a:p>
        </p:txBody>
      </p:sp>
      <p:pic>
        <p:nvPicPr>
          <p:cNvPr id="360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" name="Rectangle 1"/>
          <p:cNvSpPr txBox="1"/>
          <p:nvPr/>
        </p:nvSpPr>
        <p:spPr>
          <a:xfrm>
            <a:off x="974382" y="1534058"/>
            <a:ext cx="6409402" cy="1525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බාදා නොමැති 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මරු රුදු සමග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මරු රුදු සමඟ 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නඩු දින් නියමා</a:t>
            </a:r>
          </a:p>
        </p:txBody>
      </p:sp>
      <p:sp>
        <p:nvSpPr>
          <p:cNvPr id="3605" name="Rectangle 2"/>
          <p:cNvSpPr txBox="1"/>
          <p:nvPr/>
        </p:nvSpPr>
        <p:spPr>
          <a:xfrm>
            <a:off x="2403157" y="4000505"/>
            <a:ext cx="6266528" cy="1379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වෙතෙව් ජේසුස් 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හැර තම කැමති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හැර තම කැමති 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කුරුසිය රැගෙනා</a:t>
            </a:r>
          </a:p>
        </p:txBody>
      </p:sp>
      <p:pic>
        <p:nvPicPr>
          <p:cNvPr id="360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8" name="Rectangle 2"/>
          <p:cNvSpPr txBox="1"/>
          <p:nvPr/>
        </p:nvSpPr>
        <p:spPr>
          <a:xfrm>
            <a:off x="545753" y="1428737"/>
            <a:ext cx="7838180" cy="1525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 කිය වෙහෙසා 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ලද යස සිරිනී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ලද යස සිරිනි 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නො මිදෙයි පවිනී</a:t>
            </a:r>
          </a:p>
        </p:txBody>
      </p:sp>
      <p:sp>
        <p:nvSpPr>
          <p:cNvPr id="3609" name="Rectangle 3"/>
          <p:cNvSpPr txBox="1"/>
          <p:nvPr/>
        </p:nvSpPr>
        <p:spPr>
          <a:xfrm>
            <a:off x="2403157" y="4000505"/>
            <a:ext cx="6266528" cy="1379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වෙතෙව් ජේසුස් 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හැර තම කැමති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හැර තම කැමති 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කුරුසිය රැගෙනා</a:t>
            </a:r>
          </a:p>
        </p:txBody>
      </p:sp>
      <p:pic>
        <p:nvPicPr>
          <p:cNvPr id="361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2" name="Rectangle 2"/>
          <p:cNvSpPr txBox="1"/>
          <p:nvPr/>
        </p:nvSpPr>
        <p:spPr>
          <a:xfrm>
            <a:off x="760067" y="1176868"/>
            <a:ext cx="7623866" cy="1525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හැර නෑ මිතුරන් 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මව්පිය දෙදෙනා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මව් පිය දෙදෙනා 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සොහොයුරු සමඟා</a:t>
            </a:r>
          </a:p>
        </p:txBody>
      </p:sp>
      <p:sp>
        <p:nvSpPr>
          <p:cNvPr id="3613" name="Rectangle 3"/>
          <p:cNvSpPr txBox="1"/>
          <p:nvPr/>
        </p:nvSpPr>
        <p:spPr>
          <a:xfrm>
            <a:off x="2403157" y="4000505"/>
            <a:ext cx="6266528" cy="1379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වෙතෙව් ජේසුස් 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හැර තම කැමති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හැර තම කැමති 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කුරුසිය රැගෙනා</a:t>
            </a:r>
          </a:p>
        </p:txBody>
      </p:sp>
      <p:pic>
        <p:nvPicPr>
          <p:cNvPr id="361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6" name="Rectangle 1"/>
          <p:cNvSpPr txBox="1"/>
          <p:nvPr/>
        </p:nvSpPr>
        <p:spPr>
          <a:xfrm>
            <a:off x="617191" y="1285862"/>
            <a:ext cx="7623866" cy="1525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සැදහැ සිතින් 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දෙව් පුතු නැමදා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 පුතු නැමදා 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යමු හිමි සරණා</a:t>
            </a:r>
          </a:p>
        </p:txBody>
      </p:sp>
      <p:sp>
        <p:nvSpPr>
          <p:cNvPr id="3617" name="Rectangle 2"/>
          <p:cNvSpPr txBox="1"/>
          <p:nvPr/>
        </p:nvSpPr>
        <p:spPr>
          <a:xfrm>
            <a:off x="2403157" y="4000505"/>
            <a:ext cx="6266528" cy="1379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වෙතෙව් ජේසුස් 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හැර තම කැමති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හැර තම කැමති 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කුරුසිය රැගෙනා</a:t>
            </a:r>
          </a:p>
        </p:txBody>
      </p:sp>
      <p:pic>
        <p:nvPicPr>
          <p:cNvPr id="361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0" name="Rectangle 1"/>
          <p:cNvSpPr txBox="1"/>
          <p:nvPr/>
        </p:nvSpPr>
        <p:spPr>
          <a:xfrm>
            <a:off x="260002" y="2143116"/>
            <a:ext cx="8481120" cy="2278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වෙහෙසා බෝ දරනා සතුනේ එව් මා වෙත කී පෙමින්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සමිඳුන්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වෙත යව් සැණිනේ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පහසු දේවි නොමිනේ</a:t>
            </a:r>
          </a:p>
          <a:p>
            <a:pPr algn="ctr"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බර සමඟින්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සැදැහැ සිතින්</a:t>
            </a:r>
          </a:p>
          <a:p>
            <a:pPr algn="ctr"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වැළඳා ගනී  එ තුමා ඔබ දුටු සඳ අපමණ ආදරිනේ</a:t>
            </a:r>
          </a:p>
        </p:txBody>
      </p:sp>
      <p:sp>
        <p:nvSpPr>
          <p:cNvPr id="3621" name="TextBox 2"/>
          <p:cNvSpPr txBox="1"/>
          <p:nvPr/>
        </p:nvSpPr>
        <p:spPr>
          <a:xfrm>
            <a:off x="655319" y="457201"/>
            <a:ext cx="1084880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223</a:t>
            </a:r>
          </a:p>
        </p:txBody>
      </p:sp>
      <p:pic>
        <p:nvPicPr>
          <p:cNvPr id="362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" name="Rectangle 1"/>
          <p:cNvSpPr txBox="1"/>
          <p:nvPr/>
        </p:nvSpPr>
        <p:spPr>
          <a:xfrm>
            <a:off x="331440" y="2071678"/>
            <a:ext cx="8552558" cy="2278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එ මුදු විය ගස බෝ ලේසි ය බර සැහැලුය නිතිනේ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පහසුව නොවහිම්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ලැබේ ය සතතින්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කව්ද ම වෙත එන්නේ</a:t>
            </a:r>
          </a:p>
          <a:p>
            <a:pPr algn="ctr"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සැප පහසු ලැබ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සුදුසු</a:t>
            </a:r>
          </a:p>
          <a:p>
            <a:pPr algn="ctr"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 ජීවනේ මඟ යන්නට සතුටින කවිරු ද කැමති අනේ</a:t>
            </a:r>
          </a:p>
        </p:txBody>
      </p:sp>
      <p:pic>
        <p:nvPicPr>
          <p:cNvPr id="362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7" name="Rectangle 1"/>
          <p:cNvSpPr txBox="1"/>
          <p:nvPr/>
        </p:nvSpPr>
        <p:spPr>
          <a:xfrm>
            <a:off x="331440" y="2000242"/>
            <a:ext cx="8552558" cy="2837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පාපී වු සත යව් යව් ජේසුස් වෙත පව් බර සමග සැණේ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දුර ලා පව් සැම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දේවිය සෙත් අම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යව් හිමි වෙත බැතිනේ</a:t>
            </a:r>
          </a:p>
          <a:p>
            <a:pPr algn="ctr"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කල් නො දමා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යව් මෙ දිනා</a:t>
            </a:r>
          </a:p>
          <a:p>
            <a:pPr algn="ctr"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 සෞම‍ය ගුණ යුත් නමදිව් එතුමන්</a:t>
            </a:r>
          </a:p>
          <a:p>
            <a:pPr algn="ctr"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 සර නොවලසිනේ</a:t>
            </a:r>
          </a:p>
        </p:txBody>
      </p:sp>
      <p:pic>
        <p:nvPicPr>
          <p:cNvPr id="362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0" name="Rectangle 1"/>
          <p:cNvSpPr txBox="1"/>
          <p:nvPr/>
        </p:nvSpPr>
        <p:spPr>
          <a:xfrm>
            <a:off x="831505" y="1285862"/>
            <a:ext cx="8052494" cy="5951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පින් කර දන් දී බලෙන් බෑ යන්නට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ලොව මිතුරෙ උතුම්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පෙම්බර දෙව් පුතු අදහා යනු මිස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නැත් නම් නිරයට යනු සත්තයි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කළ සොරකම් වංචා බොරු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දඟ මායම් ගත් අල්ලස් නොමිනා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කොයි වළ යන්ටද දෙවිඳුට නොපෙනෙ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කළ පව් රහසින් බෝ ලෙසිනා</a:t>
            </a:r>
          </a:p>
        </p:txBody>
      </p:sp>
      <p:sp>
        <p:nvSpPr>
          <p:cNvPr id="3631" name="TextBox 2"/>
          <p:cNvSpPr txBox="1"/>
          <p:nvPr/>
        </p:nvSpPr>
        <p:spPr>
          <a:xfrm>
            <a:off x="655319" y="457201"/>
            <a:ext cx="1084880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224</a:t>
            </a:r>
          </a:p>
        </p:txBody>
      </p:sp>
      <p:pic>
        <p:nvPicPr>
          <p:cNvPr id="363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4" name="Rectangle 1"/>
          <p:cNvSpPr txBox="1"/>
          <p:nvPr/>
        </p:nvSpPr>
        <p:spPr>
          <a:xfrm>
            <a:off x="760067" y="1136771"/>
            <a:ext cx="8195370" cy="5951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සුදු කළ රුව යුත් සොහොනක් තුළ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දුර්ගන්ධය මිස සුවදක් නොමැති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වැරහැලි හැඳ වණ ගැවසී අයකු සේ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ඔබේ කුසල් හිමි ඉදිරියේ දි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සිතා ඔබේ කුසලින් සග යන්නට සිටියොත් වැරදේ විනස දිනේ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දමිටු වතින් හමි ජේසුස් දෙව් පුතු සැරසි සිටියොත් ගැලවෙන්නේ</a:t>
            </a:r>
          </a:p>
        </p:txBody>
      </p:sp>
      <p:pic>
        <p:nvPicPr>
          <p:cNvPr id="363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7" name="Rectangle 1"/>
          <p:cNvSpPr txBox="1"/>
          <p:nvPr/>
        </p:nvSpPr>
        <p:spPr>
          <a:xfrm>
            <a:off x="545722" y="1214421"/>
            <a:ext cx="8338276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පුත් තුම දිවි පිදුවේ වද විඳ ගලවන්නට මරණින් රුදුරු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පින්වත් එතුමන් සිරි පා වැඳ ලැබගත් ගැවීම අද දින මහරු</a:t>
            </a:r>
          </a:p>
        </p:txBody>
      </p:sp>
      <p:pic>
        <p:nvPicPr>
          <p:cNvPr id="363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0" name="Rectangle 1"/>
          <p:cNvSpPr txBox="1"/>
          <p:nvPr/>
        </p:nvSpPr>
        <p:spPr>
          <a:xfrm>
            <a:off x="2403141" y="3357564"/>
            <a:ext cx="6409420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අන්තරා මරණා විපත් නෙක්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රෝග පීඩා සා දුබික්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ලොවේ දස දෙස් ඇසේ දුක්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නැත් ද සිහි වන්නේ මඳක්</a:t>
            </a:r>
          </a:p>
        </p:txBody>
      </p:sp>
      <p:sp>
        <p:nvSpPr>
          <p:cNvPr id="3641" name="Rectangle 2"/>
          <p:cNvSpPr txBox="1"/>
          <p:nvPr/>
        </p:nvSpPr>
        <p:spPr>
          <a:xfrm>
            <a:off x="617192" y="1442855"/>
            <a:ext cx="519497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මිතුරේ ලොවේ සැපක් නෑ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සීනයක් වගේ ය රෑ</a:t>
            </a:r>
          </a:p>
        </p:txBody>
      </p:sp>
      <p:sp>
        <p:nvSpPr>
          <p:cNvPr id="3642" name="TextBox 3"/>
          <p:cNvSpPr txBox="1"/>
          <p:nvPr/>
        </p:nvSpPr>
        <p:spPr>
          <a:xfrm>
            <a:off x="655319" y="457201"/>
            <a:ext cx="1084880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225</a:t>
            </a:r>
          </a:p>
        </p:txBody>
      </p:sp>
      <p:pic>
        <p:nvPicPr>
          <p:cNvPr id="364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" name="Rectangle 1"/>
          <p:cNvSpPr txBox="1"/>
          <p:nvPr/>
        </p:nvSpPr>
        <p:spPr>
          <a:xfrm>
            <a:off x="2403141" y="3143249"/>
            <a:ext cx="6552264" cy="3773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විපත් නොතකා බොහෝ සේ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රැස් කළා වු වත් රැසේ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 හැරා යන දා කෙසේ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 හැරා යන දා කෙසේ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වැවෙදෝ සිත සන්තෝසේ</a:t>
            </a:r>
          </a:p>
        </p:txBody>
      </p:sp>
      <p:sp>
        <p:nvSpPr>
          <p:cNvPr id="3646" name="Rectangle 2"/>
          <p:cNvSpPr txBox="1"/>
          <p:nvPr/>
        </p:nvSpPr>
        <p:spPr>
          <a:xfrm>
            <a:off x="617192" y="1442855"/>
            <a:ext cx="519497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මිතුරේ ලොවේ සැපක් නෑ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සීනයක් වගේ ය රෑ</a:t>
            </a:r>
          </a:p>
        </p:txBody>
      </p:sp>
      <p:pic>
        <p:nvPicPr>
          <p:cNvPr id="364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9" name="Rectangle 1"/>
          <p:cNvSpPr txBox="1"/>
          <p:nvPr/>
        </p:nvSpPr>
        <p:spPr>
          <a:xfrm>
            <a:off x="2331704" y="3357564"/>
            <a:ext cx="6695170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සුව යහන් පිට සත් නිදන්නේ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කිම් ද නෑ සැපතක් අනේ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අන්තිමේ කය වෙයි සොහොනේ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නැත් ද තවමත් සිහි වුණේ</a:t>
            </a:r>
          </a:p>
        </p:txBody>
      </p:sp>
      <p:sp>
        <p:nvSpPr>
          <p:cNvPr id="3650" name="Rectangle 2"/>
          <p:cNvSpPr txBox="1"/>
          <p:nvPr/>
        </p:nvSpPr>
        <p:spPr>
          <a:xfrm>
            <a:off x="617192" y="1442855"/>
            <a:ext cx="519497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මිතුරේ ලොවේ සැපක් නෑ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සීනයක් වගේ ය රෑ</a:t>
            </a:r>
          </a:p>
        </p:txBody>
      </p:sp>
      <p:pic>
        <p:nvPicPr>
          <p:cNvPr id="365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3" name="Rectangle 1"/>
          <p:cNvSpPr txBox="1"/>
          <p:nvPr/>
        </p:nvSpPr>
        <p:spPr>
          <a:xfrm>
            <a:off x="2474579" y="3303349"/>
            <a:ext cx="6409420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කාලිකා සැප අත් හැරලා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සැපත් ලැබ ගන් ලොලා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සැපත් ලැබ ගන්නට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එනු ජේසු දෙව් පුතු වෙතටා</a:t>
            </a:r>
          </a:p>
        </p:txBody>
      </p:sp>
      <p:sp>
        <p:nvSpPr>
          <p:cNvPr id="3654" name="Rectangle 2"/>
          <p:cNvSpPr txBox="1"/>
          <p:nvPr/>
        </p:nvSpPr>
        <p:spPr>
          <a:xfrm>
            <a:off x="617192" y="1442855"/>
            <a:ext cx="519497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මිතුරේ ලොවේ සැපක් නෑ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සීනයක් වගේ ය රෑ</a:t>
            </a:r>
          </a:p>
        </p:txBody>
      </p:sp>
      <p:pic>
        <p:nvPicPr>
          <p:cNvPr id="365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7" name="Rectangle 1"/>
          <p:cNvSpPr txBox="1"/>
          <p:nvPr/>
        </p:nvSpPr>
        <p:spPr>
          <a:xfrm>
            <a:off x="2117390" y="417870"/>
            <a:ext cx="6337981" cy="6199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01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නෑ කිසි කුසලක් මා තුල ඇත්තේ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තමයි මගේ ස්වාමි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 මුදාලු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තමයි මගේ ස්වාමි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algn="ctr">
              <a:defRPr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02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තිබුණා මගේ සිත් පාපෙට බැඳිලා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algn="ctr">
              <a:defRPr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03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නිරයෙහි දුක් මට අයිතිව තිබුණා</a:t>
            </a:r>
          </a:p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algn="ctr">
              <a:defRPr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04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උදෙසා සග සැප අත් හැරියා</a:t>
            </a:r>
          </a:p>
        </p:txBody>
      </p:sp>
      <p:sp>
        <p:nvSpPr>
          <p:cNvPr id="3658" name="TextBox 2"/>
          <p:cNvSpPr txBox="1"/>
          <p:nvPr/>
        </p:nvSpPr>
        <p:spPr>
          <a:xfrm>
            <a:off x="655319" y="457201"/>
            <a:ext cx="1084880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226</a:t>
            </a:r>
          </a:p>
        </p:txBody>
      </p:sp>
      <p:pic>
        <p:nvPicPr>
          <p:cNvPr id="365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1" name="Rectangle 1"/>
          <p:cNvSpPr txBox="1"/>
          <p:nvPr/>
        </p:nvSpPr>
        <p:spPr>
          <a:xfrm>
            <a:off x="1903076" y="428605"/>
            <a:ext cx="5695038" cy="5005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05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නින්දා දුක් සහ මරණය වින්දා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algn="ctr">
              <a:defRPr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06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ලොව සැප මට අත් කර දුන්නා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algn="ctr">
              <a:defRPr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07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මරණේ බලයෙන් නිදහස ලැබුණා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algn="ctr">
              <a:defRPr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08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ජීවන ම්ඟ මට එළි කර දුන්නා</a:t>
            </a:r>
          </a:p>
        </p:txBody>
      </p:sp>
      <p:pic>
        <p:nvPicPr>
          <p:cNvPr id="366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4" name="TextBox 1"/>
          <p:cNvSpPr txBox="1"/>
          <p:nvPr/>
        </p:nvSpPr>
        <p:spPr>
          <a:xfrm>
            <a:off x="655319" y="457201"/>
            <a:ext cx="1508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227</a:t>
            </a:r>
          </a:p>
        </p:txBody>
      </p:sp>
      <p:sp>
        <p:nvSpPr>
          <p:cNvPr id="3665" name="TextBox 2"/>
          <p:cNvSpPr txBox="1"/>
          <p:nvPr/>
        </p:nvSpPr>
        <p:spPr>
          <a:xfrm>
            <a:off x="1188719" y="1447802"/>
            <a:ext cx="6995162" cy="1525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ලොව නැ තිර සැපතක් ඇත්තේ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ගලමින් යන දිය පාරක් වාගෙයි </a:t>
            </a:r>
          </a:p>
        </p:txBody>
      </p:sp>
      <p:sp>
        <p:nvSpPr>
          <p:cNvPr id="3666" name="TextBox 3"/>
          <p:cNvSpPr txBox="1"/>
          <p:nvPr/>
        </p:nvSpPr>
        <p:spPr>
          <a:xfrm>
            <a:off x="2636519" y="3352800"/>
            <a:ext cx="64617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දෙන්ට එපා සිත ඔබ මේ ලෝකෙට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රැවටිල්ලෙන් එය පිරි තිබෙනවා  </a:t>
            </a:r>
          </a:p>
        </p:txBody>
      </p:sp>
      <p:pic>
        <p:nvPicPr>
          <p:cNvPr id="366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9" name="TextBox 1"/>
          <p:cNvSpPr txBox="1"/>
          <p:nvPr/>
        </p:nvSpPr>
        <p:spPr>
          <a:xfrm>
            <a:off x="2636519" y="3352800"/>
            <a:ext cx="64617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දෙන්ට එපා සිත ඔබ මේ ලෝකෙට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රැවටිල්ලෙන් එය පිරි තිබෙනවා  </a:t>
            </a:r>
          </a:p>
        </p:txBody>
      </p:sp>
      <p:sp>
        <p:nvSpPr>
          <p:cNvPr id="3670" name="TextBox 3"/>
          <p:cNvSpPr txBox="1"/>
          <p:nvPr/>
        </p:nvSpPr>
        <p:spPr>
          <a:xfrm>
            <a:off x="1417319" y="1219202"/>
            <a:ext cx="6995162" cy="1525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මව් පිය නැදෑ මිතුරන් විසුවත්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හැරලා සැම දෙන තනි වෙල යාවි</a:t>
            </a:r>
          </a:p>
        </p:txBody>
      </p:sp>
      <p:pic>
        <p:nvPicPr>
          <p:cNvPr id="367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3" name="TextBox 1"/>
          <p:cNvSpPr txBox="1"/>
          <p:nvPr/>
        </p:nvSpPr>
        <p:spPr>
          <a:xfrm>
            <a:off x="2636519" y="3352800"/>
            <a:ext cx="64617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දෙන්ට එපා සිත ඔබ මේ ලෝකෙට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රැවටිල්ලෙන් එය පිරි තිබෙනවා  </a:t>
            </a:r>
          </a:p>
        </p:txBody>
      </p:sp>
      <p:sp>
        <p:nvSpPr>
          <p:cNvPr id="3674" name="TextBox 2"/>
          <p:cNvSpPr txBox="1"/>
          <p:nvPr/>
        </p:nvSpPr>
        <p:spPr>
          <a:xfrm>
            <a:off x="1569719" y="1066802"/>
            <a:ext cx="6614162" cy="1525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අන්තිම දින දීත් ඔබ තනි වේවි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කළ දේ ගැන නඩු විමසාවි</a:t>
            </a:r>
          </a:p>
        </p:txBody>
      </p:sp>
      <p:pic>
        <p:nvPicPr>
          <p:cNvPr id="367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7" name="TextBox 1"/>
          <p:cNvSpPr txBox="1"/>
          <p:nvPr/>
        </p:nvSpPr>
        <p:spPr>
          <a:xfrm>
            <a:off x="2636519" y="3352800"/>
            <a:ext cx="64617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දෙන්ට එපා සිත ඔබ මේ ලෝකෙට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රැවටිල්ලෙන් එය පිරි තිබෙනවා  </a:t>
            </a:r>
          </a:p>
        </p:txBody>
      </p:sp>
      <p:sp>
        <p:nvSpPr>
          <p:cNvPr id="3678" name="TextBox 2"/>
          <p:cNvSpPr txBox="1"/>
          <p:nvPr/>
        </p:nvSpPr>
        <p:spPr>
          <a:xfrm>
            <a:off x="1417319" y="1143002"/>
            <a:ext cx="6766562" cy="1525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නිරයෙන් ගිනි මැද ඔබ සිටිනා විට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ගලවුම්කරුවෙක් නම් නැති වේවි</a:t>
            </a:r>
          </a:p>
        </p:txBody>
      </p:sp>
      <p:pic>
        <p:nvPicPr>
          <p:cNvPr id="367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1" name="TextBox 1"/>
          <p:cNvSpPr txBox="1"/>
          <p:nvPr/>
        </p:nvSpPr>
        <p:spPr>
          <a:xfrm>
            <a:off x="2636519" y="3352800"/>
            <a:ext cx="64617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දෙන්ට එපා සිත ඔබ මේ ලෝකෙට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රැවටිල්ලෙන් එය පිරි තිබෙනවා  </a:t>
            </a:r>
          </a:p>
        </p:txBody>
      </p:sp>
      <p:sp>
        <p:nvSpPr>
          <p:cNvPr id="3682" name="TextBox 3"/>
          <p:cNvSpPr txBox="1"/>
          <p:nvPr/>
        </p:nvSpPr>
        <p:spPr>
          <a:xfrm>
            <a:off x="1341119" y="1066802"/>
            <a:ext cx="6995162" cy="1525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 සමාව මෙ දැන් ම සොයා එනු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සමිදුට ඔබගේ සිත දෙනු</a:t>
            </a:r>
          </a:p>
        </p:txBody>
      </p:sp>
      <p:pic>
        <p:nvPicPr>
          <p:cNvPr id="368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5" name="Rectangle 1"/>
          <p:cNvSpPr txBox="1"/>
          <p:nvPr/>
        </p:nvSpPr>
        <p:spPr>
          <a:xfrm>
            <a:off x="2117389" y="857231"/>
            <a:ext cx="4980660" cy="6262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මාගේ ජේසුස්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ප්‍රේමවන්ත  ජේසුස්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දුන්නා ගැලවිට මට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යන්ට දිව්‍ය ලෝකේ</a:t>
            </a:r>
          </a:p>
          <a:p>
            <a:pPr>
              <a:defRPr sz="1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කාගෙ කාගෙ දෝසත්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රුදු සැම පාපත්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දුරු කර දමනට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දුන්නෙ දෙව් පුත්</a:t>
            </a:r>
          </a:p>
        </p:txBody>
      </p:sp>
      <p:sp>
        <p:nvSpPr>
          <p:cNvPr id="3686" name="TextBox 2"/>
          <p:cNvSpPr txBox="1"/>
          <p:nvPr/>
        </p:nvSpPr>
        <p:spPr>
          <a:xfrm>
            <a:off x="502919" y="457201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228</a:t>
            </a:r>
          </a:p>
        </p:txBody>
      </p:sp>
      <p:pic>
        <p:nvPicPr>
          <p:cNvPr id="368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9" name="Rectangle 1"/>
          <p:cNvSpPr txBox="1"/>
          <p:nvPr/>
        </p:nvSpPr>
        <p:spPr>
          <a:xfrm>
            <a:off x="2188827" y="594914"/>
            <a:ext cx="5123535" cy="6262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 දේව කුමරා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අග්‍ර කුමරා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නින්දා වින්දා අප සන්දා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කල්වරි කන්දේ දී</a:t>
            </a:r>
          </a:p>
          <a:p>
            <a:pPr>
              <a:defRPr sz="1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පාපේ ඔබ හැරදා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හට කැප වී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දුන්නොත් සිත එතුමට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 වෙයි සෙත නිමි නැත්</a:t>
            </a:r>
          </a:p>
        </p:txBody>
      </p:sp>
      <p:pic>
        <p:nvPicPr>
          <p:cNvPr id="369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2" name="Rectangle 1"/>
          <p:cNvSpPr txBox="1"/>
          <p:nvPr/>
        </p:nvSpPr>
        <p:spPr>
          <a:xfrm>
            <a:off x="2188827" y="1660274"/>
            <a:ext cx="5623585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ම එනු මිතුරේ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වෙත මෙ වරේ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නෙත් යොමා බලන් කුරුසේ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එල්ලී ඉන්නෙ දෙවි පුත්</a:t>
            </a:r>
          </a:p>
        </p:txBody>
      </p:sp>
      <p:pic>
        <p:nvPicPr>
          <p:cNvPr id="369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5" name="Rectangle 1"/>
          <p:cNvSpPr txBox="1"/>
          <p:nvPr/>
        </p:nvSpPr>
        <p:spPr>
          <a:xfrm>
            <a:off x="2403141" y="797086"/>
            <a:ext cx="4980660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ලොව පහ වන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බිය කරු විනිස් දින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පාපිනි ළඟ වන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හමු වනු කෙලෙසින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මළවුන් නැඟිටින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හොරණෑ හඬැ සෙන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ගිනි වැනි සරොස් දින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හමු වනු කෙලෙසින</a:t>
            </a:r>
          </a:p>
        </p:txBody>
      </p:sp>
      <p:sp>
        <p:nvSpPr>
          <p:cNvPr id="3696" name="TextBox 2"/>
          <p:cNvSpPr txBox="1"/>
          <p:nvPr/>
        </p:nvSpPr>
        <p:spPr>
          <a:xfrm>
            <a:off x="502919" y="457201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229</a:t>
            </a:r>
          </a:p>
        </p:txBody>
      </p:sp>
      <p:pic>
        <p:nvPicPr>
          <p:cNvPr id="369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9" name="Rectangle 1"/>
          <p:cNvSpPr txBox="1"/>
          <p:nvPr/>
        </p:nvSpPr>
        <p:spPr>
          <a:xfrm>
            <a:off x="2474595" y="751345"/>
            <a:ext cx="4837768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 නඩු විමසන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සැම හෙළි වන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නිරයට පමුණන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 යුතු සරොස් දින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තෙද පතුරන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වනිසයකරු වන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නිම නැති මහිමෙන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මිහසුන පැමිණෙන</a:t>
            </a:r>
          </a:p>
        </p:txBody>
      </p:sp>
      <p:pic>
        <p:nvPicPr>
          <p:cNvPr id="370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2" name="Rectangle 1"/>
          <p:cNvSpPr txBox="1"/>
          <p:nvPr/>
        </p:nvSpPr>
        <p:spPr>
          <a:xfrm>
            <a:off x="2546017" y="714357"/>
            <a:ext cx="4480561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තනියම එදා ඔබ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සමඟින හැම පව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අග රජ තුම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හමු වනු කෙලෙසින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 ගැලවීමේ දින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පිළිගත යුතු දින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තුම පිළිගෙන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ළං වනු සිහසුන</a:t>
            </a:r>
          </a:p>
        </p:txBody>
      </p:sp>
      <p:pic>
        <p:nvPicPr>
          <p:cNvPr id="370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5" name="Rectangle 1"/>
          <p:cNvSpPr txBox="1"/>
          <p:nvPr/>
        </p:nvSpPr>
        <p:spPr>
          <a:xfrm>
            <a:off x="1045820" y="1071547"/>
            <a:ext cx="6980906" cy="642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කිතු හිමි සෙවුයේ අනුගාමින්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ගලීල මුහුදු තෙරේ සක්මන්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අදරින් හඬ ගැසුයේ මිතුරන්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දැල්හැර එන ලෙස හිමි සමඟින්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දිව් සයුරේ ගෝසා අතරේ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රළ පතර ද බිහිසුණු ව නැඟේ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ගොස ඒ යටපත් කර ඇසුණේ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සුමුහිරි හඬ මගෙ ජේසුස්ගේ</a:t>
            </a:r>
          </a:p>
        </p:txBody>
      </p:sp>
      <p:sp>
        <p:nvSpPr>
          <p:cNvPr id="3706" name="TextBox 2"/>
          <p:cNvSpPr txBox="1"/>
          <p:nvPr/>
        </p:nvSpPr>
        <p:spPr>
          <a:xfrm>
            <a:off x="502919" y="457201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230</a:t>
            </a:r>
          </a:p>
        </p:txBody>
      </p:sp>
      <p:pic>
        <p:nvPicPr>
          <p:cNvPr id="370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9" name="Rectangle 1"/>
          <p:cNvSpPr txBox="1"/>
          <p:nvPr/>
        </p:nvSpPr>
        <p:spPr>
          <a:xfrm>
            <a:off x="1260133" y="928671"/>
            <a:ext cx="6552278" cy="642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ජේසුනි මා සිත රජ ඔබ මැ 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අණසක යට මම පවතිම්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දිවි සම්පත් ඔබට පුදම්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සසුනට මා ඇල්ම වැඩෙයි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විමුක්ති දායක හිමි තුමෙනි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 ඔබ අනුගාමින් ලෙසිනි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සුබසුන පළ කරන මෙනි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දිවි ඔබ හට කැප කරමි</a:t>
            </a:r>
          </a:p>
        </p:txBody>
      </p:sp>
      <p:pic>
        <p:nvPicPr>
          <p:cNvPr id="371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2" name="TextBox 1"/>
          <p:cNvSpPr txBox="1"/>
          <p:nvPr/>
        </p:nvSpPr>
        <p:spPr>
          <a:xfrm>
            <a:off x="807719" y="1219199"/>
            <a:ext cx="7528562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නාද දිදී නැති සෝක බියා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සීයක රැළ අත හළ පැටියා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වන කදු හෙල පසු කර යා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පාද තබා බොහො ඈත ගියා</a:t>
            </a:r>
          </a:p>
        </p:txBody>
      </p:sp>
      <p:sp>
        <p:nvSpPr>
          <p:cNvPr id="3713" name="TextBox 2"/>
          <p:cNvSpPr txBox="1"/>
          <p:nvPr/>
        </p:nvSpPr>
        <p:spPr>
          <a:xfrm>
            <a:off x="502919" y="457201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231</a:t>
            </a:r>
          </a:p>
        </p:txBody>
      </p:sp>
      <p:sp>
        <p:nvSpPr>
          <p:cNvPr id="3714" name="TextBox 3"/>
          <p:cNvSpPr txBox="1"/>
          <p:nvPr/>
        </p:nvSpPr>
        <p:spPr>
          <a:xfrm>
            <a:off x="3550919" y="4764525"/>
            <a:ext cx="53949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පාද   තබා</a:t>
            </a:r>
            <a:r>
              <a:t>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පාද   තබා</a:t>
            </a:r>
            <a:r>
              <a:t>...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පාද තබා බොහො ඈත ගියා</a:t>
            </a:r>
          </a:p>
        </p:txBody>
      </p:sp>
      <p:pic>
        <p:nvPicPr>
          <p:cNvPr id="371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" name="TextBox 1"/>
          <p:cNvSpPr txBox="1"/>
          <p:nvPr/>
        </p:nvSpPr>
        <p:spPr>
          <a:xfrm>
            <a:off x="807719" y="1219199"/>
            <a:ext cx="7528562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සාමිනි අඩු එකෙකි ඔබ රැළේ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සැහෙයි මෙම අනුනමය දිළේ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නෑ මම ඌ අත නෑර කැලේ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පාර සොයා යමි අදුර වෙලේ</a:t>
            </a:r>
          </a:p>
        </p:txBody>
      </p:sp>
      <p:sp>
        <p:nvSpPr>
          <p:cNvPr id="3718" name="TextBox 2"/>
          <p:cNvSpPr txBox="1"/>
          <p:nvPr/>
        </p:nvSpPr>
        <p:spPr>
          <a:xfrm>
            <a:off x="3550919" y="4764525"/>
            <a:ext cx="53949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පාර  සොයා</a:t>
            </a:r>
            <a:r>
              <a:t>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පාර  සොයා</a:t>
            </a:r>
            <a:r>
              <a:t>...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පාර සොයා යමි අඳුරු වෙලේ</a:t>
            </a:r>
          </a:p>
        </p:txBody>
      </p:sp>
      <p:pic>
        <p:nvPicPr>
          <p:cNvPr id="371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1" name="TextBox 1"/>
          <p:cNvSpPr txBox="1"/>
          <p:nvPr/>
        </p:nvSpPr>
        <p:spPr>
          <a:xfrm>
            <a:off x="807719" y="1219199"/>
            <a:ext cx="7528562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දින ඔහු විදි දුක දන්නා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නෑ කිසිවෙක් මිහි පිට ඉන්නා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ගිරි හෙල දිය දොළ පසු වන්නා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ආදර පා ළගට ම වන්නා</a:t>
            </a:r>
          </a:p>
        </p:txBody>
      </p:sp>
      <p:sp>
        <p:nvSpPr>
          <p:cNvPr id="3722" name="TextBox 2"/>
          <p:cNvSpPr txBox="1"/>
          <p:nvPr/>
        </p:nvSpPr>
        <p:spPr>
          <a:xfrm>
            <a:off x="3550919" y="4764525"/>
            <a:ext cx="53949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ආදර   පා</a:t>
            </a:r>
            <a:r>
              <a:t>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ආදර   පා</a:t>
            </a:r>
            <a:r>
              <a:t>...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ආදර පා ළගට ම වන්නා</a:t>
            </a:r>
          </a:p>
        </p:txBody>
      </p:sp>
      <p:pic>
        <p:nvPicPr>
          <p:cNvPr id="372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5" name="TextBox 1"/>
          <p:cNvSpPr txBox="1"/>
          <p:nvPr/>
        </p:nvSpPr>
        <p:spPr>
          <a:xfrm>
            <a:off x="807719" y="1219199"/>
            <a:ext cx="7528562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සාමිනි ඔබ මග ලේ ගලනා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සිරුර තුවාළ යි ඒ කුමනා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සීරුණි වන කටු කුළු ගලිනා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ලේ දහරා නුඹ නිසා හැළුණා </a:t>
            </a:r>
          </a:p>
        </p:txBody>
      </p:sp>
      <p:sp>
        <p:nvSpPr>
          <p:cNvPr id="3726" name="TextBox 2"/>
          <p:cNvSpPr txBox="1"/>
          <p:nvPr/>
        </p:nvSpPr>
        <p:spPr>
          <a:xfrm>
            <a:off x="3550919" y="4764525"/>
            <a:ext cx="53949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ලේ   දහරා</a:t>
            </a:r>
            <a:r>
              <a:t>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ලේ   දහරා</a:t>
            </a:r>
            <a:r>
              <a:t>...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ලේ දහරා නුඹ නිසා හැළුණා</a:t>
            </a:r>
          </a:p>
        </p:txBody>
      </p:sp>
      <p:pic>
        <p:nvPicPr>
          <p:cNvPr id="372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9" name="TextBox 1"/>
          <p:cNvSpPr txBox="1"/>
          <p:nvPr/>
        </p:nvSpPr>
        <p:spPr>
          <a:xfrm>
            <a:off x="807719" y="1219199"/>
            <a:ext cx="7528562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ගීත හඩෙකි ඔහු ඇත නිවෙසේ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සමගින තුටු වව් පැවසේ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නැති වුණු පැටවා එහි සතොසේ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නාද දිදී උර මත සුව සේ</a:t>
            </a:r>
          </a:p>
        </p:txBody>
      </p:sp>
      <p:sp>
        <p:nvSpPr>
          <p:cNvPr id="3730" name="TextBox 2"/>
          <p:cNvSpPr txBox="1"/>
          <p:nvPr/>
        </p:nvSpPr>
        <p:spPr>
          <a:xfrm>
            <a:off x="3550919" y="4764525"/>
            <a:ext cx="53949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නාද   දිදී</a:t>
            </a:r>
            <a:r>
              <a:t>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නාද   දිදී</a:t>
            </a:r>
            <a:r>
              <a:t>...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නාද දිදී උර මත සුව සේ</a:t>
            </a:r>
          </a:p>
        </p:txBody>
      </p:sp>
      <p:pic>
        <p:nvPicPr>
          <p:cNvPr id="373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3" name="TextBox 1"/>
          <p:cNvSpPr txBox="1"/>
          <p:nvPr/>
        </p:nvSpPr>
        <p:spPr>
          <a:xfrm>
            <a:off x="807719" y="1219199"/>
            <a:ext cx="7528562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එකකු වෙතොත් හිමි පිළිගන්න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එය ඇත සග තොස උතුරන්න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හිමියෙනි මා සොයමින් ඉන්න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සෝදා දැන් පිළිගන්න</a:t>
            </a:r>
          </a:p>
        </p:txBody>
      </p:sp>
      <p:sp>
        <p:nvSpPr>
          <p:cNvPr id="3734" name="TextBox 2"/>
          <p:cNvSpPr txBox="1"/>
          <p:nvPr/>
        </p:nvSpPr>
        <p:spPr>
          <a:xfrm>
            <a:off x="3550919" y="4764525"/>
            <a:ext cx="53949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  සෝදා</a:t>
            </a:r>
            <a:r>
              <a:t>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පව්   සෝදා</a:t>
            </a:r>
            <a:r>
              <a:t>...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සෝදා දැන් පිළිගන්න</a:t>
            </a:r>
          </a:p>
        </p:txBody>
      </p:sp>
      <p:pic>
        <p:nvPicPr>
          <p:cNvPr id="373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" name="TextBox 3"/>
          <p:cNvSpPr txBox="1"/>
          <p:nvPr/>
        </p:nvSpPr>
        <p:spPr>
          <a:xfrm>
            <a:off x="350519" y="381002"/>
            <a:ext cx="1356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232</a:t>
            </a:r>
          </a:p>
        </p:txBody>
      </p:sp>
      <p:sp>
        <p:nvSpPr>
          <p:cNvPr id="3738" name="TextBox 4"/>
          <p:cNvSpPr txBox="1"/>
          <p:nvPr/>
        </p:nvSpPr>
        <p:spPr>
          <a:xfrm>
            <a:off x="1074419" y="1219199"/>
            <a:ext cx="72618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විමුක්ති මිහිරි නද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ඔසුවෙකි අම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කොපමණ ගීතවත්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නසන පව් සැම</a:t>
            </a:r>
          </a:p>
        </p:txBody>
      </p:sp>
      <p:sp>
        <p:nvSpPr>
          <p:cNvPr id="3739" name="TextBox 5"/>
          <p:cNvSpPr txBox="1"/>
          <p:nvPr/>
        </p:nvSpPr>
        <p:spPr>
          <a:xfrm>
            <a:off x="4236719" y="4114801"/>
            <a:ext cx="44043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 පසස් කිත් බලය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වා කිතු සමිදුන්ට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අපේ මිදීම ය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හලෙලුයා ක්‍රිස්තුස්ට </a:t>
            </a:r>
          </a:p>
        </p:txBody>
      </p:sp>
      <p:pic>
        <p:nvPicPr>
          <p:cNvPr id="3740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2" name="TextBox 3"/>
          <p:cNvSpPr txBox="1"/>
          <p:nvPr/>
        </p:nvSpPr>
        <p:spPr>
          <a:xfrm>
            <a:off x="4236719" y="4114801"/>
            <a:ext cx="44043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 පසස් කිත් බලය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වා කිතු සමිදුන්ට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අපේ මිදීම ය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හලෙලුයා ක්‍රිස්තුස්ට </a:t>
            </a:r>
          </a:p>
        </p:txBody>
      </p:sp>
      <p:sp>
        <p:nvSpPr>
          <p:cNvPr id="3743" name="TextBox 4"/>
          <p:cNvSpPr txBox="1"/>
          <p:nvPr/>
        </p:nvSpPr>
        <p:spPr>
          <a:xfrm>
            <a:off x="731519" y="1142999"/>
            <a:ext cx="6461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විමුක්තියේ හඩ සොද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පැතිරේ දෙරණ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මහත් දුත සේනාවෝ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වෙති නිතින</a:t>
            </a:r>
          </a:p>
        </p:txBody>
      </p:sp>
      <p:pic>
        <p:nvPicPr>
          <p:cNvPr id="3744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6" name="TextBox 3"/>
          <p:cNvSpPr txBox="1"/>
          <p:nvPr/>
        </p:nvSpPr>
        <p:spPr>
          <a:xfrm>
            <a:off x="4236719" y="4114801"/>
            <a:ext cx="44043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 පසස් කිත් බලය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වා කිතු සමිදුන්ට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අපේ මිදීම ය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හලෙලුයා ක්‍රිස්තුස්ට </a:t>
            </a:r>
          </a:p>
        </p:txBody>
      </p:sp>
      <p:sp>
        <p:nvSpPr>
          <p:cNvPr id="3747" name="TextBox 4"/>
          <p:cNvSpPr txBox="1"/>
          <p:nvPr/>
        </p:nvSpPr>
        <p:spPr>
          <a:xfrm>
            <a:off x="883919" y="990599"/>
            <a:ext cx="6004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රැව් පිළිරැව් විමුක්තියේ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පැතිරෙයි විශ්වයේ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ගීතයට සග සෙන්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රොක් ව කියත් ආමෙන්</a:t>
            </a:r>
          </a:p>
        </p:txBody>
      </p:sp>
      <p:pic>
        <p:nvPicPr>
          <p:cNvPr id="3748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0" name="Content Placeholder 2"/>
          <p:cNvSpPr txBox="1"/>
          <p:nvPr>
            <p:ph type="body" idx="1"/>
          </p:nvPr>
        </p:nvSpPr>
        <p:spPr>
          <a:xfrm>
            <a:off x="457200" y="228600"/>
            <a:ext cx="8229600" cy="632460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000"/>
            </a:pPr>
            <a:r>
              <a:t>233</a:t>
            </a:r>
          </a:p>
          <a:p>
            <a:pPr marL="0" indent="0">
              <a:buSzTx/>
              <a:buFont typeface="Wingdings 3"/>
              <a:buNone/>
              <a:defRPr sz="4000"/>
            </a:p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පිරි එම්මානුවෙල් ලෙයින්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උල්පතක් ඇතිවන්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ගිලෙන්නෝ එහි සැදැහෙන්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වෙත් වියුත් පව් මලින් </a:t>
            </a:r>
          </a:p>
        </p:txBody>
      </p:sp>
      <p:pic>
        <p:nvPicPr>
          <p:cNvPr id="375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3" name="Content Placeholder 2"/>
          <p:cNvSpPr txBox="1"/>
          <p:nvPr>
            <p:ph type="body" idx="1"/>
          </p:nvPr>
        </p:nvSpPr>
        <p:spPr>
          <a:xfrm>
            <a:off x="457200" y="304801"/>
            <a:ext cx="8229600" cy="5821365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තුටු වී සොර මාරු පත්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දක්නට ඒ උල්පත්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ඔහු සේ මම් නො වටින් මුත්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සේදෙයි මා පව් සැම  </a:t>
            </a:r>
          </a:p>
        </p:txBody>
      </p:sp>
      <p:pic>
        <p:nvPicPr>
          <p:cNvPr id="375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6" name="Content Placeholder 2"/>
          <p:cNvSpPr txBox="1"/>
          <p:nvPr>
            <p:ph type="body" idx="1"/>
          </p:nvPr>
        </p:nvSpPr>
        <p:spPr>
          <a:xfrm>
            <a:off x="457200" y="381001"/>
            <a:ext cx="8229600" cy="5745165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ලේ ඔබ අනුහස්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පවතී සැම කල්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මිදුනා වූ සැම සත් රැස්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වන තෙක් නොකැළැල්  </a:t>
            </a:r>
          </a:p>
        </p:txBody>
      </p:sp>
      <p:pic>
        <p:nvPicPr>
          <p:cNvPr id="375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9" name="Content Placeholder 2"/>
          <p:cNvSpPr txBox="1"/>
          <p:nvPr>
            <p:ph type="body" idx="1"/>
          </p:nvPr>
        </p:nvSpPr>
        <p:spPr>
          <a:xfrm>
            <a:off x="457200" y="304801"/>
            <a:ext cx="8229600" cy="5821365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ලේ ගග ඇදහිල්ලෙන්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දුටු දින සිට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දිව් හිම් ඔබ අත් නොහරීම්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ආදරේ බැදුන </a:t>
            </a:r>
          </a:p>
        </p:txBody>
      </p:sp>
      <p:pic>
        <p:nvPicPr>
          <p:cNvPr id="376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2" name="Content Placeholder 2"/>
          <p:cNvSpPr txBox="1"/>
          <p:nvPr>
            <p:ph type="body" idx="1"/>
          </p:nvPr>
        </p:nvSpPr>
        <p:spPr>
          <a:xfrm>
            <a:off x="457200" y="304801"/>
            <a:ext cx="8229600" cy="5821365"/>
          </a:xfrm>
          <a:prstGeom prst="rect">
            <a:avLst/>
          </a:prstGeom>
        </p:spPr>
        <p:txBody>
          <a:bodyPr/>
          <a:lstStyle/>
          <a:p>
            <a:pPr marL="0" indent="0" defTabSz="416052">
              <a:lnSpc>
                <a:spcPct val="90000"/>
              </a:lnSpc>
              <a:spcBef>
                <a:spcPts val="900"/>
              </a:spcBef>
              <a:buSzTx/>
              <a:buFont typeface="Wingdings 3"/>
              <a:buNone/>
              <a:defRPr sz="400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දිව වී අසමත්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6052">
              <a:lnSpc>
                <a:spcPct val="90000"/>
              </a:lnSpc>
              <a:spcBef>
                <a:spcPts val="900"/>
              </a:spcBef>
              <a:buSzTx/>
              <a:buFont typeface="Wingdings 3"/>
              <a:buNone/>
              <a:defRPr sz="400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වූ කල සොහොන් පත්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6052">
              <a:lnSpc>
                <a:spcPct val="90000"/>
              </a:lnSpc>
              <a:spcBef>
                <a:spcPts val="900"/>
              </a:spcBef>
              <a:buSzTx/>
              <a:buFont typeface="Wingdings 3"/>
              <a:buNone/>
              <a:defRPr sz="400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මිදීමේ ගීය තොසින් යුත්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6052">
              <a:lnSpc>
                <a:spcPct val="90000"/>
              </a:lnSpc>
              <a:spcBef>
                <a:spcPts val="900"/>
              </a:spcBef>
              <a:buSzTx/>
              <a:buFont typeface="Wingdings 3"/>
              <a:buNone/>
              <a:defRPr sz="400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ගයයි ආත්මේ සෙත් ලත්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6052">
              <a:lnSpc>
                <a:spcPct val="90000"/>
              </a:lnSpc>
              <a:spcBef>
                <a:spcPts val="900"/>
              </a:spcBef>
              <a:buSzTx/>
              <a:buFont typeface="Wingdings 3"/>
              <a:buNone/>
              <a:defRPr sz="4004"/>
            </a:pPr>
          </a:p>
          <a:p>
            <a:pPr marL="0" indent="0" defTabSz="416052">
              <a:lnSpc>
                <a:spcPct val="90000"/>
              </a:lnSpc>
              <a:spcBef>
                <a:spcPts val="900"/>
              </a:spcBef>
              <a:buSzTx/>
              <a:buFont typeface="Wingdings 3"/>
              <a:buNone/>
              <a:defRPr sz="4004"/>
            </a:pPr>
          </a:p>
          <a:p>
            <a:pPr marL="0" indent="0" defTabSz="416052">
              <a:lnSpc>
                <a:spcPct val="90000"/>
              </a:lnSpc>
              <a:spcBef>
                <a:spcPts val="900"/>
              </a:spcBef>
              <a:buSzTx/>
              <a:buFont typeface="Wingdings 3"/>
              <a:buNone/>
              <a:defRPr sz="327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			විලියම් කුපර්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6052">
              <a:lnSpc>
                <a:spcPct val="90000"/>
              </a:lnSpc>
              <a:spcBef>
                <a:spcPts val="900"/>
              </a:spcBef>
              <a:buSzTx/>
              <a:buFont typeface="Wingdings 3"/>
              <a:buNone/>
              <a:defRPr sz="327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	පරිවර්තනය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සී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එස්</a:t>
            </a:r>
            <a:r>
              <a:t>.</a:t>
            </a:r>
          </a:p>
        </p:txBody>
      </p:sp>
      <p:pic>
        <p:nvPicPr>
          <p:cNvPr id="376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5" name="TextBox 3"/>
          <p:cNvSpPr txBox="1"/>
          <p:nvPr/>
        </p:nvSpPr>
        <p:spPr>
          <a:xfrm>
            <a:off x="350519" y="381002"/>
            <a:ext cx="1356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23</a:t>
            </a:r>
            <a:r>
              <a:t>4</a:t>
            </a:r>
          </a:p>
        </p:txBody>
      </p:sp>
      <p:sp>
        <p:nvSpPr>
          <p:cNvPr id="3766" name="TextBox 4"/>
          <p:cNvSpPr txBox="1"/>
          <p:nvPr/>
        </p:nvSpPr>
        <p:spPr>
          <a:xfrm>
            <a:off x="1074419" y="1219199"/>
            <a:ext cx="72618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ජිවිතේ සැබෑ සැප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ලැබෙන්නේ ආගමෙන්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මරණ පැයේ අප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සනසන්නෙත් එයින් ය</a:t>
            </a:r>
          </a:p>
        </p:txBody>
      </p:sp>
      <p:sp>
        <p:nvSpPr>
          <p:cNvPr id="3767" name="TextBox 5"/>
          <p:cNvSpPr txBox="1"/>
          <p:nvPr/>
        </p:nvSpPr>
        <p:spPr>
          <a:xfrm>
            <a:off x="3017519" y="3962399"/>
            <a:ext cx="5775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ලෝකයාගෙන් ලැබෙන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සැනසිල්ල කාලික 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ආගමෙන් ලබා දෙන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සාමය සදාතන යි </a:t>
            </a:r>
          </a:p>
        </p:txBody>
      </p:sp>
      <p:pic>
        <p:nvPicPr>
          <p:cNvPr id="3768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0" name="TextBox 3"/>
          <p:cNvSpPr txBox="1"/>
          <p:nvPr/>
        </p:nvSpPr>
        <p:spPr>
          <a:xfrm>
            <a:off x="1074419" y="1219199"/>
            <a:ext cx="72618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ආගමෙන් ඇති තොස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මරණින් නිම නො වෙයි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කල් එක ලෙස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දරුවන් සතු වෙයි</a:t>
            </a:r>
          </a:p>
        </p:txBody>
      </p:sp>
      <p:sp>
        <p:nvSpPr>
          <p:cNvPr id="3771" name="TextBox 4"/>
          <p:cNvSpPr txBox="1"/>
          <p:nvPr/>
        </p:nvSpPr>
        <p:spPr>
          <a:xfrm>
            <a:off x="3017519" y="3962399"/>
            <a:ext cx="5775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තුළ සැදැහෙන්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සැප ලැබ ගෙන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දහම් විලසින්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කල් යවමු බැතියෙන් </a:t>
            </a:r>
          </a:p>
        </p:txBody>
      </p:sp>
      <p:pic>
        <p:nvPicPr>
          <p:cNvPr id="3772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4" name="Content Placeholder 2"/>
          <p:cNvSpPr txBox="1"/>
          <p:nvPr>
            <p:ph type="body" idx="1"/>
          </p:nvPr>
        </p:nvSpPr>
        <p:spPr>
          <a:xfrm>
            <a:off x="381000" y="1371600"/>
            <a:ext cx="8229600" cy="4419600"/>
          </a:xfrm>
          <a:prstGeom prst="rect">
            <a:avLst/>
          </a:prstGeom>
        </p:spPr>
        <p:txBody>
          <a:bodyPr/>
          <a:lstStyle/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3600"/>
            </a:pPr>
            <a:r>
              <a:t> </a:t>
            </a:r>
            <a:r>
              <a:rPr sz="4319">
                <a:latin typeface="+mj-lt"/>
                <a:ea typeface="+mj-ea"/>
                <a:cs typeface="+mj-cs"/>
                <a:sym typeface="Helvetica"/>
              </a:rPr>
              <a:t>ළගයි සෙත්ලත් වෙදැදුරු</a:t>
            </a:r>
            <a:endParaRPr sz="4319"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431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දයාවෙන් පිරි යේසුස්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431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කරන්නට දුක දුරු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431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කැදවයි හිමි යේසුස්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4319"/>
            </a:pPr>
            <a:r>
              <a:t> </a:t>
            </a:r>
          </a:p>
        </p:txBody>
      </p:sp>
      <p:sp>
        <p:nvSpPr>
          <p:cNvPr id="3775" name="Rectangle 1"/>
          <p:cNvSpPr txBox="1"/>
          <p:nvPr/>
        </p:nvSpPr>
        <p:spPr>
          <a:xfrm>
            <a:off x="655321" y="457201"/>
            <a:ext cx="90781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235</a:t>
            </a:r>
          </a:p>
        </p:txBody>
      </p:sp>
      <p:pic>
        <p:nvPicPr>
          <p:cNvPr id="377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" name="Content Placeholder 2"/>
          <p:cNvSpPr txBox="1"/>
          <p:nvPr>
            <p:ph type="body" idx="1"/>
          </p:nvPr>
        </p:nvSpPr>
        <p:spPr>
          <a:xfrm>
            <a:off x="457200" y="533401"/>
            <a:ext cx="8229600" cy="5592765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සේනාවන්ගේ ගීය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ඉමිහිරි ගීය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ඇසු විරූ ගීය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සෙත් ලත් යේසුස් </a:t>
            </a:r>
          </a:p>
        </p:txBody>
      </p:sp>
      <p:pic>
        <p:nvPicPr>
          <p:cNvPr id="377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1" name="Content Placeholder 2"/>
          <p:cNvSpPr txBox="1"/>
          <p:nvPr>
            <p:ph type="body" idx="1"/>
          </p:nvPr>
        </p:nvSpPr>
        <p:spPr>
          <a:xfrm>
            <a:off x="457200" y="533401"/>
            <a:ext cx="8229600" cy="5592765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මිදෙන්නට සැම පවින්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කමාව දුන්නේ යේසුස්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ඉකුත් ව සමාදානයෙන්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වසම් වෙත යේසුස්  </a:t>
            </a:r>
          </a:p>
        </p:txBody>
      </p:sp>
      <p:pic>
        <p:nvPicPr>
          <p:cNvPr id="378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4" name="Content Placeholder 2"/>
          <p:cNvSpPr txBox="1"/>
          <p:nvPr>
            <p:ph type="body" idx="1"/>
          </p:nvPr>
        </p:nvSpPr>
        <p:spPr>
          <a:xfrm>
            <a:off x="457200" y="457201"/>
            <a:ext cx="8229600" cy="5668965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සේනාවන්ගේ ගීය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ඉමිහිරි ගීය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ඇසු විරූ ගීය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සෙත් ලත් යේසුස් </a:t>
            </a:r>
          </a:p>
        </p:txBody>
      </p:sp>
      <p:pic>
        <p:nvPicPr>
          <p:cNvPr id="378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7" name="Content Placeholder 2"/>
          <p:cNvSpPr txBox="1"/>
          <p:nvPr>
            <p:ph type="body" idx="1"/>
          </p:nvPr>
        </p:nvSpPr>
        <p:spPr>
          <a:xfrm>
            <a:off x="457200" y="381001"/>
            <a:ext cx="8229600" cy="5745165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දෝස සහ බිය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දුරු කර දෙයි යේසුස්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 සිතට මිහිරි 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 අසන්ටත් යේසුස් </a:t>
            </a:r>
          </a:p>
        </p:txBody>
      </p:sp>
      <p:pic>
        <p:nvPicPr>
          <p:cNvPr id="378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0" name="Content Placeholder 2"/>
          <p:cNvSpPr txBox="1"/>
          <p:nvPr>
            <p:ph type="body" idx="1"/>
          </p:nvPr>
        </p:nvSpPr>
        <p:spPr>
          <a:xfrm>
            <a:off x="457200" y="533401"/>
            <a:ext cx="8229600" cy="5592765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සේනාවන්ගේ ගීය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ඉමිහිරි ගීය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ඇසු විරූ ගීය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සෙත් ලත් යේසුස් </a:t>
            </a:r>
          </a:p>
        </p:txBody>
      </p:sp>
      <p:pic>
        <p:nvPicPr>
          <p:cNvPr id="379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3" name="Content Placeholder 2"/>
          <p:cNvSpPr txBox="1"/>
          <p:nvPr>
            <p:ph type="body" idx="1"/>
          </p:nvPr>
        </p:nvSpPr>
        <p:spPr>
          <a:xfrm>
            <a:off x="457200" y="533401"/>
            <a:ext cx="8229600" cy="5592765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සොහොයුරෙනි දැන් එක්වව්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පසසව් නම යේසුස්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සොහොයුරියනි ගී දෙව්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සෙත් ලත් හිමිට යේසුස් </a:t>
            </a:r>
          </a:p>
        </p:txBody>
      </p:sp>
      <p:pic>
        <p:nvPicPr>
          <p:cNvPr id="379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6" name="Content Placeholder 2"/>
          <p:cNvSpPr txBox="1"/>
          <p:nvPr>
            <p:ph type="body" idx="1"/>
          </p:nvPr>
        </p:nvSpPr>
        <p:spPr>
          <a:xfrm>
            <a:off x="457200" y="533401"/>
            <a:ext cx="8229600" cy="5592765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සේනාවන්ගේ ගීය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ඉමිහිරි ගීය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ඇසු විරූ ගීය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සෙත් ලත් යේසුස් </a:t>
            </a:r>
          </a:p>
        </p:txBody>
      </p:sp>
      <p:pic>
        <p:nvPicPr>
          <p:cNvPr id="379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" name="Content Placeholder 2"/>
          <p:cNvSpPr txBox="1"/>
          <p:nvPr>
            <p:ph type="body" idx="1"/>
          </p:nvPr>
        </p:nvSpPr>
        <p:spPr>
          <a:xfrm>
            <a:off x="457200" y="533401"/>
            <a:ext cx="8229600" cy="5592765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දරු දැරියෙනි හැම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ආදරයෙන් හිමි යේසුස්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කෙරෙන ඒ කැදවීම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අසා පිළිගන් යේසුස්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</a:pPr>
            <a:r>
              <a:t> </a:t>
            </a:r>
          </a:p>
          <a:p>
            <a:pPr marL="0" indent="0">
              <a:buSzTx/>
              <a:buFont typeface="Wingdings 3"/>
              <a:buNone/>
            </a:pPr>
            <a:r>
              <a:t>				</a:t>
            </a:r>
          </a:p>
          <a:p>
            <a:pPr marL="0" indent="0">
              <a:buSzTx/>
              <a:buFont typeface="Wingdings 3"/>
              <a:buNone/>
            </a:pPr>
            <a:r>
              <a:t>					</a:t>
            </a:r>
          </a:p>
        </p:txBody>
      </p:sp>
      <p:pic>
        <p:nvPicPr>
          <p:cNvPr id="380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2" name="Content Placeholder 2"/>
          <p:cNvSpPr txBox="1"/>
          <p:nvPr>
            <p:ph type="body" idx="1"/>
          </p:nvPr>
        </p:nvSpPr>
        <p:spPr>
          <a:xfrm>
            <a:off x="457200" y="533401"/>
            <a:ext cx="8229600" cy="5592765"/>
          </a:xfrm>
          <a:prstGeom prst="rect">
            <a:avLst/>
          </a:prstGeom>
        </p:spPr>
        <p:txBody>
          <a:bodyPr/>
          <a:lstStyle/>
          <a:p>
            <a:pPr marL="0" indent="0" defTabSz="420623">
              <a:spcBef>
                <a:spcPts val="900"/>
              </a:spcBef>
              <a:buSzTx/>
              <a:buFont typeface="Wingdings 3"/>
              <a:buNone/>
              <a:defRPr sz="441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සේනාවන්ගේ ගීය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20623">
              <a:spcBef>
                <a:spcPts val="900"/>
              </a:spcBef>
              <a:buSzTx/>
              <a:buFont typeface="Wingdings 3"/>
              <a:buNone/>
              <a:defRPr sz="441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ඉමිහිරි ගීය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20623">
              <a:spcBef>
                <a:spcPts val="900"/>
              </a:spcBef>
              <a:buSzTx/>
              <a:buFont typeface="Wingdings 3"/>
              <a:buNone/>
              <a:defRPr sz="441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ඇසු විරූ ගීය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20623">
              <a:spcBef>
                <a:spcPts val="900"/>
              </a:spcBef>
              <a:buSzTx/>
              <a:buFont typeface="Wingdings 3"/>
              <a:buNone/>
              <a:defRPr sz="441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සෙත් ලත් යේසුස් </a:t>
            </a:r>
          </a:p>
          <a:p>
            <a:pPr marL="0" indent="0" defTabSz="420623">
              <a:spcBef>
                <a:spcPts val="900"/>
              </a:spcBef>
              <a:buSzTx/>
              <a:buFont typeface="Wingdings 3"/>
              <a:buNone/>
              <a:defRPr sz="4416"/>
            </a:pPr>
          </a:p>
          <a:p>
            <a:pPr marL="0" indent="0" defTabSz="420623">
              <a:spcBef>
                <a:spcPts val="900"/>
              </a:spcBef>
              <a:buSzTx/>
              <a:buFont typeface="Wingdings 3"/>
              <a:buNone/>
              <a:defRPr sz="2576">
                <a:solidFill>
                  <a:srgbClr val="000000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		      ජේ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එච්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ස්ටොක්ටන් 		             	     පරිවර්තනය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ජේ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එස්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එස්</a:t>
            </a:r>
            <a:r>
              <a:t>.</a:t>
            </a:r>
          </a:p>
        </p:txBody>
      </p:sp>
      <p:pic>
        <p:nvPicPr>
          <p:cNvPr id="380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5" name="TextBox 3"/>
          <p:cNvSpPr txBox="1"/>
          <p:nvPr/>
        </p:nvSpPr>
        <p:spPr>
          <a:xfrm>
            <a:off x="426719" y="381002"/>
            <a:ext cx="12039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236</a:t>
            </a:r>
          </a:p>
        </p:txBody>
      </p:sp>
      <p:sp>
        <p:nvSpPr>
          <p:cNvPr id="3806" name="TextBox 4"/>
          <p:cNvSpPr txBox="1"/>
          <p:nvPr/>
        </p:nvSpPr>
        <p:spPr>
          <a:xfrm>
            <a:off x="426719" y="1219199"/>
            <a:ext cx="79857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සරණක් නැත් පව් කරුනි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ළං වන්න හිමි වෙත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බලා සිටියි යේසුස් හිමි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මුදන්ට සැම සත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විමුත් හිමි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අනුමාන නොකරව්</a:t>
            </a:r>
          </a:p>
        </p:txBody>
      </p:sp>
      <p:pic>
        <p:nvPicPr>
          <p:cNvPr id="3807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" name="TextBox 3"/>
          <p:cNvSpPr txBox="1"/>
          <p:nvPr/>
        </p:nvSpPr>
        <p:spPr>
          <a:xfrm>
            <a:off x="426719" y="1219199"/>
            <a:ext cx="79857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අසහනෙනේ පෙලෙන සත්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ළං වන්න හිමි වෙත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සැදැහෙන් මනස්තාපයෙන්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සිත් සැනසුම ලබන්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විමුත් හිමි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පෙමින් දෙයි ජිවන පැන්</a:t>
            </a:r>
          </a:p>
        </p:txBody>
      </p:sp>
      <p:pic>
        <p:nvPicPr>
          <p:cNvPr id="381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2" name="TextBox 3"/>
          <p:cNvSpPr txBox="1"/>
          <p:nvPr/>
        </p:nvSpPr>
        <p:spPr>
          <a:xfrm>
            <a:off x="426719" y="1219199"/>
            <a:ext cx="79857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වෙහෙසින් බරින් පෙළෙන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සිත් තැවුලින් මැඩුණු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දෙන විගසින්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වෙත ළං වන්න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විමුත් හිමි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කමාව දෙයි නිසැකින්</a:t>
            </a:r>
          </a:p>
        </p:txBody>
      </p:sp>
      <p:pic>
        <p:nvPicPr>
          <p:cNvPr id="381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5" name="TextBox 3"/>
          <p:cNvSpPr txBox="1"/>
          <p:nvPr/>
        </p:nvSpPr>
        <p:spPr>
          <a:xfrm>
            <a:off x="426719" y="1219199"/>
            <a:ext cx="79857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 බර උසුලන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වෙහෙසෙන්නෙහි එන්න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දුරැර ළගා  වන්න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වෙත බැතින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විමුත් හිමි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මෙතින් කැදවයි</a:t>
            </a:r>
          </a:p>
        </p:txBody>
      </p:sp>
      <p:pic>
        <p:nvPicPr>
          <p:cNvPr id="381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8" name="TextBox 4"/>
          <p:cNvSpPr txBox="1"/>
          <p:nvPr/>
        </p:nvSpPr>
        <p:spPr>
          <a:xfrm>
            <a:off x="426719" y="1219199"/>
            <a:ext cx="79857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සමිදු රුහිරෙන්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සියලු පව් සේදී යයි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පව්කරුනි මුළු සිතින්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අදහන්න ඒ බැතින්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විමුත් හිමි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මුදන්නට වෙයි සමත්</a:t>
            </a:r>
          </a:p>
        </p:txBody>
      </p:sp>
      <p:pic>
        <p:nvPicPr>
          <p:cNvPr id="381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1" name="TextBox 1"/>
          <p:cNvSpPr txBox="1"/>
          <p:nvPr/>
        </p:nvSpPr>
        <p:spPr>
          <a:xfrm>
            <a:off x="426719" y="304799"/>
            <a:ext cx="120396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237</a:t>
            </a:r>
          </a:p>
        </p:txBody>
      </p:sp>
      <p:sp>
        <p:nvSpPr>
          <p:cNvPr id="3822" name="TextBox 2"/>
          <p:cNvSpPr txBox="1"/>
          <p:nvPr/>
        </p:nvSpPr>
        <p:spPr>
          <a:xfrm>
            <a:off x="731519" y="1219199"/>
            <a:ext cx="7071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පාපයෙන් පිරි දුක් විදිනවුන්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වෙත විත් සහනය ලබව්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නොපමා ව එව් කැදවන බැවින්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කැමති කෙනෙක් එව් දැන්</a:t>
            </a:r>
          </a:p>
        </p:txBody>
      </p:sp>
      <p:sp>
        <p:nvSpPr>
          <p:cNvPr id="3823" name="TextBox 3"/>
          <p:cNvSpPr txBox="1"/>
          <p:nvPr/>
        </p:nvSpPr>
        <p:spPr>
          <a:xfrm>
            <a:off x="2407919" y="3962401"/>
            <a:ext cx="60045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කැමති කෙනෙක් කැමති කෙනෙක්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ජිවනේ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ගගින්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ඇවිත් තුටින්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බොව් දැන්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තුමගේ මේ හඩ අසමින්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කැමති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කෙනෙක් එව් දැන්</a:t>
            </a:r>
          </a:p>
        </p:txBody>
      </p:sp>
      <p:pic>
        <p:nvPicPr>
          <p:cNvPr id="382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6" name="TextBox 2"/>
          <p:cNvSpPr txBox="1"/>
          <p:nvPr/>
        </p:nvSpPr>
        <p:spPr>
          <a:xfrm>
            <a:off x="731519" y="990599"/>
            <a:ext cx="6918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බර උසුලා වෙහෙසෙන්නෙනි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වෙතට එනු සැණෙකිනි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තුමගේ විය උසුලමිනි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නිවාඩු ලබව් ඉතින්</a:t>
            </a:r>
          </a:p>
        </p:txBody>
      </p:sp>
      <p:sp>
        <p:nvSpPr>
          <p:cNvPr id="3827" name="TextBox 4"/>
          <p:cNvSpPr txBox="1"/>
          <p:nvPr/>
        </p:nvSpPr>
        <p:spPr>
          <a:xfrm>
            <a:off x="2407919" y="3962401"/>
            <a:ext cx="60045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කැමති කෙනෙක් කැමති කෙනෙක්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ජිවනේ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ගගින්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ඇවිත් තුටින්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බොව් දැන්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තුමගේ මේ හඩ අසමින්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කැමති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කෙනෙක් එව් දැන්</a:t>
            </a:r>
          </a:p>
        </p:txBody>
      </p:sp>
      <p:pic>
        <p:nvPicPr>
          <p:cNvPr id="382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0" name="TextBox 2"/>
          <p:cNvSpPr txBox="1"/>
          <p:nvPr/>
        </p:nvSpPr>
        <p:spPr>
          <a:xfrm>
            <a:off x="807719" y="914399"/>
            <a:ext cx="6995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බර දරන්නට සැහැල්ලු ය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විය ගහ බෝ සේ ම පහසු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ලබන පිණිස මේ ජීවනය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කැමති කෙනෙක් එව් දැන්</a:t>
            </a:r>
          </a:p>
        </p:txBody>
      </p:sp>
      <p:sp>
        <p:nvSpPr>
          <p:cNvPr id="3831" name="TextBox 3"/>
          <p:cNvSpPr txBox="1"/>
          <p:nvPr/>
        </p:nvSpPr>
        <p:spPr>
          <a:xfrm>
            <a:off x="2407919" y="3962401"/>
            <a:ext cx="60045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කැමති කෙනෙක් කැමති කෙනෙක්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ජිවනේ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ගගින්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ඇවිත් තුටින්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බොව් දැන්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තුමගේ මේ හඩ අසමින්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කැමති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කෙනෙක් එව් දැන්</a:t>
            </a:r>
          </a:p>
        </p:txBody>
      </p:sp>
      <p:pic>
        <p:nvPicPr>
          <p:cNvPr id="383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4" name="TextBox 1"/>
          <p:cNvSpPr txBox="1"/>
          <p:nvPr/>
        </p:nvSpPr>
        <p:spPr>
          <a:xfrm>
            <a:off x="350519" y="152401"/>
            <a:ext cx="12039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238</a:t>
            </a:r>
          </a:p>
        </p:txBody>
      </p:sp>
      <p:sp>
        <p:nvSpPr>
          <p:cNvPr id="3835" name="Rectangle 2"/>
          <p:cNvSpPr txBox="1"/>
          <p:nvPr/>
        </p:nvSpPr>
        <p:spPr>
          <a:xfrm>
            <a:off x="2188827" y="1071545"/>
            <a:ext cx="5052097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වෙහෙස ඇති සෑම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වෙත ළං වන්න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සහනය නිතින් 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මාගෙන් ලබා ගන්න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කමාව හා දයාව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සෙත් යුත් සැනසීම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සිත් සාමය ලබන්න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කී ය ජේසු තුම</a:t>
            </a:r>
          </a:p>
        </p:txBody>
      </p:sp>
      <p:pic>
        <p:nvPicPr>
          <p:cNvPr id="383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8" name="Rectangle 1"/>
          <p:cNvSpPr txBox="1"/>
          <p:nvPr/>
        </p:nvSpPr>
        <p:spPr>
          <a:xfrm>
            <a:off x="2260266" y="785793"/>
            <a:ext cx="519497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පෙම් යුත් දරුවෙනි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දුබල සිත්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අත තබමිනි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ලබා ගන්නට සෙත්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මුළා වී යනවුන්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අඳුරේ වෙසෙන්නන්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වෙත් විත් සැනසීම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ලබන්න මේ දැන් ම</a:t>
            </a:r>
          </a:p>
        </p:txBody>
      </p:sp>
      <p:pic>
        <p:nvPicPr>
          <p:cNvPr id="383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1" name="Rectangle 1"/>
          <p:cNvSpPr txBox="1"/>
          <p:nvPr/>
        </p:nvSpPr>
        <p:spPr>
          <a:xfrm>
            <a:off x="2260281" y="928669"/>
            <a:ext cx="5052081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විඩා වුවෙනි එන්න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බලය ලබන්න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පවට එරෙහි ව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සටන් අරඹන්න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යම් මම් පෙරටු ව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අනුව එන්න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ජයෙන් ජයට පත් ව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සොම්නස ලබන්න</a:t>
            </a:r>
          </a:p>
        </p:txBody>
      </p:sp>
      <p:pic>
        <p:nvPicPr>
          <p:cNvPr id="384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4" name="Rectangle 1"/>
          <p:cNvSpPr txBox="1"/>
          <p:nvPr/>
        </p:nvSpPr>
        <p:spPr>
          <a:xfrm>
            <a:off x="2188827" y="857231"/>
            <a:ext cx="5194957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වෙතට එනවුන්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පිළිගන්නෙමි මම්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තුම මෙ ලෙසින්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කී ය මහත් පෙමින්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අහෝ පව්කරුනි එව්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විමුක්තිය ලබව්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සිත් සමාය දෙමි මම්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හිමි කරම්</a:t>
            </a:r>
          </a:p>
        </p:txBody>
      </p:sp>
      <p:pic>
        <p:nvPicPr>
          <p:cNvPr id="384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7" name="TextBox 1"/>
          <p:cNvSpPr txBox="1"/>
          <p:nvPr/>
        </p:nvSpPr>
        <p:spPr>
          <a:xfrm>
            <a:off x="350519" y="152401"/>
            <a:ext cx="12039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239</a:t>
            </a:r>
          </a:p>
        </p:txBody>
      </p:sp>
      <p:sp>
        <p:nvSpPr>
          <p:cNvPr id="3848" name="TextBox 2"/>
          <p:cNvSpPr txBox="1"/>
          <p:nvPr/>
        </p:nvSpPr>
        <p:spPr>
          <a:xfrm>
            <a:off x="883919" y="914399"/>
            <a:ext cx="7833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වෙහෙස ද දුක් පීඩා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ඇත්තේ කාට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වෙත් විත් සෙත් ලබව් කියයි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හිමි</a:t>
            </a:r>
          </a:p>
        </p:txBody>
      </p:sp>
      <p:sp>
        <p:nvSpPr>
          <p:cNvPr id="3849" name="TextBox 3"/>
          <p:cNvSpPr txBox="1"/>
          <p:nvPr/>
        </p:nvSpPr>
        <p:spPr>
          <a:xfrm>
            <a:off x="883919" y="3657599"/>
            <a:ext cx="7833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ඇදින ගන්නට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ලකුණු ඇත්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තුවාල ඇත් අත්පාවලත්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ඇළයෙත්</a:t>
            </a:r>
          </a:p>
        </p:txBody>
      </p:sp>
      <p:pic>
        <p:nvPicPr>
          <p:cNvPr id="385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2" name="TextBox 1"/>
          <p:cNvSpPr txBox="1"/>
          <p:nvPr/>
        </p:nvSpPr>
        <p:spPr>
          <a:xfrm>
            <a:off x="960119" y="8381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රජකු ලෙස කිරුළත්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හිසේ ඇත්තේ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තිබේ සැබවින් කිරුළත්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කටුයෙන්</a:t>
            </a:r>
          </a:p>
        </p:txBody>
      </p:sp>
      <p:sp>
        <p:nvSpPr>
          <p:cNvPr id="3853" name="TextBox 2"/>
          <p:cNvSpPr txBox="1"/>
          <p:nvPr/>
        </p:nvSpPr>
        <p:spPr>
          <a:xfrm>
            <a:off x="960119" y="3581399"/>
            <a:ext cx="7680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පිළිගන්නට කිවොත්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බැහැ කියයි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 අහස හා පොළොවත්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නැත් වුනත්</a:t>
            </a:r>
          </a:p>
        </p:txBody>
      </p:sp>
      <p:pic>
        <p:nvPicPr>
          <p:cNvPr id="385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6" name="TextBox 1"/>
          <p:cNvSpPr txBox="1"/>
          <p:nvPr/>
        </p:nvSpPr>
        <p:spPr>
          <a:xfrm>
            <a:off x="807719" y="838199"/>
            <a:ext cx="7833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හිමි අනුව ගියොත්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පීඩා නැත් වේ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ලැබේ මැ යි දුක් පිඩාත් බරත්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කදුළුත්</a:t>
            </a:r>
          </a:p>
        </p:txBody>
      </p:sp>
      <p:sp>
        <p:nvSpPr>
          <p:cNvPr id="3857" name="TextBox 2"/>
          <p:cNvSpPr txBox="1"/>
          <p:nvPr/>
        </p:nvSpPr>
        <p:spPr>
          <a:xfrm>
            <a:off x="807719" y="3505199"/>
            <a:ext cx="7833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විස්වාසෙන් අග දක්වා 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කලොත් සටන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ජීවනය ලැබේ වී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ආත්මේට</a:t>
            </a:r>
          </a:p>
        </p:txBody>
      </p:sp>
      <p:pic>
        <p:nvPicPr>
          <p:cNvPr id="385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" name="TextBox 1"/>
          <p:cNvSpPr txBox="1"/>
          <p:nvPr/>
        </p:nvSpPr>
        <p:spPr>
          <a:xfrm>
            <a:off x="883919" y="685799"/>
            <a:ext cx="7376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අපට පෙර සටන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කළ සුදනෝ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කියත් එක හඩින් මහත්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ලැබේ මැ යි</a:t>
            </a:r>
          </a:p>
        </p:txBody>
      </p:sp>
      <p:pic>
        <p:nvPicPr>
          <p:cNvPr id="386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3" name="TextBox 3"/>
          <p:cNvSpPr txBox="1"/>
          <p:nvPr/>
        </p:nvSpPr>
        <p:spPr>
          <a:xfrm>
            <a:off x="579119" y="1447799"/>
            <a:ext cx="7452362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ආසිරි වැසි නොමින 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වස්වන හිමි තුමා 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ආත්ම අප තොස් කරන 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පොදක් එවන් නෑර මා නෑර මා </a:t>
            </a:r>
          </a:p>
        </p:txBody>
      </p:sp>
      <p:sp>
        <p:nvSpPr>
          <p:cNvPr id="3864" name="TextBox 4"/>
          <p:cNvSpPr txBox="1"/>
          <p:nvPr/>
        </p:nvSpPr>
        <p:spPr>
          <a:xfrm>
            <a:off x="655319" y="380999"/>
            <a:ext cx="181356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240</a:t>
            </a:r>
          </a:p>
        </p:txBody>
      </p:sp>
      <p:pic>
        <p:nvPicPr>
          <p:cNvPr id="3865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TextBox 3"/>
          <p:cNvSpPr txBox="1"/>
          <p:nvPr/>
        </p:nvSpPr>
        <p:spPr>
          <a:xfrm>
            <a:off x="579119" y="1447799"/>
            <a:ext cx="7452362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 නාරින් පියාණෙනි ඉන් 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පාපයෙන් පිරි මෙ මා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දයාව නොමින් 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වගුරන් අත් නෑර මා නෑර මා </a:t>
            </a:r>
          </a:p>
        </p:txBody>
      </p:sp>
      <p:pic>
        <p:nvPicPr>
          <p:cNvPr id="386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TextBox 1"/>
          <p:cNvSpPr txBox="1"/>
          <p:nvPr/>
        </p:nvSpPr>
        <p:spPr>
          <a:xfrm>
            <a:off x="655319" y="1371599"/>
            <a:ext cx="7680962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 නාරින් මිදුම්කරුනි 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මම් ඇලෙම් ඔබට ම 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සිටිමි දයා ලොල් සිතිනි 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කැදවන්  අත් නෑර මා නෑර මා </a:t>
            </a:r>
          </a:p>
        </p:txBody>
      </p:sp>
      <p:pic>
        <p:nvPicPr>
          <p:cNvPr id="387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3" name="TextBox 1"/>
          <p:cNvSpPr txBox="1"/>
          <p:nvPr/>
        </p:nvSpPr>
        <p:spPr>
          <a:xfrm>
            <a:off x="883919" y="1523999"/>
            <a:ext cx="7147562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 නාරින් සුද්දාත්මයෙනි 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සුව දෙන සාමිනි 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හදුන්වන්නාණෙනි 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හදුන්වන් අත් නෑර මා නෑර මා</a:t>
            </a:r>
          </a:p>
        </p:txBody>
      </p:sp>
      <p:pic>
        <p:nvPicPr>
          <p:cNvPr id="387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6" name="TextBox 1"/>
          <p:cNvSpPr txBox="1"/>
          <p:nvPr/>
        </p:nvSpPr>
        <p:spPr>
          <a:xfrm>
            <a:off x="960119" y="1523999"/>
            <a:ext cx="7223762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නොවෙනස් වේ දෙව් පෙමය 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 ලේ අමිල ය 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සුද්දත්ම දයා බලැත්  ය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 සැම අත් නෑර මා නෑර මා </a:t>
            </a:r>
          </a:p>
        </p:txBody>
      </p:sp>
      <p:pic>
        <p:nvPicPr>
          <p:cNvPr id="387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9" name="Content Placeholder 2"/>
          <p:cNvSpPr txBox="1"/>
          <p:nvPr>
            <p:ph type="body" idx="1"/>
          </p:nvPr>
        </p:nvSpPr>
        <p:spPr>
          <a:xfrm>
            <a:off x="457200" y="533401"/>
            <a:ext cx="8229600" cy="5592765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000"/>
            </a:pPr>
            <a:r>
              <a:t>241 </a:t>
            </a:r>
            <a:endParaRPr sz="4800"/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යේසුස් ආදරින්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පව්කරුන් පිළිගනියි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මුළාව යන දනන්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තමන් වෙත කැදවයි </a:t>
            </a:r>
          </a:p>
        </p:txBody>
      </p:sp>
      <p:pic>
        <p:nvPicPr>
          <p:cNvPr id="388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2" name="Content Placeholder 2"/>
          <p:cNvSpPr txBox="1"/>
          <p:nvPr>
            <p:ph type="body" idx="1"/>
          </p:nvPr>
        </p:nvSpPr>
        <p:spPr>
          <a:xfrm>
            <a:off x="457200" y="457201"/>
            <a:ext cx="8229600" cy="5668965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දන්වමු මේ සුබසුන්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කරුන් පිලිගනයි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දන්වමු සවු සතට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 පව්කරුන් මුදයි  </a:t>
            </a:r>
          </a:p>
        </p:txBody>
      </p:sp>
      <p:pic>
        <p:nvPicPr>
          <p:cNvPr id="388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5" name="Content Placeholder 2"/>
          <p:cNvSpPr txBox="1"/>
          <p:nvPr>
            <p:ph type="body" idx="1"/>
          </p:nvPr>
        </p:nvSpPr>
        <p:spPr>
          <a:xfrm>
            <a:off x="457200" y="533401"/>
            <a:ext cx="8229600" cy="5592765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එව් ලබන් නිවාඩුව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අදහන්න මේ වදන්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පාපයේ ගැලුණුවුන්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පිළිගැනෙයි නිසැකින්  </a:t>
            </a:r>
          </a:p>
        </p:txBody>
      </p:sp>
      <p:pic>
        <p:nvPicPr>
          <p:cNvPr id="388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8" name="Content Placeholder 2"/>
          <p:cNvSpPr txBox="1"/>
          <p:nvPr>
            <p:ph type="body" idx="1"/>
          </p:nvPr>
        </p:nvSpPr>
        <p:spPr>
          <a:xfrm>
            <a:off x="457200" y="533401"/>
            <a:ext cx="8229600" cy="5592765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දන්වමු මේ සුබසුන්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කරුන් පිලිගනයි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දන්වමු සවු සතට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 පව්කරුන් මුදයි  </a:t>
            </a:r>
          </a:p>
        </p:txBody>
      </p:sp>
      <p:pic>
        <p:nvPicPr>
          <p:cNvPr id="388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" name="Content Placeholder 2"/>
          <p:cNvSpPr txBox="1"/>
          <p:nvPr>
            <p:ph type="body" idx="1"/>
          </p:nvPr>
        </p:nvSpPr>
        <p:spPr>
          <a:xfrm>
            <a:off x="457200" y="533401"/>
            <a:ext cx="8229600" cy="5592765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බියක් නොමැත් මට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මිදුණෙමි දඩුවමින්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සෝදා මා හිමි ලෙයින්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තුරන් කරයි පව් මලින් </a:t>
            </a:r>
          </a:p>
        </p:txBody>
      </p:sp>
      <p:pic>
        <p:nvPicPr>
          <p:cNvPr id="389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4" name="Content Placeholder 2"/>
          <p:cNvSpPr txBox="1"/>
          <p:nvPr>
            <p:ph type="body" idx="1"/>
          </p:nvPr>
        </p:nvSpPr>
        <p:spPr>
          <a:xfrm>
            <a:off x="457200" y="457201"/>
            <a:ext cx="8229600" cy="5668965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දන්වමු මේ සුබසුන්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කරුන් පිලිගනයි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දන්වමු සවු සතට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 පව්කරුන් මුදයි  </a:t>
            </a:r>
          </a:p>
        </p:txBody>
      </p:sp>
      <p:pic>
        <p:nvPicPr>
          <p:cNvPr id="389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7" name="Content Placeholder 2"/>
          <p:cNvSpPr txBox="1"/>
          <p:nvPr>
            <p:ph type="body" idx="1"/>
          </p:nvPr>
        </p:nvSpPr>
        <p:spPr>
          <a:xfrm>
            <a:off x="457200" y="533401"/>
            <a:ext cx="8229600" cy="5592765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පාපී මෙමා පිළිගත්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 බෝ කුළුනැත්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 කවරකු වුවත්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පිළිගනී සැක නැත්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</a:pPr>
          </a:p>
          <a:p>
            <a:pPr marL="0" indent="0">
              <a:buSzTx/>
              <a:buFont typeface="Wingdings 3"/>
              <a:buNone/>
            </a:pPr>
            <a:r>
              <a:t>					</a:t>
            </a:r>
          </a:p>
          <a:p>
            <a:pPr marL="0" indent="0">
              <a:buSzTx/>
              <a:buFont typeface="Wingdings 3"/>
              <a:buNone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	                  	ඊ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එෆ්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බෙවන් 				පරිවර්තනය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ජේ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එස්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එස්</a:t>
            </a:r>
            <a:r>
              <a:t>.   </a:t>
            </a:r>
          </a:p>
        </p:txBody>
      </p:sp>
      <p:pic>
        <p:nvPicPr>
          <p:cNvPr id="389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0" name="TextBox 1"/>
          <p:cNvSpPr txBox="1"/>
          <p:nvPr/>
        </p:nvSpPr>
        <p:spPr>
          <a:xfrm>
            <a:off x="502919" y="457201"/>
            <a:ext cx="14325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242</a:t>
            </a:r>
          </a:p>
        </p:txBody>
      </p:sp>
      <p:sp>
        <p:nvSpPr>
          <p:cNvPr id="3901" name="TextBox 2"/>
          <p:cNvSpPr txBox="1"/>
          <p:nvPr/>
        </p:nvSpPr>
        <p:spPr>
          <a:xfrm>
            <a:off x="807719" y="1130424"/>
            <a:ext cx="7985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 මැරුණ  සමිදුන් දෙස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බැලුවොත් සුව පත් වෙයි සැණෙන්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පව් කරුනේ ඇදහිල්ලෙන් බලන්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නිසා මල එතුමන්</a:t>
            </a:r>
          </a:p>
        </p:txBody>
      </p:sp>
      <p:sp>
        <p:nvSpPr>
          <p:cNvPr id="3902" name="TextBox 3"/>
          <p:cNvSpPr txBox="1"/>
          <p:nvPr/>
        </p:nvSpPr>
        <p:spPr>
          <a:xfrm>
            <a:off x="2744095" y="4359026"/>
            <a:ext cx="5775961" cy="1830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මේ දැන් බලන්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 මැරුණ  සමිදුන් දෙස දැන්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බැලුවොත් සුව පත් වෙයි සැණෙන්</a:t>
            </a:r>
          </a:p>
        </p:txBody>
      </p:sp>
      <p:pic>
        <p:nvPicPr>
          <p:cNvPr id="390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5" name="TextBox 1"/>
          <p:cNvSpPr txBox="1"/>
          <p:nvPr/>
        </p:nvSpPr>
        <p:spPr>
          <a:xfrm>
            <a:off x="2744095" y="4359026"/>
            <a:ext cx="5775961" cy="1830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මේ දැන් බලන්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 මැරුණ  සමිදුන් දෙස දැන්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බැලුවොත් සුව පත් වෙයි සැණෙන්</a:t>
            </a:r>
          </a:p>
        </p:txBody>
      </p:sp>
      <p:sp>
        <p:nvSpPr>
          <p:cNvPr id="3906" name="TextBox 2"/>
          <p:cNvSpPr txBox="1"/>
          <p:nvPr/>
        </p:nvSpPr>
        <p:spPr>
          <a:xfrm>
            <a:off x="731519" y="609599"/>
            <a:ext cx="7452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ඇයි අනේ එතුමා එ ලෙස දුක් වින්දේ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ඔබේ පව් උදෙසා නො වේ නම්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ඇයි ඒ ඇලයෙන් ලේ ගගක් ගැලුවේ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ඉන් පලක් නැති නම් </a:t>
            </a:r>
          </a:p>
        </p:txBody>
      </p:sp>
      <p:pic>
        <p:nvPicPr>
          <p:cNvPr id="390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9" name="TextBox 1"/>
          <p:cNvSpPr txBox="1"/>
          <p:nvPr/>
        </p:nvSpPr>
        <p:spPr>
          <a:xfrm>
            <a:off x="2744095" y="4359026"/>
            <a:ext cx="5775961" cy="1830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මේ දැන් බලන්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 මැරුණ  සමිදුන් දෙස දැන්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බැලුවොත් සුව පත් වෙයි සැණෙන්</a:t>
            </a:r>
          </a:p>
        </p:txBody>
      </p:sp>
      <p:sp>
        <p:nvSpPr>
          <p:cNvPr id="3910" name="TextBox 2"/>
          <p:cNvSpPr txBox="1"/>
          <p:nvPr/>
        </p:nvSpPr>
        <p:spPr>
          <a:xfrm>
            <a:off x="807719" y="761999"/>
            <a:ext cx="7299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ඔබේ කදුළුත් අයැදිමත් නො වේ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පිහිටක් ගෙන දෙන්නේ සොදා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හිමිගේ අනගි ලේ නිසා ම ය  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සරණ නොයන්නේ ඇයි අද</a:t>
            </a:r>
          </a:p>
        </p:txBody>
      </p:sp>
      <p:pic>
        <p:nvPicPr>
          <p:cNvPr id="391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3" name="TextBox 1"/>
          <p:cNvSpPr txBox="1"/>
          <p:nvPr/>
        </p:nvSpPr>
        <p:spPr>
          <a:xfrm>
            <a:off x="2744095" y="4359026"/>
            <a:ext cx="5775961" cy="1830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මේ දැන් බලන්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 මැරුණ  සමිදුන් දෙස දැන්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බැලුවොත් සුව පත් වෙයි සැණෙන්</a:t>
            </a:r>
          </a:p>
        </p:txBody>
      </p:sp>
      <p:sp>
        <p:nvSpPr>
          <p:cNvPr id="3914" name="TextBox 2"/>
          <p:cNvSpPr txBox="1"/>
          <p:nvPr/>
        </p:nvSpPr>
        <p:spPr>
          <a:xfrm>
            <a:off x="807719" y="685799"/>
            <a:ext cx="7299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නිසා සැක සිත් දුර ලා දැන් වරෙන්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ළත වෙයි අහෝ නො සිටින්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මැරුණු සමිදුන් දෙස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බැලුවොත් සුව පත් වෙයි සැනෙන් </a:t>
            </a:r>
          </a:p>
        </p:txBody>
      </p:sp>
      <p:pic>
        <p:nvPicPr>
          <p:cNvPr id="391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7" name="Rectangle 1"/>
          <p:cNvSpPr txBox="1"/>
          <p:nvPr/>
        </p:nvSpPr>
        <p:spPr>
          <a:xfrm>
            <a:off x="1874519" y="807488"/>
            <a:ext cx="6614162" cy="498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අනේ ජේසුස් පිටතින්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4400">
                <a:solidFill>
                  <a:srgbClr val="FFFFFF"/>
                </a:solidFill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සිටියි දොර ළගින්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4400">
                <a:solidFill>
                  <a:srgbClr val="FFFFFF"/>
                </a:solidFill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ඇතුළු වෙන්නට දැන්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4400">
                <a:solidFill>
                  <a:srgbClr val="FFFFFF"/>
                </a:solidFill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බලා ඉවසිල්ලෙන්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4400">
                <a:solidFill>
                  <a:srgbClr val="FFFFFF"/>
                </a:solidFill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පෙම්වත් සොහොයුරෙනි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4400">
                <a:solidFill>
                  <a:srgbClr val="FFFFFF"/>
                </a:solidFill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සමිදුට දොර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4400">
                <a:solidFill>
                  <a:srgbClr val="FFFFFF"/>
                </a:solidFill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නෑරියොත් විගසිනි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4400">
                <a:solidFill>
                  <a:srgbClr val="FFFFFF"/>
                </a:solidFill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දුකක් වේ ය තිර</a:t>
            </a:r>
            <a:r>
              <a:t> </a:t>
            </a:r>
          </a:p>
        </p:txBody>
      </p:sp>
      <p:sp>
        <p:nvSpPr>
          <p:cNvPr id="3918" name="TextBox 2"/>
          <p:cNvSpPr txBox="1"/>
          <p:nvPr/>
        </p:nvSpPr>
        <p:spPr>
          <a:xfrm>
            <a:off x="426719" y="304799"/>
            <a:ext cx="219456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243</a:t>
            </a:r>
          </a:p>
        </p:txBody>
      </p:sp>
      <p:pic>
        <p:nvPicPr>
          <p:cNvPr id="391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" name="Rectangle 3"/>
          <p:cNvSpPr txBox="1"/>
          <p:nvPr/>
        </p:nvSpPr>
        <p:spPr>
          <a:xfrm>
            <a:off x="1874519" y="-11227"/>
            <a:ext cx="6614162" cy="6624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ජේසුස් හිමි අයදියි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සුමුදු වදනින්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දිවි දුන්නේ ඔබ නිසයි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දොර නාරින්නේ කිමි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අනේ ලජ්ජා වෙමින් මම්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හරිම් දොර දැන්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ජේසුස්නි ඇතුළු වන්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තවත් පිට නො යන්</a:t>
            </a:r>
          </a:p>
        </p:txBody>
      </p:sp>
      <p:pic>
        <p:nvPicPr>
          <p:cNvPr id="392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4" name="Rectangle 1"/>
          <p:cNvSpPr txBox="1"/>
          <p:nvPr/>
        </p:nvSpPr>
        <p:spPr>
          <a:xfrm>
            <a:off x="1569719" y="835627"/>
            <a:ext cx="6614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මග ඔබ   ඔබ කෙරෙන්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පමණක් ය මිදුම්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වෙත පිය තුම ගමන්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නො වේ අන් මගකින්</a:t>
            </a:r>
          </a:p>
        </p:txBody>
      </p:sp>
      <p:sp>
        <p:nvSpPr>
          <p:cNvPr id="3925" name="TextBox 2"/>
          <p:cNvSpPr txBox="1"/>
          <p:nvPr/>
        </p:nvSpPr>
        <p:spPr>
          <a:xfrm>
            <a:off x="426719" y="304799"/>
            <a:ext cx="219456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24</a:t>
            </a:r>
            <a:r>
              <a:t>4</a:t>
            </a:r>
          </a:p>
        </p:txBody>
      </p:sp>
      <p:sp>
        <p:nvSpPr>
          <p:cNvPr id="3926" name="Rectangle 3"/>
          <p:cNvSpPr txBox="1"/>
          <p:nvPr/>
        </p:nvSpPr>
        <p:spPr>
          <a:xfrm>
            <a:off x="3169920" y="3524951"/>
            <a:ext cx="570424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සත්ත ඔබ   ඔබ දහම්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ඇත්ත දක්වයි යෙහෙන්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තිත්ත </a:t>
            </a:r>
            <a:r>
              <a:rPr u="none"/>
              <a:t>දිවි පළ කැරුම්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ඇත්තේ පමණක් ඉන්</a:t>
            </a:r>
          </a:p>
        </p:txBody>
      </p:sp>
      <p:pic>
        <p:nvPicPr>
          <p:cNvPr id="392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9" name="Rectangle 1"/>
          <p:cNvSpPr txBox="1"/>
          <p:nvPr/>
        </p:nvSpPr>
        <p:spPr>
          <a:xfrm>
            <a:off x="1569719" y="835627"/>
            <a:ext cx="6614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නිත් දිවි ඔබ   ඔබ තෙදින්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නැංගේ ය සොහොනින්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සදා ජීවනය ඔබෙන්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ලැබෙන්නේ නියතින් </a:t>
            </a:r>
          </a:p>
        </p:txBody>
      </p:sp>
      <p:sp>
        <p:nvSpPr>
          <p:cNvPr id="3930" name="Rectangle 2"/>
          <p:cNvSpPr txBox="1"/>
          <p:nvPr/>
        </p:nvSpPr>
        <p:spPr>
          <a:xfrm>
            <a:off x="3169920" y="3524951"/>
            <a:ext cx="570424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මග ඔබ   සත්ත ඔබ යි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නිත් දිවි ද ඔබ වෙයි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එන්ට ඔබ වෙත බැතින්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සාමිනි වරම් දෙන්</a:t>
            </a:r>
          </a:p>
        </p:txBody>
      </p:sp>
      <p:pic>
        <p:nvPicPr>
          <p:cNvPr id="393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3" name="Rectangle 1"/>
          <p:cNvSpPr txBox="1"/>
          <p:nvPr/>
        </p:nvSpPr>
        <p:spPr>
          <a:xfrm>
            <a:off x="1874519" y="791638"/>
            <a:ext cx="5318762" cy="5019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                             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.e,jSfus  yvefihs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.S k.js .S k.js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fcaiqia mjs lreka uqohs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.S k.js .S k.js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.e,jSfus mqj;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wK f,i ¥ka ysus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/f.k hjs i;a fj;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.S k.js .S k.js</a:t>
            </a:r>
          </a:p>
        </p:txBody>
      </p:sp>
      <p:sp>
        <p:nvSpPr>
          <p:cNvPr id="3934" name="TextBox 4"/>
          <p:cNvSpPr txBox="1"/>
          <p:nvPr/>
        </p:nvSpPr>
        <p:spPr>
          <a:xfrm>
            <a:off x="426719" y="304799"/>
            <a:ext cx="219456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245</a:t>
            </a:r>
          </a:p>
        </p:txBody>
      </p:sp>
      <p:pic>
        <p:nvPicPr>
          <p:cNvPr id="393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7" name="Rectangle 2"/>
          <p:cNvSpPr txBox="1"/>
          <p:nvPr/>
        </p:nvSpPr>
        <p:spPr>
          <a:xfrm>
            <a:off x="2579934" y="946439"/>
            <a:ext cx="3535150" cy="446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 algn="ctr">
              <a:tabLst>
                <a:tab pos="228600" algn="l"/>
                <a:tab pos="685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m;=rjs rgska rg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tabLst>
                <a:tab pos="228600" algn="l"/>
                <a:tab pos="685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.S k.js .S k.js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tabLst>
                <a:tab pos="228600" algn="l"/>
                <a:tab pos="685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usoSu mjsgqkag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tabLst>
                <a:tab pos="228600" algn="l"/>
                <a:tab pos="685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.S k.js .S k.js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tabLst>
                <a:tab pos="228600" algn="l"/>
                <a:tab pos="685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ko fojs fldfojs ieu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tabLst>
                <a:tab pos="228600" algn="l"/>
                <a:tab pos="685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uqyq¥;a tla j .hjs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tabLst>
                <a:tab pos="228600" algn="l"/>
                <a:tab pos="685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.,jhs fcaiqia ;=u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tabLst>
                <a:tab pos="228600" algn="l"/>
                <a:tab pos="685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.S k.js .S k.js</a:t>
            </a:r>
          </a:p>
        </p:txBody>
      </p:sp>
      <p:pic>
        <p:nvPicPr>
          <p:cNvPr id="393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0" name="Rectangle 1"/>
          <p:cNvSpPr txBox="1"/>
          <p:nvPr/>
        </p:nvSpPr>
        <p:spPr>
          <a:xfrm>
            <a:off x="2069354" y="1040417"/>
            <a:ext cx="4856298" cy="49786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 algn="ctr">
              <a:tabLst>
                <a:tab pos="228600" algn="l"/>
                <a:tab pos="685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lror ueo oS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tabLst>
                <a:tab pos="228600" algn="l"/>
                <a:tab pos="685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.S k.js .S k.js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tabLst>
                <a:tab pos="228600" algn="l"/>
                <a:tab pos="685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urK fudfydf;a oS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tabLst>
                <a:tab pos="228600" algn="l"/>
                <a:tab pos="685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.S k.js .S k.js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tabLst>
                <a:tab pos="228600" algn="l"/>
                <a:tab pos="685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fcaiqia osjs mqod cfhka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tabLst>
                <a:tab pos="228600" algn="l"/>
                <a:tab pos="685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fidfydkska ke.sgs nejs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tabLst>
                <a:tab pos="228600" algn="l"/>
                <a:tab pos="685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mjijs Wiia yvska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tabLst>
                <a:tab pos="228600" algn="l"/>
                <a:tab pos="685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.S k.js .S k.js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4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3" name="Rectangle 1"/>
          <p:cNvSpPr txBox="1"/>
          <p:nvPr/>
        </p:nvSpPr>
        <p:spPr>
          <a:xfrm>
            <a:off x="2292374" y="811817"/>
            <a:ext cx="4703153" cy="49786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 algn="ctr">
              <a:tabLst>
                <a:tab pos="2286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iq&lt;.ska hjjs mqj;a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tabLst>
                <a:tab pos="2286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.S k.js .S k.js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tabLst>
                <a:tab pos="2286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fcaiqiaf.a us¥us uy;a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tabLst>
                <a:tab pos="2286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.S k.js .S k.js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tabLst>
                <a:tab pos="2286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us, TskE kE lsis;a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tabLst>
                <a:tab pos="2286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fiaoS hdjS iEu mjs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tabLst>
                <a:tab pos="2286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fus wfma .S fjhs fi;a ,;a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tabLst>
                <a:tab pos="2286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.S k.js .S k.js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4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6" name="TextBox 3"/>
          <p:cNvSpPr txBox="1"/>
          <p:nvPr/>
        </p:nvSpPr>
        <p:spPr>
          <a:xfrm>
            <a:off x="426719" y="381002"/>
            <a:ext cx="975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246</a:t>
            </a:r>
          </a:p>
        </p:txBody>
      </p:sp>
      <p:sp>
        <p:nvSpPr>
          <p:cNvPr id="3947" name="TextBox 4"/>
          <p:cNvSpPr txBox="1"/>
          <p:nvPr/>
        </p:nvSpPr>
        <p:spPr>
          <a:xfrm>
            <a:off x="1264919" y="1447799"/>
            <a:ext cx="69189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වෙන් වූ බැටළු වෙමි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මං මුළා වී ගියෙමි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අදුරු වූ රැයේ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ගන අරනයේ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 ඔබට ඒ නමුත්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 වී ය මා සිහි පත්</a:t>
            </a:r>
          </a:p>
        </p:txBody>
      </p:sp>
      <p:pic>
        <p:nvPicPr>
          <p:cNvPr id="3948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0" name="TextBox 1"/>
          <p:cNvSpPr txBox="1"/>
          <p:nvPr/>
        </p:nvSpPr>
        <p:spPr>
          <a:xfrm>
            <a:off x="1264919" y="1447799"/>
            <a:ext cx="69189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බොහෝ දුර ගියෙමි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සොයා නිල් තණ බිම්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ටිකෙන් ටික ගාලෙන්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ගියෙමි බෝ ඈත් වෙමින්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 ඔබට ඒ නමුත්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 වී ය මා සිහි පත්</a:t>
            </a:r>
          </a:p>
        </p:txBody>
      </p:sp>
      <p:pic>
        <p:nvPicPr>
          <p:cNvPr id="395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3" name="TextBox 1"/>
          <p:cNvSpPr txBox="1"/>
          <p:nvPr/>
        </p:nvSpPr>
        <p:spPr>
          <a:xfrm>
            <a:off x="1264919" y="1447799"/>
            <a:ext cx="69189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අදුරු පැයෙක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වෙහෙස හා දුක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විදිමින් අනෙක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සොයා ආවේ ඔබ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 අත් පා මා උදෙසා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 ලේ පුදයි වෙසෙසා</a:t>
            </a:r>
          </a:p>
        </p:txBody>
      </p:sp>
      <p:pic>
        <p:nvPicPr>
          <p:cNvPr id="395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6" name="TextBox 1"/>
          <p:cNvSpPr txBox="1"/>
          <p:nvPr/>
        </p:nvSpPr>
        <p:spPr>
          <a:xfrm>
            <a:off x="1264919" y="1447799"/>
            <a:ext cx="69189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නව වැනි පැය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ගන</a:t>
            </a:r>
            <a:r>
              <a:t>’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දුර තිබෙයි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මුළා වූ විශ්වය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නිසා හදක් පැලෙයි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 ජේසුස් පෙමින් පිරි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 නැගියේ කල්වරි</a:t>
            </a:r>
          </a:p>
        </p:txBody>
      </p:sp>
      <p:pic>
        <p:nvPicPr>
          <p:cNvPr id="395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9" name="TextBox 1"/>
          <p:cNvSpPr txBox="1"/>
          <p:nvPr/>
        </p:nvSpPr>
        <p:spPr>
          <a:xfrm>
            <a:off x="1264919" y="1447799"/>
            <a:ext cx="69189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 පා හා සිරසේ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ලේ දාරා වැගිරේ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නිසා කුරුසේ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දිව් දි නැසේ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 උණු වේ ද මා</a:t>
            </a:r>
            <a:r>
              <a:t>’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සිත්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 ගැන ඔබ දෙවි පුත්</a:t>
            </a:r>
          </a:p>
        </p:txBody>
      </p:sp>
      <p:pic>
        <p:nvPicPr>
          <p:cNvPr id="396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" name="TextBox 1"/>
          <p:cNvSpPr txBox="1"/>
          <p:nvPr/>
        </p:nvSpPr>
        <p:spPr>
          <a:xfrm>
            <a:off x="1264919" y="1447799"/>
            <a:ext cx="69189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අනු නවයක් උන්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ගාලේ සිටියා 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උන්ට වැඩියෙන්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අගේ 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 ජේසුස් ඔබ මගේ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 යාපත් එඩේරා වේ</a:t>
            </a:r>
          </a:p>
        </p:txBody>
      </p:sp>
      <p:pic>
        <p:nvPicPr>
          <p:cNvPr id="396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5" name="TextBox 1"/>
          <p:cNvSpPr txBox="1"/>
          <p:nvPr/>
        </p:nvSpPr>
        <p:spPr>
          <a:xfrm>
            <a:off x="807719" y="533399"/>
            <a:ext cx="143256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247</a:t>
            </a:r>
          </a:p>
        </p:txBody>
      </p:sp>
      <p:sp>
        <p:nvSpPr>
          <p:cNvPr id="3966" name="TextBox 2"/>
          <p:cNvSpPr txBox="1"/>
          <p:nvPr/>
        </p:nvSpPr>
        <p:spPr>
          <a:xfrm>
            <a:off x="883919" y="1371599"/>
            <a:ext cx="70713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එකුන් සියයක් උන් රළේ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සුරැකි සැප සේ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එහෙත් එකෙක් පිට වී ගියේ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ඈත් වී ගාලේ දොරින්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කැලෑ කදු හෙල් අතරේ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බැල්මෙන් වෙන් වී එඩේරාගේ </a:t>
            </a:r>
          </a:p>
        </p:txBody>
      </p:sp>
      <p:pic>
        <p:nvPicPr>
          <p:cNvPr id="396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9" name="TextBox 2"/>
          <p:cNvSpPr txBox="1"/>
          <p:nvPr/>
        </p:nvSpPr>
        <p:spPr>
          <a:xfrm>
            <a:off x="883919" y="1219199"/>
            <a:ext cx="74523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එකුන් සියයක් මෙහි වෙත්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සාමිනි මදි ද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 ඈත්වූ  මගේ බැටළු පොව්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ඕනෑ සොයා ගන්ට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බොහො අමාරු මුත්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සොයා යමි වනයට</a:t>
            </a:r>
          </a:p>
        </p:txBody>
      </p:sp>
      <p:pic>
        <p:nvPicPr>
          <p:cNvPr id="397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2" name="TextBox 1"/>
          <p:cNvSpPr txBox="1"/>
          <p:nvPr/>
        </p:nvSpPr>
        <p:spPr>
          <a:xfrm>
            <a:off x="960119" y="1066799"/>
            <a:ext cx="70713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 කිසිවෙක් මිදුම් ලද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දත් හිමි විදි දේ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එදා රැ ගැබුරු ජලයන්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පසු කල හැටි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නිකිමි හඩක් ඉතා සිහින්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උගෙන් නසින්ට ළං වී හුන් </a:t>
            </a:r>
          </a:p>
        </p:txBody>
      </p:sp>
      <p:pic>
        <p:nvPicPr>
          <p:cNvPr id="397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5" name="TextBox 1"/>
          <p:cNvSpPr txBox="1"/>
          <p:nvPr/>
        </p:nvSpPr>
        <p:spPr>
          <a:xfrm>
            <a:off x="883919" y="1066799"/>
            <a:ext cx="72999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ස්වාමිනි ඔබගේ මග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ලේ බින්දු කොයින් ද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මුළා වී ගිය ඒ පොව් නිසා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වැගිරී ලෙය 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ඔය තුවාල කොයින් ද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කටු ඇණි එසේ වුණේ </a:t>
            </a:r>
          </a:p>
        </p:txBody>
      </p:sp>
      <p:pic>
        <p:nvPicPr>
          <p:cNvPr id="397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8" name="TextBox 2"/>
          <p:cNvSpPr txBox="1"/>
          <p:nvPr/>
        </p:nvSpPr>
        <p:spPr>
          <a:xfrm>
            <a:off x="1112519" y="1219199"/>
            <a:ext cx="64617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කදු හෙල්හි ගිගුම් දෙමින්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නැංගේ ජය හඩක්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සොයා ගතිමි මුළා වුණු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බැටළුවා මගේ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ප්‍රීති වව් මා හා සමග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නැති වූ බැටළු මෙන්න</a:t>
            </a:r>
          </a:p>
        </p:txBody>
      </p:sp>
      <p:pic>
        <p:nvPicPr>
          <p:cNvPr id="397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1" name="TextBox 1"/>
          <p:cNvSpPr txBox="1"/>
          <p:nvPr/>
        </p:nvSpPr>
        <p:spPr>
          <a:xfrm>
            <a:off x="579119" y="457201"/>
            <a:ext cx="15849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24</a:t>
            </a:r>
            <a:r>
              <a:t>8</a:t>
            </a:r>
          </a:p>
        </p:txBody>
      </p:sp>
      <p:sp>
        <p:nvSpPr>
          <p:cNvPr id="3982" name="TextBox 2"/>
          <p:cNvSpPr txBox="1"/>
          <p:nvPr/>
        </p:nvSpPr>
        <p:spPr>
          <a:xfrm>
            <a:off x="1417319" y="997329"/>
            <a:ext cx="7452362" cy="4815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 පුවත පවසන්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උතුම් දෙවි ලෝ ගැන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තෙදින් යුතු වූ නොමින්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ජේසුස්ගේ පෙම් ගැන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පුවත පවසන් දැන්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බිලිදකුට මෙන්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දුබල අසරණ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මට කුළුණෙන</a:t>
            </a:r>
          </a:p>
        </p:txBody>
      </p:sp>
      <p:sp>
        <p:nvSpPr>
          <p:cNvPr id="3983" name="TextBox 3"/>
          <p:cNvSpPr txBox="1"/>
          <p:nvPr/>
        </p:nvSpPr>
        <p:spPr>
          <a:xfrm>
            <a:off x="4465319" y="5105400"/>
            <a:ext cx="42519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 පුවත් පවසන්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ජේසුස්ගේ පෙම ගැන</a:t>
            </a:r>
          </a:p>
        </p:txBody>
      </p:sp>
      <p:pic>
        <p:nvPicPr>
          <p:cNvPr id="398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6" name="TextBox 1"/>
          <p:cNvSpPr txBox="1"/>
          <p:nvPr/>
        </p:nvSpPr>
        <p:spPr>
          <a:xfrm>
            <a:off x="1417319" y="997329"/>
            <a:ext cx="7452362" cy="4815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පවසන් එය සෙමෙන්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තුමන් ලෝ සත්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මුදාලු හැටි පවින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 ගන්ට මටත්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පුවත පවසන් දැන්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නොයෙක් වර පෙමින්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 තුළ නිතින්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රදන මෙන් සොදින්</a:t>
            </a:r>
          </a:p>
        </p:txBody>
      </p:sp>
      <p:sp>
        <p:nvSpPr>
          <p:cNvPr id="3987" name="TextBox 2"/>
          <p:cNvSpPr txBox="1"/>
          <p:nvPr/>
        </p:nvSpPr>
        <p:spPr>
          <a:xfrm>
            <a:off x="4465319" y="5105400"/>
            <a:ext cx="42519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 පුවත් පවසන්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ජේසුස්ගේ පෙම ගැන</a:t>
            </a:r>
          </a:p>
        </p:txBody>
      </p:sp>
      <p:pic>
        <p:nvPicPr>
          <p:cNvPr id="398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0" name="TextBox 1"/>
          <p:cNvSpPr txBox="1"/>
          <p:nvPr/>
        </p:nvSpPr>
        <p:spPr>
          <a:xfrm>
            <a:off x="1417319" y="997329"/>
            <a:ext cx="7452362" cy="4815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 පුවත පවසන්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මහත් සන්සුන් බවින්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මුදන්ට ජේසුස් සැපත්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කරුවෙකි මම්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නිත් ඒ පුවත් පවසන්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මට දයාවෙන්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විපත් මැද නොමින්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සැනසුම් දෙන මෙන්  </a:t>
            </a:r>
          </a:p>
        </p:txBody>
      </p:sp>
      <p:sp>
        <p:nvSpPr>
          <p:cNvPr id="3991" name="TextBox 2"/>
          <p:cNvSpPr txBox="1"/>
          <p:nvPr/>
        </p:nvSpPr>
        <p:spPr>
          <a:xfrm>
            <a:off x="4465319" y="5105400"/>
            <a:ext cx="42519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 පුවත් පවසන්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ජේසුස්ගේ පෙම ගැන</a:t>
            </a:r>
          </a:p>
        </p:txBody>
      </p:sp>
      <p:pic>
        <p:nvPicPr>
          <p:cNvPr id="399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" name="TextBox 2"/>
          <p:cNvSpPr txBox="1"/>
          <p:nvPr/>
        </p:nvSpPr>
        <p:spPr>
          <a:xfrm>
            <a:off x="1417319" y="997329"/>
            <a:ext cx="7452362" cy="4815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 පුවත පවසන්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පෙළෙත්ම සිත් බියෙන්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පලක් නැත් මේ ලෝ දෙයින්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මට වෙහෙසෙයි ඉන්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ආත්මය ලෙවි ඇල්මෙන්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ගිලෙත්ම අදුරේ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 පුවත් පවසන්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 සුව කෙරේ</a:t>
            </a:r>
          </a:p>
        </p:txBody>
      </p:sp>
      <p:sp>
        <p:nvSpPr>
          <p:cNvPr id="3995" name="TextBox 3"/>
          <p:cNvSpPr txBox="1"/>
          <p:nvPr/>
        </p:nvSpPr>
        <p:spPr>
          <a:xfrm>
            <a:off x="4465319" y="5105400"/>
            <a:ext cx="42519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 පුවත් පවසන්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ජේසුස්ගේ පෙම ගැන</a:t>
            </a:r>
          </a:p>
        </p:txBody>
      </p:sp>
      <p:pic>
        <p:nvPicPr>
          <p:cNvPr id="399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8" name="TextBox 1"/>
          <p:cNvSpPr txBox="1"/>
          <p:nvPr/>
        </p:nvSpPr>
        <p:spPr>
          <a:xfrm>
            <a:off x="579119" y="457201"/>
            <a:ext cx="15849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249</a:t>
            </a:r>
          </a:p>
        </p:txBody>
      </p:sp>
      <p:sp>
        <p:nvSpPr>
          <p:cNvPr id="3999" name="TextBox 2"/>
          <p:cNvSpPr txBox="1"/>
          <p:nvPr/>
        </p:nvSpPr>
        <p:spPr>
          <a:xfrm>
            <a:off x="1417319" y="1295399"/>
            <a:ext cx="74523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සිත් පතුලෙන්  නගින යැදුම්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 දෙවි තුම් අසයි පෙමින්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අදහස ඉටු වන්නේ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තුටු දෙය හිමි දෙන්නේ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සගයේ මෙන් ඔබ අබිලස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සදහට වේ වා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ආමෙන්</a:t>
            </a:r>
          </a:p>
        </p:txBody>
      </p:sp>
      <p:pic>
        <p:nvPicPr>
          <p:cNvPr id="400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2" name="TextBox 1"/>
          <p:cNvSpPr txBox="1"/>
          <p:nvPr/>
        </p:nvSpPr>
        <p:spPr>
          <a:xfrm>
            <a:off x="1264919" y="1295399"/>
            <a:ext cx="74523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 බැතියෙන් වදිමු මෙ දැන්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පිත් දෙවිගෙන් ලැබුණ වරම්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සිහි කර තුති පසස් දෙමින්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සෙන් අප හා පසසත්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උසස් තැනේ වසන හිමිට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පැසසුම් වේ වා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ආමෙන්</a:t>
            </a:r>
          </a:p>
        </p:txBody>
      </p:sp>
      <p:pic>
        <p:nvPicPr>
          <p:cNvPr id="400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5" name="TextBox 1"/>
          <p:cNvSpPr txBox="1"/>
          <p:nvPr/>
        </p:nvSpPr>
        <p:spPr>
          <a:xfrm>
            <a:off x="1188719" y="1371599"/>
            <a:ext cx="79095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පව් ගැන පිය දෙවි හට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නීති දුක් දෙන බව සිහි කර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තැවෙමු දුකින් සැම පව් ගැන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ලැබිණි කමා හිමි කුළුණින්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 දෙවි කරුණාව පතා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අයදිමු සැම දා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ආමෙන්</a:t>
            </a:r>
          </a:p>
        </p:txBody>
      </p:sp>
      <p:pic>
        <p:nvPicPr>
          <p:cNvPr id="400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8" name="TextBox 2"/>
          <p:cNvSpPr txBox="1"/>
          <p:nvPr/>
        </p:nvSpPr>
        <p:spPr>
          <a:xfrm>
            <a:off x="1188719" y="1219199"/>
            <a:ext cx="72237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තැළුණ බිදුණ යටත් සිතක්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දුරු නො කරයි දෙවිදු පෙමැත්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අලුත් සිතක් මවමින්නේ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නවතම කෙනකු කෙළේ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උසස් තැනේ වසන හිමිට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පැසසුම් වේ වා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ආමෙන්</a:t>
            </a:r>
          </a:p>
        </p:txBody>
      </p:sp>
      <p:pic>
        <p:nvPicPr>
          <p:cNvPr id="400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1" name="TextBox 1"/>
          <p:cNvSpPr txBox="1"/>
          <p:nvPr/>
        </p:nvSpPr>
        <p:spPr>
          <a:xfrm>
            <a:off x="579119" y="457201"/>
            <a:ext cx="15849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250</a:t>
            </a:r>
          </a:p>
        </p:txBody>
      </p:sp>
      <p:sp>
        <p:nvSpPr>
          <p:cNvPr id="4012" name="TextBox 2"/>
          <p:cNvSpPr txBox="1"/>
          <p:nvPr/>
        </p:nvSpPr>
        <p:spPr>
          <a:xfrm>
            <a:off x="1264919" y="2667000"/>
            <a:ext cx="7452362" cy="3399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ඔබේ කුළුණු ගුණය විදා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අපමණ මෙත් සිලිල යොදා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මගෙ පව් මල හැර සෝදා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කමා කළ මැනේ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කමා කළ මැනේ</a:t>
            </a:r>
          </a:p>
        </p:txBody>
      </p:sp>
      <p:sp>
        <p:nvSpPr>
          <p:cNvPr id="4013" name="TextBox 3"/>
          <p:cNvSpPr txBox="1"/>
          <p:nvPr/>
        </p:nvSpPr>
        <p:spPr>
          <a:xfrm>
            <a:off x="2255519" y="609601"/>
            <a:ext cx="5318762" cy="1646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කමා කළ මැනේ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සමිදුනි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කමා කළ මැනේ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මගෙ පව්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කමා කළ මැනේ</a:t>
            </a:r>
          </a:p>
        </p:txBody>
      </p:sp>
      <p:pic>
        <p:nvPicPr>
          <p:cNvPr id="401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6" name="TextBox 1"/>
          <p:cNvSpPr txBox="1"/>
          <p:nvPr/>
        </p:nvSpPr>
        <p:spPr>
          <a:xfrm>
            <a:off x="1264919" y="2667000"/>
            <a:ext cx="7452362" cy="3399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වරද පිළිගන්නෙමි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නීති එය නෙත් හමුවෙ දකිමි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ඔබේ බසෙහි දොස් නො දකිමි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විනිස පිරිසිදු යි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විනිස පිරිසිදු යි </a:t>
            </a:r>
          </a:p>
        </p:txBody>
      </p:sp>
      <p:sp>
        <p:nvSpPr>
          <p:cNvPr id="4017" name="TextBox 2"/>
          <p:cNvSpPr txBox="1"/>
          <p:nvPr/>
        </p:nvSpPr>
        <p:spPr>
          <a:xfrm>
            <a:off x="2255519" y="609601"/>
            <a:ext cx="5318762" cy="1646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කමා කළ මැනේ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සමිදුනි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කමා කළ මැනේ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මගෙ පව්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කමා කළ මැනේ</a:t>
            </a:r>
          </a:p>
        </p:txBody>
      </p:sp>
      <p:pic>
        <p:nvPicPr>
          <p:cNvPr id="401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0" name="TextBox 1"/>
          <p:cNvSpPr txBox="1"/>
          <p:nvPr/>
        </p:nvSpPr>
        <p:spPr>
          <a:xfrm>
            <a:off x="1264919" y="2667000"/>
            <a:ext cx="7452362" cy="3399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දොවා හළොත් මා පව් සැම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හිමට වැඩිය සුසුදු ය මම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පිරිසිදු කොට මා හදවත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පණක් දෙනු මැනේ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අලුතින්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පණක් දෙනු මැනේ</a:t>
            </a:r>
          </a:p>
        </p:txBody>
      </p:sp>
      <p:sp>
        <p:nvSpPr>
          <p:cNvPr id="4021" name="TextBox 2"/>
          <p:cNvSpPr txBox="1"/>
          <p:nvPr/>
        </p:nvSpPr>
        <p:spPr>
          <a:xfrm>
            <a:off x="2255519" y="609601"/>
            <a:ext cx="5318762" cy="1646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කමා කළ මැනේ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සමිදුනි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කමා කළ මැනේ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මගෙ පව්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කමා කළ මැනේ</a:t>
            </a:r>
          </a:p>
        </p:txBody>
      </p:sp>
      <p:pic>
        <p:nvPicPr>
          <p:cNvPr id="402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" name="TextBox 1"/>
          <p:cNvSpPr txBox="1"/>
          <p:nvPr/>
        </p:nvSpPr>
        <p:spPr>
          <a:xfrm>
            <a:off x="1264919" y="2667000"/>
            <a:ext cx="7452362" cy="3399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 ම සැපත ඔබ ඇසුර 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 සුදත් මගෙ සවිය 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අත්කොට සග සුව මා හට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ලබා දුන මැනේ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සග සුව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ලබා දුන මැනේ</a:t>
            </a:r>
          </a:p>
        </p:txBody>
      </p:sp>
      <p:sp>
        <p:nvSpPr>
          <p:cNvPr id="4025" name="TextBox 2"/>
          <p:cNvSpPr txBox="1"/>
          <p:nvPr/>
        </p:nvSpPr>
        <p:spPr>
          <a:xfrm>
            <a:off x="2255519" y="609601"/>
            <a:ext cx="5318762" cy="1646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කමා කළ මැනේ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සමිදුනි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කමා කළ මැනේ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මගෙ පව්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කමා කළ මැනේ</a:t>
            </a:r>
          </a:p>
        </p:txBody>
      </p:sp>
      <p:pic>
        <p:nvPicPr>
          <p:cNvPr id="402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8" name="Rectangle 1"/>
          <p:cNvSpPr txBox="1"/>
          <p:nvPr/>
        </p:nvSpPr>
        <p:spPr>
          <a:xfrm>
            <a:off x="902943" y="1065333"/>
            <a:ext cx="7409552" cy="5951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සිහි වෙයි මොහොතින් මොහොත ඔබේ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විස්මය පෙම්බර කරුණාවේ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සිත් කිඳා බසියි ගැඹුරේ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එකල පාලු හුදකලාවේ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 එක පියවර නැඟුවෙමිමම්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අමතක කරමින් ඔබගේපෙම්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යුග නෙත පියැවී ඔබ නුදුටිම්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ගන ඳුර පතුලේ වසනෙම්</a:t>
            </a:r>
          </a:p>
        </p:txBody>
      </p:sp>
      <p:sp>
        <p:nvSpPr>
          <p:cNvPr id="4029" name="TextBox 2"/>
          <p:cNvSpPr txBox="1"/>
          <p:nvPr/>
        </p:nvSpPr>
        <p:spPr>
          <a:xfrm>
            <a:off x="579119" y="304802"/>
            <a:ext cx="1127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251</a:t>
            </a:r>
          </a:p>
        </p:txBody>
      </p:sp>
      <p:pic>
        <p:nvPicPr>
          <p:cNvPr id="403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2" name="Rectangle 1"/>
          <p:cNvSpPr txBox="1"/>
          <p:nvPr/>
        </p:nvSpPr>
        <p:spPr>
          <a:xfrm>
            <a:off x="974382" y="928672"/>
            <a:ext cx="7123798" cy="5951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සම්පත් මා වෙත සපිරි එදා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සිටියත් මිතුරන් නැත දුක 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ලැබුවත් මා සතු වස්තු බෙදා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වෙත යළි එමි දෑත විදා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සගයට එදිරිව පියතුමනේ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අබියස පව් කරමින්නේ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පුතු වන්නට නොවටින්නේ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එහෙත් විමුක්තිය ඉල්ලන්නේ</a:t>
            </a:r>
          </a:p>
        </p:txBody>
      </p:sp>
      <p:pic>
        <p:nvPicPr>
          <p:cNvPr id="403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5" name="Rectangle 1"/>
          <p:cNvSpPr txBox="1"/>
          <p:nvPr/>
        </p:nvSpPr>
        <p:spPr>
          <a:xfrm>
            <a:off x="1117257" y="1285859"/>
            <a:ext cx="648084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පුත ඔබ මම් පිළිගන්නේ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පුතු ලෙස සලකන්නේ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නැති වු මා පුතු මුවන්නේ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සොම්නස ඉපිලී යන්නේ</a:t>
            </a:r>
          </a:p>
        </p:txBody>
      </p:sp>
      <p:pic>
        <p:nvPicPr>
          <p:cNvPr id="403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8" name="TextBox 1"/>
          <p:cNvSpPr txBox="1"/>
          <p:nvPr/>
        </p:nvSpPr>
        <p:spPr>
          <a:xfrm>
            <a:off x="402877" y="357168"/>
            <a:ext cx="11277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252</a:t>
            </a:r>
          </a:p>
        </p:txBody>
      </p:sp>
      <p:sp>
        <p:nvSpPr>
          <p:cNvPr id="4039" name="Rectangle 2"/>
          <p:cNvSpPr txBox="1"/>
          <p:nvPr/>
        </p:nvSpPr>
        <p:spPr>
          <a:xfrm>
            <a:off x="331439" y="1225690"/>
            <a:ext cx="8409684" cy="4856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 සැපත බෙදා දෙමින සුරකින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අප සැම දිනේ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උදාරතර මිහිරෙකි ඔබ සිහිවන විට සමිඳුනේ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නෙක සිරි ගෙන දී අප වෙත කුළුණෙන් ඔබ නෙත යොමා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රැක දුන් ඔබ සිරි පද වැඳ තුති පුදනෙමු නොව පමා</a:t>
            </a:r>
          </a:p>
        </p:txBody>
      </p:sp>
      <p:pic>
        <p:nvPicPr>
          <p:cNvPr id="404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2" name="Rectangle 1"/>
          <p:cNvSpPr txBox="1"/>
          <p:nvPr/>
        </p:nvSpPr>
        <p:spPr>
          <a:xfrm>
            <a:off x="188563" y="1172066"/>
            <a:ext cx="8623998" cy="4856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අපගෙන් සිදු වුණු වරදට පසුතැවිලි ව සිත සදා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හට වඩිනා විලසට පිරිසිදු සිත ඇත පුදා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දන දින අප කළ යුතු වැඩ ඔබ අණ ලෙස කරන සේ</a:t>
            </a:r>
          </a:p>
          <a:p>
            <a:pPr>
              <a:defRPr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මග පෙන්වනු මැන මතු ඔබවෙත අප එන ලෙසේ</a:t>
            </a:r>
          </a:p>
        </p:txBody>
      </p:sp>
      <p:pic>
        <p:nvPicPr>
          <p:cNvPr id="404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5" name="TextBox 1"/>
          <p:cNvSpPr txBox="1"/>
          <p:nvPr/>
        </p:nvSpPr>
        <p:spPr>
          <a:xfrm>
            <a:off x="545754" y="428606"/>
            <a:ext cx="11277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253</a:t>
            </a:r>
          </a:p>
        </p:txBody>
      </p:sp>
      <p:sp>
        <p:nvSpPr>
          <p:cNvPr id="4046" name="TextBox 2"/>
          <p:cNvSpPr txBox="1"/>
          <p:nvPr/>
        </p:nvSpPr>
        <p:spPr>
          <a:xfrm>
            <a:off x="955204" y="1752599"/>
            <a:ext cx="7299961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අදුර දුරු කරන්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සමිදුනි පාප මල නසන්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කරනු මැන පහන්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සිත් එළිය කර යෙහෙන්</a:t>
            </a:r>
          </a:p>
        </p:txBody>
      </p:sp>
      <p:pic>
        <p:nvPicPr>
          <p:cNvPr id="404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9" name="TextBox 1"/>
          <p:cNvSpPr txBox="1"/>
          <p:nvPr/>
        </p:nvSpPr>
        <p:spPr>
          <a:xfrm>
            <a:off x="955204" y="1752599"/>
            <a:ext cx="7299961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සුසුදු සුදු වතින්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සැරැසුණු සමිද ඔබෙ රුවින්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දුගී පින් බවින්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මන කරයි සුව යහන්</a:t>
            </a:r>
          </a:p>
        </p:txBody>
      </p:sp>
      <p:pic>
        <p:nvPicPr>
          <p:cNvPr id="405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2" name="TextBox 1"/>
          <p:cNvSpPr txBox="1"/>
          <p:nvPr/>
        </p:nvSpPr>
        <p:spPr>
          <a:xfrm>
            <a:off x="955204" y="1752599"/>
            <a:ext cx="7299961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සිහිල දෙන වදන්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පවසනු සමිද ඔබෙ මුවින්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නැගෙන ගිනි පවින්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ජිවන ජලය ගෙන නිවන්</a:t>
            </a:r>
          </a:p>
        </p:txBody>
      </p:sp>
      <p:pic>
        <p:nvPicPr>
          <p:cNvPr id="405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" name="Rectangle 1"/>
          <p:cNvSpPr txBox="1"/>
          <p:nvPr/>
        </p:nvSpPr>
        <p:spPr>
          <a:xfrm>
            <a:off x="1760200" y="1000110"/>
            <a:ext cx="6123666" cy="5951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ලේ මා නිසා දුන් බැව්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සහ මා කැඳවන බැව්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ගයමින් උදක් එමි මම්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 ස්වාමි එම්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සිත් සැක වේදනා සටන්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බියක් මා තුළ ඇත යම්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සිටින සේ ම එන්නේම්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 ස්වාමි එමි දැන්</a:t>
            </a:r>
          </a:p>
        </p:txBody>
      </p:sp>
      <p:sp>
        <p:nvSpPr>
          <p:cNvPr id="4056" name="TextBox 2"/>
          <p:cNvSpPr txBox="1"/>
          <p:nvPr/>
        </p:nvSpPr>
        <p:spPr>
          <a:xfrm>
            <a:off x="579119" y="304802"/>
            <a:ext cx="1127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254</a:t>
            </a:r>
          </a:p>
        </p:txBody>
      </p:sp>
      <p:pic>
        <p:nvPicPr>
          <p:cNvPr id="405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9" name="Rectangle 1"/>
          <p:cNvSpPr txBox="1"/>
          <p:nvPr/>
        </p:nvSpPr>
        <p:spPr>
          <a:xfrm>
            <a:off x="1903075" y="785796"/>
            <a:ext cx="5909354" cy="5951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අන්ද අසරණ මම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සැප සෙත් හා සුව සැම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එමි ලබන්ට එබෙන් 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 ස්වාමි එම්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මා පිළිගනිමින්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කමා සැනසුම් සෙත් නොහිම්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දෙන්නට ගිවිසි ලෙසින්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 ස්වාමි එම් දැන්</a:t>
            </a:r>
          </a:p>
        </p:txBody>
      </p:sp>
      <p:pic>
        <p:nvPicPr>
          <p:cNvPr id="406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2" name="Rectangle 1"/>
          <p:cNvSpPr txBox="1"/>
          <p:nvPr/>
        </p:nvSpPr>
        <p:spPr>
          <a:xfrm>
            <a:off x="1903076" y="642920"/>
            <a:ext cx="5623600" cy="5951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බාදා ඔබ පෙමින්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බිඳි ගොස් තිබෙන හෙයින්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සතු වන්නට මම්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 ස්වාමි එමි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පෙම දිග පුළුල්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ගැඹුරු උස දැන ලොල්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සිටින්නට එම් සැම කල්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 ස්වාමි එමි දැන්</a:t>
            </a:r>
          </a:p>
        </p:txBody>
      </p:sp>
      <p:pic>
        <p:nvPicPr>
          <p:cNvPr id="406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" name="Rectangle 1"/>
          <p:cNvSpPr txBox="1"/>
          <p:nvPr/>
        </p:nvSpPr>
        <p:spPr>
          <a:xfrm>
            <a:off x="1903075" y="785795"/>
            <a:ext cx="5552148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පෙමි බලෙන්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ළයට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කෙඳින හැර එන්නට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ලැබේ ද පිහිට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මොබ යමින්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වෙහෙසෙන්නේ ඇයි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ජිවනයේ අමා වදන්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තුළ ඇත් මැයි</a:t>
            </a:r>
          </a:p>
        </p:txBody>
      </p:sp>
      <p:sp>
        <p:nvSpPr>
          <p:cNvPr id="4066" name="TextBox 2"/>
          <p:cNvSpPr txBox="1"/>
          <p:nvPr/>
        </p:nvSpPr>
        <p:spPr>
          <a:xfrm>
            <a:off x="579119" y="304802"/>
            <a:ext cx="1127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255</a:t>
            </a:r>
          </a:p>
        </p:txBody>
      </p:sp>
      <p:pic>
        <p:nvPicPr>
          <p:cNvPr id="406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9" name="Rectangle 1"/>
          <p:cNvSpPr txBox="1"/>
          <p:nvPr/>
        </p:nvSpPr>
        <p:spPr>
          <a:xfrm>
            <a:off x="1688762" y="642919"/>
            <a:ext cx="6195088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පවිටු මා හද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දිනා ගන්න ලෙසින්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සත් උතුම් දෙව් රද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මිනිසෙක් වී මා වන්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නිසා එ ලෙසේ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පුජා වු තුටින් 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හිමිට සිත් නොදී කෙසේ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තමා වෙම් ද මම</a:t>
            </a:r>
          </a:p>
        </p:txBody>
      </p:sp>
      <p:pic>
        <p:nvPicPr>
          <p:cNvPr id="407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2" name="Rectangle 1"/>
          <p:cNvSpPr txBox="1"/>
          <p:nvPr/>
        </p:nvSpPr>
        <p:spPr>
          <a:xfrm>
            <a:off x="1688761" y="1000109"/>
            <a:ext cx="4980644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නොහැකි යි මට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පමා වන්ට තවත්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පෙම් තුරුලට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ළං වෙමි වී යටත්</a:t>
            </a:r>
          </a:p>
        </p:txBody>
      </p:sp>
      <p:pic>
        <p:nvPicPr>
          <p:cNvPr id="407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" name="TextBox 1"/>
          <p:cNvSpPr txBox="1"/>
          <p:nvPr/>
        </p:nvSpPr>
        <p:spPr>
          <a:xfrm>
            <a:off x="579119" y="304802"/>
            <a:ext cx="1127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256</a:t>
            </a:r>
          </a:p>
        </p:txBody>
      </p:sp>
      <p:sp>
        <p:nvSpPr>
          <p:cNvPr id="4076" name="TextBox 2"/>
          <p:cNvSpPr txBox="1"/>
          <p:nvPr/>
        </p:nvSpPr>
        <p:spPr>
          <a:xfrm>
            <a:off x="960119" y="1371599"/>
            <a:ext cx="72999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තැළුණු බිදුණු  සිත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කොහෙත් එපා නොකරන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දෙවිදුනි ඔබ වෙත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එමු අපි බැතියෙන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තුල හොදක් නැත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වෙයි අපේ සරණ  </a:t>
            </a:r>
          </a:p>
        </p:txBody>
      </p:sp>
      <p:pic>
        <p:nvPicPr>
          <p:cNvPr id="407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9" name="TextBox 1"/>
          <p:cNvSpPr txBox="1"/>
          <p:nvPr/>
        </p:nvSpPr>
        <p:spPr>
          <a:xfrm>
            <a:off x="1112519" y="1219199"/>
            <a:ext cx="71475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වෙහෙසත් බරත් දරන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සියල්ලෙනි මා වෙතට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පැමිණ මා පිළිගෙන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නිවාඩු ලබව් සොදින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 හිමි අදහමින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එමු විමුත් ලබන්නට</a:t>
            </a:r>
          </a:p>
        </p:txBody>
      </p:sp>
      <p:pic>
        <p:nvPicPr>
          <p:cNvPr id="408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2" name="TextBox 1"/>
          <p:cNvSpPr txBox="1"/>
          <p:nvPr/>
        </p:nvSpPr>
        <p:spPr>
          <a:xfrm>
            <a:off x="1036319" y="1371599"/>
            <a:ext cx="71475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 කිසිවකු මා වෙත්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නොකරන්නෙම් මම් ඉවත්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කියා උතුම් පොරොන්දුවක්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අපට දුන් සේක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නිසා නැතිව සැකක්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ආවෙමු මෙහි සැණෙක </a:t>
            </a:r>
          </a:p>
        </p:txBody>
      </p:sp>
      <p:pic>
        <p:nvPicPr>
          <p:cNvPr id="408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" name="TextBox 1"/>
          <p:cNvSpPr txBox="1"/>
          <p:nvPr/>
        </p:nvSpPr>
        <p:spPr>
          <a:xfrm>
            <a:off x="960119" y="1371599"/>
            <a:ext cx="71475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නස්නා සොරාගේ ඉල්ලීම්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ඇසු පෙම්බර ස්වාමිනි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අසා අප බස් අද 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ගලවත් අප පවිනි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උතුම් දේව දරුකම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 කර දෙන් කුලුණෙනි </a:t>
            </a:r>
          </a:p>
        </p:txBody>
      </p:sp>
      <p:pic>
        <p:nvPicPr>
          <p:cNvPr id="408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8" name="Rectangle 1"/>
          <p:cNvSpPr txBox="1"/>
          <p:nvPr/>
        </p:nvSpPr>
        <p:spPr>
          <a:xfrm>
            <a:off x="1760199" y="714357"/>
            <a:ext cx="5552148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අනගි ජේසුස් උතුම්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මට ඕනෑ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සිත නොවහිමි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පවින් ම පිරිලා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තුළ පාප මල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අඳුර දෑ බලවත්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වුයෙන් මා සිත් දුබල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කිසි ම සැපතක් නැත්</a:t>
            </a:r>
          </a:p>
        </p:txBody>
      </p:sp>
      <p:sp>
        <p:nvSpPr>
          <p:cNvPr id="4089" name="TextBox 2"/>
          <p:cNvSpPr txBox="1"/>
          <p:nvPr/>
        </p:nvSpPr>
        <p:spPr>
          <a:xfrm>
            <a:off x="579119" y="304802"/>
            <a:ext cx="1127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257</a:t>
            </a:r>
          </a:p>
        </p:txBody>
      </p:sp>
      <p:pic>
        <p:nvPicPr>
          <p:cNvPr id="409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2" name="Rectangle 1"/>
          <p:cNvSpPr txBox="1"/>
          <p:nvPr/>
        </p:nvSpPr>
        <p:spPr>
          <a:xfrm>
            <a:off x="1760200" y="500043"/>
            <a:ext cx="5052097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මා මිදුම්කරු 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මට ආදරෙයි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පිදෙන මෙන්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ළං වෙමි බැතින්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අනගි ජේසුස් උතුම්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අනුගාමී වම්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ඉතා අසරණ මම්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සරණ පතම්</a:t>
            </a:r>
          </a:p>
        </p:txBody>
      </p:sp>
      <p:pic>
        <p:nvPicPr>
          <p:cNvPr id="409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5" name="Rectangle 1"/>
          <p:cNvSpPr txBox="1"/>
          <p:nvPr/>
        </p:nvSpPr>
        <p:spPr>
          <a:xfrm>
            <a:off x="1903076" y="1214424"/>
            <a:ext cx="5337849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රැළට අයත්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දරුන් සමගින් පෙමින්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ගයන්ට වී එක්සත්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මට ඔබ වරම් දෙන්</a:t>
            </a:r>
          </a:p>
        </p:txBody>
      </p:sp>
      <p:pic>
        <p:nvPicPr>
          <p:cNvPr id="409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2"/>
          <p:cNvSpPr txBox="1"/>
          <p:nvPr>
            <p:ph type="title"/>
          </p:nvPr>
        </p:nvSpPr>
        <p:spPr>
          <a:xfrm>
            <a:off x="251519" y="116632"/>
            <a:ext cx="1495004" cy="600018"/>
          </a:xfrm>
          <a:prstGeom prst="rect">
            <a:avLst/>
          </a:prstGeom>
        </p:spPr>
        <p:txBody>
          <a:bodyPr/>
          <a:lstStyle>
            <a:lvl1pPr defTabSz="438911">
              <a:defRPr sz="3455"/>
            </a:lvl1pPr>
          </a:lstStyle>
          <a:p>
            <a:pPr/>
            <a:r>
              <a:t>258 </a:t>
            </a:r>
          </a:p>
        </p:txBody>
      </p:sp>
      <p:sp>
        <p:nvSpPr>
          <p:cNvPr id="4099" name="TextBox 4"/>
          <p:cNvSpPr txBox="1"/>
          <p:nvPr/>
        </p:nvSpPr>
        <p:spPr>
          <a:xfrm>
            <a:off x="1377359" y="1306502"/>
            <a:ext cx="5237154" cy="294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පෙම්බර යේසුස්නි ඔබට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බෝ වර දුක් දුන්නේ නො දැන යි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කල පාපයෙන් මෙ විට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නොදනිම් කෙලෙසින් මිදෙම් දැ යි</a:t>
            </a:r>
          </a:p>
        </p:txBody>
      </p:sp>
      <p:sp>
        <p:nvSpPr>
          <p:cNvPr id="4100" name="TextBox 5"/>
          <p:cNvSpPr txBox="1"/>
          <p:nvPr/>
        </p:nvSpPr>
        <p:spPr>
          <a:xfrm>
            <a:off x="4689727" y="4893757"/>
            <a:ext cx="4949122" cy="174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මේ මගේ</a:t>
            </a:r>
            <a:r>
              <a:t>... 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යේසුස්නි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දැන් එමි මා පිළිගන්නේ ද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පෙම්බර</a:t>
            </a:r>
            <a:r>
              <a:t>... 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ස්වාමිනි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කමා වී මා පිළිගන්නේ ද     </a:t>
            </a:r>
          </a:p>
        </p:txBody>
      </p:sp>
      <p:pic>
        <p:nvPicPr>
          <p:cNvPr id="4101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TextBox 2"/>
          <p:cNvSpPr txBox="1"/>
          <p:nvPr/>
        </p:nvSpPr>
        <p:spPr>
          <a:xfrm>
            <a:off x="1305352" y="1438904"/>
            <a:ext cx="5309160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පාප ගැන තැවෙමින්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යේසුස්නි එමි ඔබ වෙත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දෙස නෙත් යොමා ආදරෙන්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කියනු මැන මාගේ පුත</a:t>
            </a:r>
          </a:p>
        </p:txBody>
      </p:sp>
      <p:sp>
        <p:nvSpPr>
          <p:cNvPr id="4104" name="TextBox 4"/>
          <p:cNvSpPr txBox="1"/>
          <p:nvPr/>
        </p:nvSpPr>
        <p:spPr>
          <a:xfrm>
            <a:off x="4473703" y="4385154"/>
            <a:ext cx="4901902" cy="174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මේ මගේ</a:t>
            </a:r>
            <a:r>
              <a:t>... 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යේසුස්නි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දැන් එමි මා පිළිගන්නේ ද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පෙම්බර</a:t>
            </a:r>
            <a:r>
              <a:t>... 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ස්වාමිනි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කමා වී මා පිළිගන්නේ ද     </a:t>
            </a:r>
          </a:p>
        </p:txBody>
      </p:sp>
      <p:pic>
        <p:nvPicPr>
          <p:cNvPr id="410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7" name="TextBox 2"/>
          <p:cNvSpPr txBox="1"/>
          <p:nvPr/>
        </p:nvSpPr>
        <p:spPr>
          <a:xfrm>
            <a:off x="1305351" y="1294888"/>
            <a:ext cx="5237154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පිළිගෙන යේසුස්නි දැන්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තැවෙන මා සිත සනසන්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සැනසුම් ප්‍රේමයෙන්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සොම්නසින් මා සිත පුරවන් </a:t>
            </a:r>
          </a:p>
        </p:txBody>
      </p:sp>
      <p:sp>
        <p:nvSpPr>
          <p:cNvPr id="4108" name="TextBox 4"/>
          <p:cNvSpPr txBox="1"/>
          <p:nvPr/>
        </p:nvSpPr>
        <p:spPr>
          <a:xfrm>
            <a:off x="4473703" y="4464846"/>
            <a:ext cx="4901902" cy="174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මේ මගේ</a:t>
            </a:r>
            <a:r>
              <a:t>... 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යේසුස්නි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දැන් එමි මා පිළිගන්නේ ද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පෙම්බර</a:t>
            </a:r>
            <a:r>
              <a:t>... 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ස්වාමිනි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කමා වී මා පිළිගන්නේ ද     </a:t>
            </a:r>
          </a:p>
        </p:txBody>
      </p:sp>
      <p:pic>
        <p:nvPicPr>
          <p:cNvPr id="410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1" name="TextBox 4"/>
          <p:cNvSpPr txBox="1"/>
          <p:nvPr/>
        </p:nvSpPr>
        <p:spPr>
          <a:xfrm>
            <a:off x="502919" y="412377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259</a:t>
            </a:r>
          </a:p>
        </p:txBody>
      </p:sp>
      <p:sp>
        <p:nvSpPr>
          <p:cNvPr id="4112" name="TextBox 5"/>
          <p:cNvSpPr txBox="1"/>
          <p:nvPr/>
        </p:nvSpPr>
        <p:spPr>
          <a:xfrm>
            <a:off x="1074419" y="979223"/>
            <a:ext cx="7414262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අහෝ කො  තැන් යම් 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පව්කාරයෙක් වෙමි ම්ම්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කව්රුන්ට මා දුක් පෙනේ 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සැම ඕනෑකම්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සමිදු තුම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කැදවන්නේ මට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පමා නො වී යම් මම්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පා මුලට</a:t>
            </a:r>
          </a:p>
        </p:txBody>
      </p:sp>
      <p:pic>
        <p:nvPicPr>
          <p:cNvPr id="411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5" name="TextBox 3"/>
          <p:cNvSpPr txBox="1"/>
          <p:nvPr/>
        </p:nvSpPr>
        <p:spPr>
          <a:xfrm>
            <a:off x="960119" y="744072"/>
            <a:ext cx="7757162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වෙත යන්ට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කිම් ද වළකන්නේ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බාදා  හැම දුර ලන්ට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වරම් දෙන්නේ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සිත් අලේ කළ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යම් සාප ලත් දෙයක්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ඇත් ද සැග වී මා තුල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පෙමැති පවක්</a:t>
            </a:r>
          </a:p>
        </p:txBody>
      </p:sp>
      <p:pic>
        <p:nvPicPr>
          <p:cNvPr id="411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8" name="TextBox 1"/>
          <p:cNvSpPr txBox="1"/>
          <p:nvPr/>
        </p:nvSpPr>
        <p:spPr>
          <a:xfrm>
            <a:off x="883919" y="762001"/>
            <a:ext cx="7680962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පෙන්වන් මට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මහත් බාදාව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එය ඉවත දමන්ට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 සිත්හි ආසාව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 විමසන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මා විමසන්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බලය පාමින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අදුර දුර ලන්</a:t>
            </a:r>
          </a:p>
        </p:txBody>
      </p:sp>
      <p:pic>
        <p:nvPicPr>
          <p:cNvPr id="411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1" name="Rectangle 3"/>
          <p:cNvSpPr txBox="1"/>
          <p:nvPr/>
        </p:nvSpPr>
        <p:spPr>
          <a:xfrm>
            <a:off x="617192" y="1142986"/>
            <a:ext cx="662373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ජේසුස්නි එම් දැන්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පා මුලට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මම් අන්ද දුගී බැවින්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එම් පවින් මිදෙන්නට</a:t>
            </a:r>
          </a:p>
        </p:txBody>
      </p:sp>
      <p:sp>
        <p:nvSpPr>
          <p:cNvPr id="4122" name="TextBox 4"/>
          <p:cNvSpPr txBox="1"/>
          <p:nvPr/>
        </p:nvSpPr>
        <p:spPr>
          <a:xfrm>
            <a:off x="502919" y="412377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2</a:t>
            </a:r>
            <a:r>
              <a:t>60</a:t>
            </a:r>
          </a:p>
        </p:txBody>
      </p:sp>
      <p:sp>
        <p:nvSpPr>
          <p:cNvPr id="4123" name="Rectangle 5"/>
          <p:cNvSpPr txBox="1"/>
          <p:nvPr/>
        </p:nvSpPr>
        <p:spPr>
          <a:xfrm>
            <a:off x="4617719" y="4071942"/>
            <a:ext cx="4266280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මම අදහම්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මළ හිමි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 මුල වැතිරෙමි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මුදල් අහෝ මුදන්</a:t>
            </a:r>
          </a:p>
        </p:txBody>
      </p:sp>
      <p:pic>
        <p:nvPicPr>
          <p:cNvPr id="4124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" name="Rectangle 2"/>
          <p:cNvSpPr txBox="1"/>
          <p:nvPr/>
        </p:nvSpPr>
        <p:spPr>
          <a:xfrm>
            <a:off x="4617719" y="4071942"/>
            <a:ext cx="4266280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මම අදහම්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මළ හිමි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 මුල වැතිරෙමි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මුදල් අහෝ මුදන්</a:t>
            </a:r>
          </a:p>
        </p:txBody>
      </p:sp>
      <p:sp>
        <p:nvSpPr>
          <p:cNvPr id="4127" name="Rectangle 3"/>
          <p:cNvSpPr txBox="1"/>
          <p:nvPr/>
        </p:nvSpPr>
        <p:spPr>
          <a:xfrm>
            <a:off x="902944" y="857233"/>
            <a:ext cx="5623585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බෝ කලක් වෑයම් කෙළෙම්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පාපයෙන් මිදෙන්නට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වෙත එමි මම්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බැතින් සැනසෙන්නට</a:t>
            </a:r>
          </a:p>
        </p:txBody>
      </p:sp>
      <p:pic>
        <p:nvPicPr>
          <p:cNvPr id="412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0" name="Rectangle 2"/>
          <p:cNvSpPr txBox="1"/>
          <p:nvPr/>
        </p:nvSpPr>
        <p:spPr>
          <a:xfrm>
            <a:off x="4617719" y="4071942"/>
            <a:ext cx="4266280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මම අදහම්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මළ හිමි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 මුල වැතිරෙමි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මුදල් අහෝ මුදන්</a:t>
            </a:r>
          </a:p>
        </p:txBody>
      </p:sp>
      <p:sp>
        <p:nvSpPr>
          <p:cNvPr id="4131" name="Rectangle 3"/>
          <p:cNvSpPr txBox="1"/>
          <p:nvPr/>
        </p:nvSpPr>
        <p:spPr>
          <a:xfrm>
            <a:off x="760067" y="714357"/>
            <a:ext cx="6838048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ජේසුස්නි පෙමින් කියන්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මම් ඔබට කමා වෙම්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ආත්මෙත් කයත් පුදමින්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සාද ඔබ සතු වෙම්</a:t>
            </a:r>
          </a:p>
        </p:txBody>
      </p:sp>
      <p:pic>
        <p:nvPicPr>
          <p:cNvPr id="413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4" name="Rectangle 1"/>
          <p:cNvSpPr txBox="1"/>
          <p:nvPr/>
        </p:nvSpPr>
        <p:spPr>
          <a:xfrm>
            <a:off x="902943" y="714357"/>
            <a:ext cx="6266544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අදහම් පොරොන්දු දැන්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හැඟෙයි මහත් ලේ බලේ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දුලි වන් මට පෙමින්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මා නිසා මළේ</a:t>
            </a:r>
          </a:p>
        </p:txBody>
      </p:sp>
      <p:sp>
        <p:nvSpPr>
          <p:cNvPr id="4135" name="Rectangle 2"/>
          <p:cNvSpPr txBox="1"/>
          <p:nvPr/>
        </p:nvSpPr>
        <p:spPr>
          <a:xfrm>
            <a:off x="3689025" y="3571876"/>
            <a:ext cx="4623469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අදහම් මුළු සිතින්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හිමි මට දිස් වෙයි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 මුල වැටෙම්</a:t>
            </a:r>
            <a:r>
              <a:t>a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බැතින්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මා මුදයි මුදයි</a:t>
            </a:r>
          </a:p>
        </p:txBody>
      </p:sp>
      <p:pic>
        <p:nvPicPr>
          <p:cNvPr id="413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8" name="TextBox 1"/>
          <p:cNvSpPr txBox="1"/>
          <p:nvPr/>
        </p:nvSpPr>
        <p:spPr>
          <a:xfrm>
            <a:off x="426719" y="304802"/>
            <a:ext cx="8991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261</a:t>
            </a:r>
          </a:p>
        </p:txBody>
      </p:sp>
      <p:sp>
        <p:nvSpPr>
          <p:cNvPr id="4139" name="TextBox 2"/>
          <p:cNvSpPr txBox="1"/>
          <p:nvPr/>
        </p:nvSpPr>
        <p:spPr>
          <a:xfrm>
            <a:off x="789791" y="1053264"/>
            <a:ext cx="53949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වැනි අයකුටත්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ඇත්තේ ද කරුණාවක්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පාපතර මෙ මටත්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ඇත් ද කිසි පැතුමක්</a:t>
            </a:r>
          </a:p>
        </p:txBody>
      </p:sp>
      <p:sp>
        <p:nvSpPr>
          <p:cNvPr id="4140" name="TextBox 3"/>
          <p:cNvSpPr txBox="1"/>
          <p:nvPr/>
        </p:nvSpPr>
        <p:spPr>
          <a:xfrm>
            <a:off x="3799690" y="3801035"/>
            <a:ext cx="4861561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කරුණාවේ හඩට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අකීකරු ව සිට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දක්වා සමිදුන්ට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දුනිමි නොයෙක් විට</a:t>
            </a:r>
          </a:p>
        </p:txBody>
      </p:sp>
      <p:pic>
        <p:nvPicPr>
          <p:cNvPr id="414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3" name="TextBox 1"/>
          <p:cNvSpPr txBox="1"/>
          <p:nvPr/>
        </p:nvSpPr>
        <p:spPr>
          <a:xfrm>
            <a:off x="789791" y="1053264"/>
            <a:ext cx="53949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නිසා මේ ලෙසින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නාස්ති කරන්නේ පෙම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මැදහත් කරුන්ව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පුදුම පෙම් කද</a:t>
            </a:r>
          </a:p>
        </p:txBody>
      </p:sp>
      <p:sp>
        <p:nvSpPr>
          <p:cNvPr id="4144" name="TextBox 2"/>
          <p:cNvSpPr txBox="1"/>
          <p:nvPr/>
        </p:nvSpPr>
        <p:spPr>
          <a:xfrm>
            <a:off x="3799690" y="3801035"/>
            <a:ext cx="4861561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සිහසුන වෙත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සිටියි අත් පා පෙන්වමින්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 පෙම දකිමි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ජිවත් වෙයි දනිම්</a:t>
            </a:r>
          </a:p>
        </p:txBody>
      </p:sp>
      <p:pic>
        <p:nvPicPr>
          <p:cNvPr id="414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" name="TextBox 1"/>
          <p:cNvSpPr txBox="1"/>
          <p:nvPr/>
        </p:nvSpPr>
        <p:spPr>
          <a:xfrm>
            <a:off x="789791" y="1053264"/>
            <a:ext cx="53949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ආදරැත් සමිදුනි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පේමයේ රජිදුනි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දෙ පා වැතිර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සිප ගන්ට දෙන් වර</a:t>
            </a:r>
          </a:p>
        </p:txBody>
      </p:sp>
      <p:sp>
        <p:nvSpPr>
          <p:cNvPr id="4148" name="TextBox 2"/>
          <p:cNvSpPr txBox="1"/>
          <p:nvPr/>
        </p:nvSpPr>
        <p:spPr>
          <a:xfrm>
            <a:off x="3246120" y="3801035"/>
            <a:ext cx="5565290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සමිදුනි පෙම්බර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 නෙත් මා වෙත් ලක් කර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ගල් හිත් දැදුරු කර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මොලොක් සිත් දෙන් මෙත් කර</a:t>
            </a:r>
          </a:p>
        </p:txBody>
      </p:sp>
      <p:pic>
        <p:nvPicPr>
          <p:cNvPr id="414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1" name="TextBox 1"/>
          <p:cNvSpPr txBox="1"/>
          <p:nvPr/>
        </p:nvSpPr>
        <p:spPr>
          <a:xfrm>
            <a:off x="426719" y="304802"/>
            <a:ext cx="1508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262</a:t>
            </a:r>
          </a:p>
        </p:txBody>
      </p:sp>
      <p:sp>
        <p:nvSpPr>
          <p:cNvPr id="4152" name="TextBox 2"/>
          <p:cNvSpPr txBox="1"/>
          <p:nvPr/>
        </p:nvSpPr>
        <p:spPr>
          <a:xfrm>
            <a:off x="1188719" y="762001"/>
            <a:ext cx="65379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දෙවිදුනි මා සොයමින්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විමසා බලන් දැන්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නෙතින් බලමින්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මෙමා මට පෙන්වන්  </a:t>
            </a:r>
          </a:p>
        </p:txBody>
      </p:sp>
      <p:sp>
        <p:nvSpPr>
          <p:cNvPr id="4153" name="TextBox 3"/>
          <p:cNvSpPr txBox="1"/>
          <p:nvPr/>
        </p:nvSpPr>
        <p:spPr>
          <a:xfrm>
            <a:off x="1188719" y="3581401"/>
            <a:ext cx="65379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 සෝදිසි කරන්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කල්පනා සමගින්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වැසී තිබෙන දේ පටන්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සියල්ල දන්වා දෙන් </a:t>
            </a:r>
          </a:p>
        </p:txBody>
      </p:sp>
      <p:pic>
        <p:nvPicPr>
          <p:cNvPr id="415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6" name="TextBox 1"/>
          <p:cNvSpPr txBox="1"/>
          <p:nvPr/>
        </p:nvSpPr>
        <p:spPr>
          <a:xfrm>
            <a:off x="1188719" y="457201"/>
            <a:ext cx="7071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අඳුරු ගති ඇති තැන්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එළි කර දල්වන්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බර හැගී යන මෙන්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 මොලොක් කරන් </a:t>
            </a:r>
          </a:p>
        </p:txBody>
      </p:sp>
      <p:sp>
        <p:nvSpPr>
          <p:cNvPr id="4157" name="TextBox 2"/>
          <p:cNvSpPr txBox="1"/>
          <p:nvPr/>
        </p:nvSpPr>
        <p:spPr>
          <a:xfrm>
            <a:off x="1112519" y="3352801"/>
            <a:ext cx="67665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සොයා බලන් සිතුම් උල්පත්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හා පාලන වේගත්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කිළිටි සැගෙව් සිදුරුත්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රජයන මා සිත්  </a:t>
            </a:r>
          </a:p>
        </p:txBody>
      </p:sp>
      <p:pic>
        <p:nvPicPr>
          <p:cNvPr id="415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0" name="TextBox 1"/>
          <p:cNvSpPr txBox="1"/>
          <p:nvPr/>
        </p:nvSpPr>
        <p:spPr>
          <a:xfrm>
            <a:off x="960119" y="762001"/>
            <a:ext cx="6690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තද බැල්මේ එළියෙන්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දේ දැක්වීමෙන්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 දෙදරන තෙක් දැන්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නෑර සොයා බලන්</a:t>
            </a:r>
          </a:p>
        </p:txBody>
      </p:sp>
      <p:pic>
        <p:nvPicPr>
          <p:cNvPr id="416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3" name="TextBox 1"/>
          <p:cNvSpPr txBox="1"/>
          <p:nvPr/>
        </p:nvSpPr>
        <p:spPr>
          <a:xfrm>
            <a:off x="579119" y="381002"/>
            <a:ext cx="1127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263</a:t>
            </a:r>
          </a:p>
        </p:txBody>
      </p:sp>
      <p:sp>
        <p:nvSpPr>
          <p:cNvPr id="4164" name="TextBox 2"/>
          <p:cNvSpPr txBox="1"/>
          <p:nvPr/>
        </p:nvSpPr>
        <p:spPr>
          <a:xfrm>
            <a:off x="883919" y="1066799"/>
            <a:ext cx="6995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මගේ හිමියෙනි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පිහිට වෙන් කුලුණෙනි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මිදීම දෙමිනි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පව්කාර මා හට</a:t>
            </a:r>
          </a:p>
        </p:txBody>
      </p:sp>
      <p:sp>
        <p:nvSpPr>
          <p:cNvPr id="4165" name="TextBox 4"/>
          <p:cNvSpPr txBox="1"/>
          <p:nvPr/>
        </p:nvSpPr>
        <p:spPr>
          <a:xfrm>
            <a:off x="3246119" y="3810001"/>
            <a:ext cx="54711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පව්කාර මා හට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පව්කාර මා හට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ඇත්තේ ඔබ පමණක්  ය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පව්කාර මා හට</a:t>
            </a:r>
          </a:p>
        </p:txBody>
      </p:sp>
      <p:pic>
        <p:nvPicPr>
          <p:cNvPr id="4166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8" name="TextBox 1"/>
          <p:cNvSpPr txBox="1"/>
          <p:nvPr/>
        </p:nvSpPr>
        <p:spPr>
          <a:xfrm>
            <a:off x="3246119" y="3810001"/>
            <a:ext cx="54711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පව්කාර මා හට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පව්කාර මා හට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ඇත්තේ ඔබ පමණක්  ය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පව්කාර මා හට</a:t>
            </a:r>
          </a:p>
        </p:txBody>
      </p:sp>
      <p:sp>
        <p:nvSpPr>
          <p:cNvPr id="4169" name="TextBox 2"/>
          <p:cNvSpPr txBox="1"/>
          <p:nvPr/>
        </p:nvSpPr>
        <p:spPr>
          <a:xfrm>
            <a:off x="960119" y="838199"/>
            <a:ext cx="6309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මම දුගී නිවතෙක් ය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මළේ මා නිසා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දයාව සැහේ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පව්කාර මා හට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1" name="TextBox 1"/>
          <p:cNvSpPr txBox="1"/>
          <p:nvPr/>
        </p:nvSpPr>
        <p:spPr>
          <a:xfrm>
            <a:off x="3246119" y="3810001"/>
            <a:ext cx="54711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පව්කාර මා හට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පව්කාර මා හට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ඇත්තේ ඔබ පමණක්  ය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පව්කාර මා හට</a:t>
            </a:r>
          </a:p>
        </p:txBody>
      </p:sp>
      <p:sp>
        <p:nvSpPr>
          <p:cNvPr id="4172" name="TextBox 2"/>
          <p:cNvSpPr txBox="1"/>
          <p:nvPr/>
        </p:nvSpPr>
        <p:spPr>
          <a:xfrm>
            <a:off x="883919" y="914399"/>
            <a:ext cx="5318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පුදන්ට කිසිත් නොමැත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කිසි වත්කමකුත් නැත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පිහිට ම ඇත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පව්කාර මා හට</a:t>
            </a:r>
          </a:p>
        </p:txBody>
      </p:sp>
      <p:pic>
        <p:nvPicPr>
          <p:cNvPr id="417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5" name="TextBox 1"/>
          <p:cNvSpPr txBox="1"/>
          <p:nvPr/>
        </p:nvSpPr>
        <p:spPr>
          <a:xfrm>
            <a:off x="3246119" y="3810001"/>
            <a:ext cx="54711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පව්කාර මා හට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පව්කාර මා හට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ඇත්තේ ඔබ පමණක්  ය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පව්කාර මා හට</a:t>
            </a:r>
          </a:p>
        </p:txBody>
      </p:sp>
      <p:sp>
        <p:nvSpPr>
          <p:cNvPr id="4176" name="TextBox 2"/>
          <p:cNvSpPr txBox="1"/>
          <p:nvPr/>
        </p:nvSpPr>
        <p:spPr>
          <a:xfrm>
            <a:off x="960119" y="838199"/>
            <a:ext cx="5852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පා මුල වදින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දෙස නෙත යොමන්න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අනුකම්පාව දක්වන්න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පව්කාර මා හට</a:t>
            </a:r>
          </a:p>
        </p:txBody>
      </p:sp>
      <p:pic>
        <p:nvPicPr>
          <p:cNvPr id="417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9" name="Rectangle 1"/>
          <p:cNvSpPr txBox="1"/>
          <p:nvPr/>
        </p:nvSpPr>
        <p:spPr>
          <a:xfrm>
            <a:off x="760067" y="1142986"/>
            <a:ext cx="526641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ලොකෙන් සැප සොයමිනි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විඩා පත් මම දුකිනි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මිදීම ලබනා මෙනි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කියම් මෙසේ බැතියෙනි</a:t>
            </a:r>
          </a:p>
        </p:txBody>
      </p:sp>
      <p:sp>
        <p:nvSpPr>
          <p:cNvPr id="4180" name="Rectangle 2"/>
          <p:cNvSpPr txBox="1"/>
          <p:nvPr/>
        </p:nvSpPr>
        <p:spPr>
          <a:xfrm>
            <a:off x="4046216" y="4714885"/>
            <a:ext cx="4480561" cy="1379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ජේසුස් සමිඳුනේ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ට වෙනු කමා අනේ</a:t>
            </a:r>
          </a:p>
        </p:txBody>
      </p:sp>
      <p:sp>
        <p:nvSpPr>
          <p:cNvPr id="4181" name="TextBox 3"/>
          <p:cNvSpPr txBox="1"/>
          <p:nvPr/>
        </p:nvSpPr>
        <p:spPr>
          <a:xfrm>
            <a:off x="617191" y="285729"/>
            <a:ext cx="10515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264</a:t>
            </a:r>
          </a:p>
        </p:txBody>
      </p:sp>
      <p:pic>
        <p:nvPicPr>
          <p:cNvPr id="418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4" name="Rectangle 1"/>
          <p:cNvSpPr txBox="1"/>
          <p:nvPr/>
        </p:nvSpPr>
        <p:spPr>
          <a:xfrm>
            <a:off x="617191" y="1071547"/>
            <a:ext cx="612365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වරක් දෙ වරක් නො ව මම්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අනෙක වර පව් කෙළෙම්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බොහෝ දුක් දුනිමි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දරන්ට මම් අසමත් වෙමි</a:t>
            </a:r>
          </a:p>
        </p:txBody>
      </p:sp>
      <p:sp>
        <p:nvSpPr>
          <p:cNvPr id="4185" name="Rectangle 2"/>
          <p:cNvSpPr txBox="1"/>
          <p:nvPr/>
        </p:nvSpPr>
        <p:spPr>
          <a:xfrm>
            <a:off x="4046216" y="4714885"/>
            <a:ext cx="4480561" cy="1379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ජේසුස් සමිඳුනේ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ට වෙනු කමා අනේ</a:t>
            </a:r>
          </a:p>
        </p:txBody>
      </p:sp>
      <p:pic>
        <p:nvPicPr>
          <p:cNvPr id="418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" name="Rectangle 1"/>
          <p:cNvSpPr txBox="1"/>
          <p:nvPr/>
        </p:nvSpPr>
        <p:spPr>
          <a:xfrm>
            <a:off x="1045820" y="945894"/>
            <a:ext cx="4766328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 කත දෙ පළු වී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ගිලගන්ට වටී වී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නමුත් ඔබ දයා වී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සුරැකි සේක ළං වී</a:t>
            </a:r>
          </a:p>
        </p:txBody>
      </p:sp>
      <p:sp>
        <p:nvSpPr>
          <p:cNvPr id="4189" name="Rectangle 2"/>
          <p:cNvSpPr txBox="1"/>
          <p:nvPr/>
        </p:nvSpPr>
        <p:spPr>
          <a:xfrm>
            <a:off x="4046216" y="4714885"/>
            <a:ext cx="4480561" cy="1379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ජේසුස් සමිඳුනේ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ට වෙනු කමා අනේ</a:t>
            </a:r>
          </a:p>
        </p:txBody>
      </p:sp>
      <p:pic>
        <p:nvPicPr>
          <p:cNvPr id="419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2" name="Rectangle 1"/>
          <p:cNvSpPr txBox="1"/>
          <p:nvPr/>
        </p:nvSpPr>
        <p:spPr>
          <a:xfrm>
            <a:off x="760083" y="874456"/>
            <a:ext cx="612365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නොයෙක් වර සමිඳුනේ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මම් ඔබට දුක දුන්නේ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එහෙත් ඔබ මා සොයමින්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වැඩි සේක සෙනෙහසින්</a:t>
            </a:r>
          </a:p>
        </p:txBody>
      </p:sp>
      <p:sp>
        <p:nvSpPr>
          <p:cNvPr id="4193" name="Rectangle 2"/>
          <p:cNvSpPr txBox="1"/>
          <p:nvPr/>
        </p:nvSpPr>
        <p:spPr>
          <a:xfrm>
            <a:off x="4046216" y="4714885"/>
            <a:ext cx="4480561" cy="1379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ජේසුස් සමිඳුනේ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ට වෙනු කමා අනේ</a:t>
            </a:r>
          </a:p>
        </p:txBody>
      </p:sp>
      <p:pic>
        <p:nvPicPr>
          <p:cNvPr id="419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6" name="Rectangle 1"/>
          <p:cNvSpPr txBox="1"/>
          <p:nvPr/>
        </p:nvSpPr>
        <p:spPr>
          <a:xfrm>
            <a:off x="617192" y="642919"/>
            <a:ext cx="6195088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පාප නොසලකා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කල්වරි පුජාව තකා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අපරාද මකා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මෙමා පිළිගත් සැණෙකා</a:t>
            </a:r>
          </a:p>
        </p:txBody>
      </p:sp>
      <p:sp>
        <p:nvSpPr>
          <p:cNvPr id="4197" name="Rectangle 2"/>
          <p:cNvSpPr txBox="1"/>
          <p:nvPr/>
        </p:nvSpPr>
        <p:spPr>
          <a:xfrm>
            <a:off x="4046216" y="4714885"/>
            <a:ext cx="4480561" cy="1379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ජේසුස් සමිඳුනේ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ට වෙනු කමා අනේ</a:t>
            </a:r>
          </a:p>
        </p:txBody>
      </p:sp>
      <p:pic>
        <p:nvPicPr>
          <p:cNvPr id="419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0" name="Rectangle 1"/>
          <p:cNvSpPr txBox="1"/>
          <p:nvPr/>
        </p:nvSpPr>
        <p:spPr>
          <a:xfrm>
            <a:off x="731519" y="1066801"/>
            <a:ext cx="4480562" cy="435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A12Yasarath"/>
                <a:ea typeface="A12Yasarath"/>
                <a:cs typeface="A12Yasarath"/>
                <a:sym typeface="A12Yasarath"/>
              </a:defRPr>
            </a:pPr>
            <a:r>
              <a:t>fojs|qka yd wejsoskag</a:t>
            </a:r>
          </a:p>
          <a:p>
            <a:pPr>
              <a:defRPr sz="4000">
                <a:solidFill>
                  <a:srgbClr val="FFFFFF"/>
                </a:solidFill>
                <a:latin typeface="A12Yasarath"/>
                <a:ea typeface="A12Yasarath"/>
                <a:cs typeface="A12Yasarath"/>
                <a:sym typeface="A12Yasarath"/>
              </a:defRPr>
            </a:pPr>
            <a:r>
              <a:t>we;a kus iqoao is;la</a:t>
            </a:r>
          </a:p>
          <a:p>
            <a:pPr>
              <a:defRPr sz="4000">
                <a:solidFill>
                  <a:srgbClr val="FFFFFF"/>
                </a:solidFill>
                <a:latin typeface="A12Yasarath"/>
                <a:ea typeface="A12Yasarath"/>
                <a:cs typeface="A12Yasarath"/>
                <a:sym typeface="A12Yasarath"/>
              </a:defRPr>
            </a:pPr>
            <a:r>
              <a:t>fcaiqia fj; yefrkakg</a:t>
            </a:r>
          </a:p>
          <a:p>
            <a:pPr>
              <a:defRPr sz="4000">
                <a:solidFill>
                  <a:srgbClr val="FFFFFF"/>
                </a:solidFill>
                <a:latin typeface="A12Yasarath"/>
                <a:ea typeface="A12Yasarath"/>
                <a:cs typeface="A12Yasarath"/>
                <a:sym typeface="A12Yasarath"/>
              </a:defRPr>
            </a:pPr>
            <a:r>
              <a:t>we;a kus wdf,dalhla</a:t>
            </a:r>
          </a:p>
        </p:txBody>
      </p:sp>
      <p:sp>
        <p:nvSpPr>
          <p:cNvPr id="4201" name="Rectangle 2"/>
          <p:cNvSpPr txBox="1"/>
          <p:nvPr/>
        </p:nvSpPr>
        <p:spPr>
          <a:xfrm>
            <a:off x="3784775" y="3962401"/>
            <a:ext cx="4480561" cy="2529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A12Yasarath"/>
                <a:ea typeface="A12Yasarath"/>
                <a:cs typeface="A12Yasarath"/>
                <a:sym typeface="A12Yasarath"/>
              </a:defRPr>
            </a:pPr>
            <a:r>
              <a:t>tod ysus oqgq osk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4000">
                <a:solidFill>
                  <a:srgbClr val="FFFFFF"/>
                </a:solidFill>
                <a:latin typeface="A12Yasarath"/>
                <a:ea typeface="A12Yasarath"/>
                <a:cs typeface="A12Yasarath"/>
                <a:sym typeface="A12Yasarath"/>
              </a:defRPr>
            </a:pPr>
            <a:r>
              <a:t>js|s iem fldhs o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4000">
                <a:solidFill>
                  <a:srgbClr val="FFFFFF"/>
                </a:solidFill>
                <a:latin typeface="A12Yasarath"/>
                <a:ea typeface="A12Yasarath"/>
                <a:cs typeface="A12Yasarath"/>
                <a:sym typeface="A12Yasarath"/>
              </a:defRPr>
            </a:pPr>
            <a:r>
              <a:t>fcaiqia iy oyus .ek</a:t>
            </a:r>
          </a:p>
          <a:p>
            <a:pPr>
              <a:defRPr sz="4000">
                <a:solidFill>
                  <a:srgbClr val="FFFFFF"/>
                </a:solidFill>
                <a:latin typeface="A12Yasarath"/>
                <a:ea typeface="A12Yasarath"/>
                <a:cs typeface="A12Yasarath"/>
                <a:sym typeface="A12Yasarath"/>
              </a:defRPr>
            </a:pPr>
            <a:r>
              <a:t>ud wdof¾ keoao</a:t>
            </a:r>
          </a:p>
        </p:txBody>
      </p:sp>
      <p:sp>
        <p:nvSpPr>
          <p:cNvPr id="4202" name="TextBox 3"/>
          <p:cNvSpPr txBox="1"/>
          <p:nvPr/>
        </p:nvSpPr>
        <p:spPr>
          <a:xfrm>
            <a:off x="350519" y="304802"/>
            <a:ext cx="10515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265</a:t>
            </a:r>
          </a:p>
        </p:txBody>
      </p:sp>
      <p:pic>
        <p:nvPicPr>
          <p:cNvPr id="420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5" name="Rectangle 2"/>
          <p:cNvSpPr txBox="1"/>
          <p:nvPr/>
        </p:nvSpPr>
        <p:spPr>
          <a:xfrm>
            <a:off x="949609" y="838199"/>
            <a:ext cx="4785361" cy="227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wfyda l=uk fi;a ,;a ;=u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mehj,a o f.jsfjs</a:t>
            </a:r>
          </a:p>
          <a:p>
            <a:pPr>
              <a:defRPr sz="36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;j u ta isys lrus</a:t>
            </a:r>
          </a:p>
          <a:p>
            <a:pPr>
              <a:defRPr sz="36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tajd wk.s fjs15</a:t>
            </a:r>
          </a:p>
        </p:txBody>
      </p:sp>
      <p:sp>
        <p:nvSpPr>
          <p:cNvPr id="4206" name="Rectangle 3"/>
          <p:cNvSpPr txBox="1"/>
          <p:nvPr/>
        </p:nvSpPr>
        <p:spPr>
          <a:xfrm>
            <a:off x="3661279" y="3505199"/>
            <a:ext cx="4785361" cy="227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tfy;a oeka oqla f.k fok</a:t>
            </a:r>
          </a:p>
          <a:p>
            <a:pPr>
              <a:defRPr sz="36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mdˆ oefka ug</a:t>
            </a:r>
          </a:p>
          <a:p>
            <a:pPr>
              <a:defRPr sz="36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f,djg ta lsis osk</a:t>
            </a:r>
          </a:p>
          <a:p>
            <a:pPr>
              <a:defRPr sz="36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nE imqrkakg </a:t>
            </a:r>
          </a:p>
        </p:txBody>
      </p:sp>
      <p:pic>
        <p:nvPicPr>
          <p:cNvPr id="420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9" name="Rectangle 2"/>
          <p:cNvSpPr txBox="1"/>
          <p:nvPr/>
        </p:nvSpPr>
        <p:spPr>
          <a:xfrm>
            <a:off x="807719" y="914399"/>
            <a:ext cx="4480562" cy="227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iqoao mfrjs ;=fuks</a:t>
            </a:r>
          </a:p>
          <a:p>
            <a:pPr>
              <a:defRPr sz="36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ud fj;g jvska	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uqokag fu;a l=ˆfKks</a:t>
            </a:r>
          </a:p>
          <a:p>
            <a:pPr>
              <a:defRPr sz="36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mdms fu ud fkduska</a:t>
            </a:r>
          </a:p>
        </p:txBody>
      </p:sp>
      <p:sp>
        <p:nvSpPr>
          <p:cNvPr id="4210" name="Rectangle 3"/>
          <p:cNvSpPr txBox="1"/>
          <p:nvPr/>
        </p:nvSpPr>
        <p:spPr>
          <a:xfrm>
            <a:off x="3855719" y="3581399"/>
            <a:ext cx="4480562" cy="227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oql fouska Tn yg</a:t>
            </a:r>
          </a:p>
          <a:p>
            <a:pPr>
              <a:defRPr sz="36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oqr ,q ud &lt;fhka</a:t>
            </a:r>
          </a:p>
          <a:p>
            <a:pPr>
              <a:defRPr sz="36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ta mjs uu fu ;eka isg</a:t>
            </a:r>
          </a:p>
          <a:p>
            <a:pPr>
              <a:defRPr sz="36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kqreiaid,us  b;ska </a:t>
            </a:r>
          </a:p>
        </p:txBody>
      </p:sp>
      <p:pic>
        <p:nvPicPr>
          <p:cNvPr id="421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3" name="Rectangle 1"/>
          <p:cNvSpPr txBox="1"/>
          <p:nvPr/>
        </p:nvSpPr>
        <p:spPr>
          <a:xfrm>
            <a:off x="960119" y="1066799"/>
            <a:ext cx="4480562" cy="227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udf.a fmue;s mdmh</a:t>
            </a:r>
          </a:p>
          <a:p>
            <a:pPr>
              <a:defRPr sz="36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l=ula jk kuq;a</a:t>
            </a:r>
          </a:p>
          <a:p>
            <a:pPr>
              <a:defRPr sz="36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bj; ,us uus th</a:t>
            </a:r>
          </a:p>
          <a:p>
            <a:pPr>
              <a:defRPr sz="36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ysus jvska ud fj;a</a:t>
            </a:r>
          </a:p>
        </p:txBody>
      </p:sp>
      <p:pic>
        <p:nvPicPr>
          <p:cNvPr id="421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6" name="TextBox 1"/>
          <p:cNvSpPr txBox="1"/>
          <p:nvPr/>
        </p:nvSpPr>
        <p:spPr>
          <a:xfrm>
            <a:off x="426719" y="457201"/>
            <a:ext cx="10515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266</a:t>
            </a:r>
          </a:p>
        </p:txBody>
      </p:sp>
      <p:sp>
        <p:nvSpPr>
          <p:cNvPr id="4217" name="TextBox 2"/>
          <p:cNvSpPr txBox="1"/>
          <p:nvPr/>
        </p:nvSpPr>
        <p:spPr>
          <a:xfrm>
            <a:off x="807719" y="1066802"/>
            <a:ext cx="68427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ජේසුස්ගේ ලේ උතුම් අනුහස් දනිම්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සෝදයි මා පව් සැම ඒ ලෙයින්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අදහම් මම් ඒ තුමගේ දයා පෙම්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සෝදයි මා පව් සැම ඒ ලෙයින්</a:t>
            </a:r>
          </a:p>
        </p:txBody>
      </p:sp>
      <p:sp>
        <p:nvSpPr>
          <p:cNvPr id="4218" name="TextBox 3"/>
          <p:cNvSpPr txBox="1"/>
          <p:nvPr/>
        </p:nvSpPr>
        <p:spPr>
          <a:xfrm>
            <a:off x="3313191" y="4186823"/>
            <a:ext cx="5775961" cy="294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සෝදයි මා</a:t>
            </a:r>
            <a:r>
              <a:t>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ඒ ලෙයින්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නිසා වගුළ ඒ ලෙයින්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 මෙන් මම් පිරිසිදු වෙම් එයින්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සෝදයි මා පව් සැම ඒ ලෙයින්</a:t>
            </a:r>
          </a:p>
        </p:txBody>
      </p:sp>
      <p:pic>
        <p:nvPicPr>
          <p:cNvPr id="421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1" name="TextBox 2"/>
          <p:cNvSpPr txBox="1"/>
          <p:nvPr/>
        </p:nvSpPr>
        <p:spPr>
          <a:xfrm>
            <a:off x="655319" y="533401"/>
            <a:ext cx="84429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ජේසුස්ගේ ඇලයෙන් තුරන් නො වෙම් මම්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සෝදයි මා පව් සැම ඒ ලෙයින්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දුක් නිතින් සිහි කරම් මම්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සෝදයි මා පව් සැම ඒ ලෙයින්</a:t>
            </a:r>
          </a:p>
        </p:txBody>
      </p:sp>
      <p:sp>
        <p:nvSpPr>
          <p:cNvPr id="4222" name="TextBox 3"/>
          <p:cNvSpPr txBox="1"/>
          <p:nvPr/>
        </p:nvSpPr>
        <p:spPr>
          <a:xfrm>
            <a:off x="3322319" y="3733801"/>
            <a:ext cx="5775962" cy="294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සෝදයි මා</a:t>
            </a:r>
            <a:r>
              <a:t>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ඒ ලෙයින්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නිසා වගුළ ඒ ලෙයින්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 මෙන් මම් පිරිසිදු වෙම් එයින්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සෝදයි මා පව් සැම ඒ ලෙයින්</a:t>
            </a:r>
          </a:p>
        </p:txBody>
      </p:sp>
      <p:pic>
        <p:nvPicPr>
          <p:cNvPr id="422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5" name="TextBox 6"/>
          <p:cNvSpPr txBox="1"/>
          <p:nvPr/>
        </p:nvSpPr>
        <p:spPr>
          <a:xfrm>
            <a:off x="655319" y="762001"/>
            <a:ext cx="77571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සුදු වතින් මම සිටිම් ඒ සඳ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සෝදා මාගේ ඇඳුම් ඒ ලෙයින්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නිවෙස්හි ඉඩම් දෙයි හිමි සඳ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 ඒ ලෙයින් මා සෝදා ලන්</a:t>
            </a:r>
          </a:p>
        </p:txBody>
      </p:sp>
      <p:sp>
        <p:nvSpPr>
          <p:cNvPr id="4226" name="TextBox 3"/>
          <p:cNvSpPr txBox="1"/>
          <p:nvPr/>
        </p:nvSpPr>
        <p:spPr>
          <a:xfrm>
            <a:off x="3322319" y="3733801"/>
            <a:ext cx="5775962" cy="294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සෝදයි මා</a:t>
            </a:r>
            <a:r>
              <a:t>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ඒ ලෙයින්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නිසා වගුළ ඒ ලෙයින්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 මෙන් මම් පිරිසිදු වෙම් එයින්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සෝදයි මා පව් සැම ඒ ලෙයින්</a:t>
            </a:r>
          </a:p>
        </p:txBody>
      </p:sp>
      <p:pic>
        <p:nvPicPr>
          <p:cNvPr id="422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" name="TextBox 1"/>
          <p:cNvSpPr txBox="1"/>
          <p:nvPr/>
        </p:nvSpPr>
        <p:spPr>
          <a:xfrm>
            <a:off x="883919" y="380999"/>
            <a:ext cx="112776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267</a:t>
            </a:r>
          </a:p>
        </p:txBody>
      </p:sp>
      <p:sp>
        <p:nvSpPr>
          <p:cNvPr id="4230" name="TextBox 2"/>
          <p:cNvSpPr txBox="1"/>
          <p:nvPr/>
        </p:nvSpPr>
        <p:spPr>
          <a:xfrm>
            <a:off x="1645919" y="1066802"/>
            <a:ext cx="59283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පව් මකුණේ ය 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කෙලෙසින් දනිම්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 සගේ ලිය තිබෙයි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පෙමින් දන්වයි හිමි </a:t>
            </a:r>
          </a:p>
        </p:txBody>
      </p:sp>
      <p:sp>
        <p:nvSpPr>
          <p:cNvPr id="4231" name="TextBox 3"/>
          <p:cNvSpPr txBox="1"/>
          <p:nvPr/>
        </p:nvSpPr>
        <p:spPr>
          <a:xfrm>
            <a:off x="1569719" y="3810001"/>
            <a:ext cx="57759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දැනුණු දුටු දේ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නිසැකින් කියමි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කමාවේ ලකුණු සොදේ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ලොවට දන්වමි </a:t>
            </a:r>
          </a:p>
        </p:txBody>
      </p:sp>
      <p:pic>
        <p:nvPicPr>
          <p:cNvPr id="423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4" name="TextBox 1"/>
          <p:cNvSpPr txBox="1"/>
          <p:nvPr/>
        </p:nvSpPr>
        <p:spPr>
          <a:xfrm>
            <a:off x="1417319" y="609601"/>
            <a:ext cx="61569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කිතු හිමි පෙමින්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කිරුසි පත් වීමෙන්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මට විමුක්තිය දෙමින්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සැනැසී මා සිත් ඉන් </a:t>
            </a:r>
          </a:p>
        </p:txBody>
      </p:sp>
      <p:sp>
        <p:nvSpPr>
          <p:cNvPr id="4235" name="TextBox 2"/>
          <p:cNvSpPr txBox="1"/>
          <p:nvPr/>
        </p:nvSpPr>
        <p:spPr>
          <a:xfrm>
            <a:off x="1417319" y="3657601"/>
            <a:ext cx="60807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ආත්මය පව් බරින්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මිදී දෙවි වරමින්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කුළුණු පෙම දෙවිදුන්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ගයමි ගියෙන් බැතින්</a:t>
            </a:r>
          </a:p>
        </p:txBody>
      </p:sp>
      <p:pic>
        <p:nvPicPr>
          <p:cNvPr id="423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8" name="TextBox 1"/>
          <p:cNvSpPr txBox="1"/>
          <p:nvPr/>
        </p:nvSpPr>
        <p:spPr>
          <a:xfrm>
            <a:off x="1264919" y="609601"/>
            <a:ext cx="6309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සුදත් දෙව් බරින්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සිත් සාමදානයෙන්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 හිමි මහත් පෙමින්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දුන් සෙත් වණම් නිතින් </a:t>
            </a:r>
          </a:p>
        </p:txBody>
      </p:sp>
      <p:sp>
        <p:nvSpPr>
          <p:cNvPr id="4239" name="TextBox 2"/>
          <p:cNvSpPr txBox="1"/>
          <p:nvPr/>
        </p:nvSpPr>
        <p:spPr>
          <a:xfrm>
            <a:off x="1264919" y="3505201"/>
            <a:ext cx="62331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ආත්මයාණෝ පෙමින්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වසති මා තුළ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සාක්කි දරති නිසැකින්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දක්වත් එහි පල </a:t>
            </a:r>
          </a:p>
        </p:txBody>
      </p:sp>
      <p:pic>
        <p:nvPicPr>
          <p:cNvPr id="424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2" name="TextBox 1"/>
          <p:cNvSpPr txBox="1"/>
          <p:nvPr/>
        </p:nvSpPr>
        <p:spPr>
          <a:xfrm>
            <a:off x="1341119" y="990602"/>
            <a:ext cx="53187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අණ දෙන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හැම දේ කරමි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එතුමන්ගේ සුද්ද අණ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ලෙස පවතිමි</a:t>
            </a:r>
          </a:p>
        </p:txBody>
      </p:sp>
      <p:pic>
        <p:nvPicPr>
          <p:cNvPr id="424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5" name="TextBox 1"/>
          <p:cNvSpPr txBox="1"/>
          <p:nvPr/>
        </p:nvSpPr>
        <p:spPr>
          <a:xfrm>
            <a:off x="655319" y="533401"/>
            <a:ext cx="16611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268</a:t>
            </a:r>
          </a:p>
        </p:txBody>
      </p:sp>
      <p:sp>
        <p:nvSpPr>
          <p:cNvPr id="4246" name="TextBox 2"/>
          <p:cNvSpPr txBox="1"/>
          <p:nvPr/>
        </p:nvSpPr>
        <p:spPr>
          <a:xfrm>
            <a:off x="1645919" y="1371599"/>
            <a:ext cx="49377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මට විවර ගල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සැගවෙමි ඔබ තුල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ගැලු ඔබගේ ඇලෙන්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වතුර හා රුදිරෙන්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පව් හා එහි බල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සෝදා හරින් මේ කල </a:t>
            </a:r>
          </a:p>
        </p:txBody>
      </p:sp>
      <p:pic>
        <p:nvPicPr>
          <p:cNvPr id="424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" name="TextBox 1"/>
          <p:cNvSpPr txBox="1"/>
          <p:nvPr/>
        </p:nvSpPr>
        <p:spPr>
          <a:xfrm>
            <a:off x="1188719" y="1295399"/>
            <a:ext cx="59283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බෙලෙන් නොහැක් මට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පණත් රකින්නට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කොතෙක් උත්සාහ කලත්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කදුළු වගුරුවත්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 කමා නො ලැබේ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ඔබෙන් පමණක් ලැබේ</a:t>
            </a:r>
          </a:p>
        </p:txBody>
      </p:sp>
      <p:pic>
        <p:nvPicPr>
          <p:cNvPr id="425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2" name="TextBox 1"/>
          <p:cNvSpPr txBox="1"/>
          <p:nvPr/>
        </p:nvSpPr>
        <p:spPr>
          <a:xfrm>
            <a:off x="1341119" y="1371599"/>
            <a:ext cx="62331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අතේ කිසිත් නො ගෙනෙමි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කුරුසේට ම ඇලෙමි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නිවත් මා හදවනු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දුක්පත් මට සෙත් දෙනු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සෝදා ලන් කිළිටි මා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සෝදා නැත් නම් නැසෙයි මා</a:t>
            </a:r>
          </a:p>
        </p:txBody>
      </p:sp>
      <p:pic>
        <p:nvPicPr>
          <p:cNvPr id="425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5" name="TextBox 1"/>
          <p:cNvSpPr txBox="1"/>
          <p:nvPr/>
        </p:nvSpPr>
        <p:spPr>
          <a:xfrm>
            <a:off x="1417319" y="1219199"/>
            <a:ext cx="66903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 දිවි පවත්නා තුරුත්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ඇස්  පියවෙන කලත්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දත් මග යද්දි ද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විනිස දිනේ දි ද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මට විවර ගල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සැගවෙමි ඔබ තුළ </a:t>
            </a:r>
          </a:p>
        </p:txBody>
      </p:sp>
      <p:pic>
        <p:nvPicPr>
          <p:cNvPr id="425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8" name="Rectangle 1"/>
          <p:cNvSpPr txBox="1"/>
          <p:nvPr/>
        </p:nvSpPr>
        <p:spPr>
          <a:xfrm>
            <a:off x="1331572" y="797084"/>
            <a:ext cx="6052229" cy="6377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අහෝ මගේ ආත්මයෙනි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ගලවන මෙනි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විඳි හිමි තොසිනි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සරණ යන් නිතියෙනි</a:t>
            </a:r>
          </a:p>
          <a:p>
            <a:pPr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නිසා සග පුර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 හැර විත් සිත යුර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විඳි දෙවි කුමර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 නොහරින් කිසි වර</a:t>
            </a:r>
          </a:p>
        </p:txBody>
      </p:sp>
      <p:sp>
        <p:nvSpPr>
          <p:cNvPr id="4259" name="TextBox 2"/>
          <p:cNvSpPr txBox="1"/>
          <p:nvPr/>
        </p:nvSpPr>
        <p:spPr>
          <a:xfrm>
            <a:off x="350519" y="292099"/>
            <a:ext cx="1000762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269</a:t>
            </a:r>
          </a:p>
        </p:txBody>
      </p:sp>
      <p:pic>
        <p:nvPicPr>
          <p:cNvPr id="426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2" name="Rectangle 1"/>
          <p:cNvSpPr txBox="1"/>
          <p:nvPr/>
        </p:nvSpPr>
        <p:spPr>
          <a:xfrm>
            <a:off x="1188711" y="797084"/>
            <a:ext cx="6480842" cy="6377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බලයෙන් හා කුළුණින් යුත්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එතුමෝ ඔබ හිමි වෙත්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ඒබ ව කිසි කලෙකත්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නොකරන් සිහියෙන් ඉවත්</a:t>
            </a:r>
          </a:p>
          <a:p>
            <a:pPr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නම උතුම් වේ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නම වේ ය මා ගීය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මෙහි ඇරැඹෙන ගීය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සගේ දීත් ගයමි එය</a:t>
            </a:r>
          </a:p>
        </p:txBody>
      </p:sp>
      <p:pic>
        <p:nvPicPr>
          <p:cNvPr id="426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5" name="Rectangle 1"/>
          <p:cNvSpPr txBox="1"/>
          <p:nvPr/>
        </p:nvSpPr>
        <p:spPr>
          <a:xfrm>
            <a:off x="1331571" y="714357"/>
            <a:ext cx="598079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යුගය කෙළවර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සියල්ල පහ වී යාය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නමුත් උතුම් නාමය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සදහටම පවත්නේය</a:t>
            </a:r>
          </a:p>
        </p:txBody>
      </p:sp>
      <p:pic>
        <p:nvPicPr>
          <p:cNvPr id="426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8" name="TextBox 4"/>
          <p:cNvSpPr txBox="1"/>
          <p:nvPr/>
        </p:nvSpPr>
        <p:spPr>
          <a:xfrm>
            <a:off x="350519" y="292099"/>
            <a:ext cx="1000762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270</a:t>
            </a:r>
          </a:p>
        </p:txBody>
      </p:sp>
      <p:sp>
        <p:nvSpPr>
          <p:cNvPr id="4269" name="TextBox 5"/>
          <p:cNvSpPr txBox="1"/>
          <p:nvPr/>
        </p:nvSpPr>
        <p:spPr>
          <a:xfrm>
            <a:off x="833119" y="927102"/>
            <a:ext cx="76047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සිහි කරන් දයා වී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 සවන් මටත්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සෙත් දෙන්ට වඩින කල්හි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සිහි කරන් මාත්</a:t>
            </a:r>
          </a:p>
        </p:txBody>
      </p:sp>
      <p:sp>
        <p:nvSpPr>
          <p:cNvPr id="4270" name="TextBox 6"/>
          <p:cNvSpPr txBox="1"/>
          <p:nvPr/>
        </p:nvSpPr>
        <p:spPr>
          <a:xfrm>
            <a:off x="4084319" y="3581399"/>
            <a:ext cx="5763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ජේසුස්</a:t>
            </a:r>
          </a:p>
          <a:p>
            <a: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 සවන් මටත්</a:t>
            </a:r>
          </a:p>
          <a:p>
            <a: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සෙත් දෙන්ට වඩින කල්හි</a:t>
            </a:r>
          </a:p>
          <a:p>
            <a: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සිහි කරන් මාත්</a:t>
            </a:r>
          </a:p>
        </p:txBody>
      </p:sp>
      <p:pic>
        <p:nvPicPr>
          <p:cNvPr id="4271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3" name="TextBox 3"/>
          <p:cNvSpPr txBox="1"/>
          <p:nvPr/>
        </p:nvSpPr>
        <p:spPr>
          <a:xfrm>
            <a:off x="833119" y="927102"/>
            <a:ext cx="76047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පා මුල දි මට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සැනසුම දෙන්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සැදැහැ මදි කමට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මට කමා වන්</a:t>
            </a:r>
          </a:p>
        </p:txBody>
      </p:sp>
      <p:sp>
        <p:nvSpPr>
          <p:cNvPr id="4274" name="TextBox 5"/>
          <p:cNvSpPr txBox="1"/>
          <p:nvPr/>
        </p:nvSpPr>
        <p:spPr>
          <a:xfrm>
            <a:off x="4084319" y="3581399"/>
            <a:ext cx="5763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ජේසුස්</a:t>
            </a:r>
          </a:p>
          <a:p>
            <a: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 සවන් මටත්</a:t>
            </a:r>
          </a:p>
          <a:p>
            <a: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සෙත් දෙන්ට වඩින කල්හි</a:t>
            </a:r>
          </a:p>
          <a:p>
            <a: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සිහි කරන් මාත්</a:t>
            </a:r>
          </a:p>
        </p:txBody>
      </p:sp>
      <p:pic>
        <p:nvPicPr>
          <p:cNvPr id="427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7" name="TextBox 3"/>
          <p:cNvSpPr txBox="1"/>
          <p:nvPr/>
        </p:nvSpPr>
        <p:spPr>
          <a:xfrm>
            <a:off x="833119" y="927102"/>
            <a:ext cx="76047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නිසා ඔබ කරුණාව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එම් ඔබ වෙත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තොසින් මිදුව මැන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මෙත් යුත</a:t>
            </a:r>
          </a:p>
        </p:txBody>
      </p:sp>
      <p:sp>
        <p:nvSpPr>
          <p:cNvPr id="4278" name="TextBox 5"/>
          <p:cNvSpPr txBox="1"/>
          <p:nvPr/>
        </p:nvSpPr>
        <p:spPr>
          <a:xfrm>
            <a:off x="4084319" y="3581399"/>
            <a:ext cx="5763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ජේසුස්</a:t>
            </a:r>
          </a:p>
          <a:p>
            <a: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 සවන් මටත්</a:t>
            </a:r>
          </a:p>
          <a:p>
            <a: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සෙත් දෙන්ට වඩින කල්හි</a:t>
            </a:r>
          </a:p>
          <a:p>
            <a: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සිහි කරන් මාත්</a:t>
            </a:r>
          </a:p>
        </p:txBody>
      </p:sp>
      <p:pic>
        <p:nvPicPr>
          <p:cNvPr id="427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1" name="TextBox 3"/>
          <p:cNvSpPr txBox="1"/>
          <p:nvPr/>
        </p:nvSpPr>
        <p:spPr>
          <a:xfrm>
            <a:off x="833119" y="927102"/>
            <a:ext cx="76047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මට ඔබ හැර වෙන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ඇත් ද සරණක්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පොළෝ හැම තැන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නැත කිසිවෙක්</a:t>
            </a:r>
          </a:p>
        </p:txBody>
      </p:sp>
      <p:sp>
        <p:nvSpPr>
          <p:cNvPr id="4282" name="TextBox 5"/>
          <p:cNvSpPr txBox="1"/>
          <p:nvPr/>
        </p:nvSpPr>
        <p:spPr>
          <a:xfrm>
            <a:off x="4084319" y="3581399"/>
            <a:ext cx="5763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ජේසුස්</a:t>
            </a:r>
          </a:p>
          <a:p>
            <a: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 සවන් මටත්</a:t>
            </a:r>
          </a:p>
          <a:p>
            <a: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සෙත් දෙන්ට වඩින කල්හි</a:t>
            </a:r>
          </a:p>
          <a:p>
            <a: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සිහි කරන් මාත්</a:t>
            </a:r>
          </a:p>
        </p:txBody>
      </p:sp>
      <p:pic>
        <p:nvPicPr>
          <p:cNvPr id="428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5" name="Rectangle 6"/>
          <p:cNvSpPr txBox="1"/>
          <p:nvPr/>
        </p:nvSpPr>
        <p:spPr>
          <a:xfrm>
            <a:off x="974381" y="928669"/>
            <a:ext cx="7052362" cy="6377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 මලෙන් අප සේදුව සමිඳුනි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සිරි පා ඔබගේ නමඳිමු බැතියෙනි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දෙසු දහමේ ලොවුතුරු රසයෙනි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හදවත් ඉපිලේ අත් බව සමඟිනි</a:t>
            </a:r>
          </a:p>
          <a:p>
            <a:pPr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ළා දලු අතරේ වන මල් ගොමුවේ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සිකිපිල් කලඹේ සමනළ තටුවේ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සුදු සඳ වතුරේ බැබළෙන තරුවේ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අරුණලු කිරණේ ඔබ පෙම හමුවේ</a:t>
            </a:r>
          </a:p>
        </p:txBody>
      </p:sp>
      <p:sp>
        <p:nvSpPr>
          <p:cNvPr id="4286" name="TextBox 7"/>
          <p:cNvSpPr txBox="1"/>
          <p:nvPr/>
        </p:nvSpPr>
        <p:spPr>
          <a:xfrm>
            <a:off x="350519" y="292102"/>
            <a:ext cx="1000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271</a:t>
            </a:r>
          </a:p>
        </p:txBody>
      </p:sp>
      <p:pic>
        <p:nvPicPr>
          <p:cNvPr id="428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9" name="Rectangle 3"/>
          <p:cNvSpPr txBox="1"/>
          <p:nvPr/>
        </p:nvSpPr>
        <p:spPr>
          <a:xfrm>
            <a:off x="688629" y="828991"/>
            <a:ext cx="8195370" cy="6377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දිනු සමිඳුනි ඔබ පෙම් මිහිරේ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අම රස විඳිමුව සැනහී දහමේ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 මෙත පෑ හැම සත වෙත කුළුණෙනි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වෙත පිදුව ද මදි ලොව හැම ඇති</a:t>
            </a:r>
          </a:p>
          <a:p>
            <a:pPr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නින්දා කුරුසිය ඔබ එසැවුයේ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සත මුදනුව නො වැටී නිරයේ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ඇලයෙන් ගැලු සිරි රුහිරෙන් ඔබගේ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මුළු ලොව දෙවුණේ නව ලොව මැවුණේ</a:t>
            </a:r>
          </a:p>
        </p:txBody>
      </p:sp>
      <p:pic>
        <p:nvPicPr>
          <p:cNvPr id="429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2" name="Rectangle 3"/>
          <p:cNvSpPr txBox="1"/>
          <p:nvPr/>
        </p:nvSpPr>
        <p:spPr>
          <a:xfrm>
            <a:off x="1045819" y="642919"/>
            <a:ext cx="7623866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පායයි හිරු සඳු නවමුව අලුතෙනි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තුරු පෙළ සෑදෙයි නව පලු පල්ලෙනි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යළි ඉපදී පිරිසිදු සිතුවිල්ලෙනි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පසසමු ඔබ ගුණ සිබස් තුහිල්ලෙනි</a:t>
            </a:r>
          </a:p>
        </p:txBody>
      </p:sp>
      <p:pic>
        <p:nvPicPr>
          <p:cNvPr id="429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5" name="Rectangle 3"/>
          <p:cNvSpPr txBox="1"/>
          <p:nvPr/>
        </p:nvSpPr>
        <p:spPr>
          <a:xfrm>
            <a:off x="1260133" y="857231"/>
            <a:ext cx="7195238" cy="6377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සයුරේ රළ පතර මත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වෙත පා නඟත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ගිලිය නොදී දිගු කර සුර</a:t>
            </a:r>
            <a:r>
              <a:t>'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ඔරුවට ගන්න</a:t>
            </a:r>
          </a:p>
          <a:p>
            <a:pPr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 ඉසුරට මා සිත අදිමින්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 රජ කරත සැණින්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අණ දී යව අහකට සාතන්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හිමියෙනි රැක ගන්න</a:t>
            </a:r>
          </a:p>
        </p:txBody>
      </p:sp>
      <p:sp>
        <p:nvSpPr>
          <p:cNvPr id="4296" name="TextBox 4"/>
          <p:cNvSpPr txBox="1"/>
          <p:nvPr/>
        </p:nvSpPr>
        <p:spPr>
          <a:xfrm>
            <a:off x="350519" y="292102"/>
            <a:ext cx="1000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272</a:t>
            </a:r>
          </a:p>
        </p:txBody>
      </p:sp>
      <p:pic>
        <p:nvPicPr>
          <p:cNvPr id="4297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9" name="Rectangle 3"/>
          <p:cNvSpPr txBox="1"/>
          <p:nvPr/>
        </p:nvSpPr>
        <p:spPr>
          <a:xfrm>
            <a:off x="1045819" y="785793"/>
            <a:ext cx="7195238" cy="6377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නැඟ සැප සම්පත් ගස මුදුන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නැරඹන ඔබ මුහුණ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බැසපන්න වහා අමතමින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හට ගෙට යන්න</a:t>
            </a:r>
          </a:p>
          <a:p>
            <a:pPr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 බැම්වලින් සිත වෙළුණ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වෙත නිදි සොහොන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 හඬකින් පිටතට එන්න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පවසා පුබුදන්න</a:t>
            </a:r>
          </a:p>
        </p:txBody>
      </p:sp>
      <p:pic>
        <p:nvPicPr>
          <p:cNvPr id="430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2" name="Rectangle 3"/>
          <p:cNvSpPr txBox="1"/>
          <p:nvPr/>
        </p:nvSpPr>
        <p:spPr>
          <a:xfrm>
            <a:off x="1188695" y="1142986"/>
            <a:ext cx="6980924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දැස බැඳි දිවි මඟ යන දා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නොහැකි ව අඳුනන්න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ආසිරි බොදුනින් ඇස පහදා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වෙත හරවන්න</a:t>
            </a:r>
          </a:p>
        </p:txBody>
      </p:sp>
      <p:pic>
        <p:nvPicPr>
          <p:cNvPr id="430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5" name="Rectangle 3"/>
          <p:cNvSpPr txBox="1"/>
          <p:nvPr/>
        </p:nvSpPr>
        <p:spPr>
          <a:xfrm>
            <a:off x="617192" y="1417156"/>
            <a:ext cx="7909616" cy="4783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දුත රැසා වී නොලසා දුන්නේ ගී රැසා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මම සිත් විලසා දෙම් පැසසුම් ගී නදින් තොසා</a:t>
            </a:r>
          </a:p>
          <a:p>
            <a:pPr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දෝස මගේ බෝ බැවිනා වින්දෙමි දුකා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මම දොම්නසිනා පෙම් බැතිනා කීමි ස්වාමිටා</a:t>
            </a:r>
          </a:p>
          <a:p>
            <a:pPr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පිත් දේව තුමා දෙව් කුමරා එව්වේ පෙම්බර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ක්‍රිස්තු තුමා කල්වරියේ මා නිසා මළා</a:t>
            </a:r>
          </a:p>
        </p:txBody>
      </p:sp>
      <p:sp>
        <p:nvSpPr>
          <p:cNvPr id="4306" name="TextBox 4"/>
          <p:cNvSpPr txBox="1"/>
          <p:nvPr/>
        </p:nvSpPr>
        <p:spPr>
          <a:xfrm>
            <a:off x="474315" y="428606"/>
            <a:ext cx="1000761" cy="56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273</a:t>
            </a:r>
          </a:p>
        </p:txBody>
      </p:sp>
      <p:pic>
        <p:nvPicPr>
          <p:cNvPr id="4307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9" name="Rectangle 3"/>
          <p:cNvSpPr txBox="1"/>
          <p:nvPr/>
        </p:nvSpPr>
        <p:spPr>
          <a:xfrm>
            <a:off x="474348" y="1357297"/>
            <a:ext cx="8266774" cy="4783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සෝදන ගංගාවට ගොස් බැස්සෙමි ප්‍රියා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ජේසු තුමා දුන් මට ගැලවීම මහිමා</a:t>
            </a:r>
          </a:p>
          <a:p>
            <a:pPr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තේජස් පුරටා යන්නෙමි දැන් ප්‍රීති ගී දෙමින්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දෙව් කුමරා වෙත් සිටිනා සේ සදා තුටින්</a:t>
            </a:r>
          </a:p>
          <a:p>
            <a:pPr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පව්කාර සැමා යන්නෙ බයංකාර ගින්නට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ගැලවීම ලබව් ජේසු නිමල් පා කමල් වැඳා</a:t>
            </a:r>
          </a:p>
        </p:txBody>
      </p:sp>
      <p:pic>
        <p:nvPicPr>
          <p:cNvPr id="431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2" name="Rectangle 1"/>
          <p:cNvSpPr txBox="1"/>
          <p:nvPr/>
        </p:nvSpPr>
        <p:spPr>
          <a:xfrm>
            <a:off x="188563" y="1500176"/>
            <a:ext cx="8766842" cy="5196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	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පැන් සොයමිනා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	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පිපාසයෙනා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හති දමමින්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	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දුවන මුවකු මෙන් පිනා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	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 හද නිතින්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දෙවිඳු තුමෙනි පුණ‍යවන්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ඔබට ම ය බැතින ඇළුම්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සංසිඳවනු පිපාසවන්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 හද ජිවන පැන් දෙමින්</a:t>
            </a:r>
          </a:p>
        </p:txBody>
      </p:sp>
      <p:sp>
        <p:nvSpPr>
          <p:cNvPr id="4313" name="TextBox 2"/>
          <p:cNvSpPr txBox="1"/>
          <p:nvPr/>
        </p:nvSpPr>
        <p:spPr>
          <a:xfrm>
            <a:off x="474315" y="428606"/>
            <a:ext cx="1000761" cy="56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274</a:t>
            </a:r>
          </a:p>
        </p:txBody>
      </p:sp>
      <p:pic>
        <p:nvPicPr>
          <p:cNvPr id="431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6" name="Rectangle 1"/>
          <p:cNvSpPr txBox="1"/>
          <p:nvPr/>
        </p:nvSpPr>
        <p:spPr>
          <a:xfrm>
            <a:off x="1331572" y="642919"/>
            <a:ext cx="6909484" cy="654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පැන් සොයමිනා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පිපාසයෙනා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හති දමමින්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දුවන මුවකු මෙන් පිනා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හද නිතින්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වියළි තදා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බුමිය නදා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වැසි නොමඳා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පතන විලස අනුබදා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මඳ ලොබින්</a:t>
            </a:r>
          </a:p>
        </p:txBody>
      </p:sp>
      <p:pic>
        <p:nvPicPr>
          <p:cNvPr id="431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9" name="Rectangle 1"/>
          <p:cNvSpPr txBox="1"/>
          <p:nvPr/>
        </p:nvSpPr>
        <p:spPr>
          <a:xfrm>
            <a:off x="402878" y="1285859"/>
            <a:ext cx="8123930" cy="46056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	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 සිත නඳින්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	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බලව උතුම් දෙවිදු තුමන්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	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කුමට බිය වනු නොමින්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	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සව් බෙලෙන යුත්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 තුළ පැතුම තිරා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තබනු බැතින මනහරා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වසනු නිතින හිමි තුළා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සිතට සැපත සිවිපුලා</a:t>
            </a:r>
          </a:p>
        </p:txBody>
      </p:sp>
      <p:pic>
        <p:nvPicPr>
          <p:cNvPr id="432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2" name="Rectangle 1"/>
          <p:cNvSpPr txBox="1"/>
          <p:nvPr/>
        </p:nvSpPr>
        <p:spPr>
          <a:xfrm>
            <a:off x="402878" y="1443839"/>
            <a:ext cx="8338244" cy="3259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පවින පිරුණු හදකි ඇත්තේ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අපට ජේසු සම්ඳුනේ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සරණ වෙලා වෙන්න සමා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අපට සමිඳුනේ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සිනිඳු ගලක හැපෙන රැළක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සඟින පෙණ වගේ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සිතට ගතට නිතර දැනෙන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ජිවනේ අපේ</a:t>
            </a:r>
          </a:p>
        </p:txBody>
      </p:sp>
      <p:sp>
        <p:nvSpPr>
          <p:cNvPr id="4323" name="TextBox 2"/>
          <p:cNvSpPr txBox="1"/>
          <p:nvPr/>
        </p:nvSpPr>
        <p:spPr>
          <a:xfrm>
            <a:off x="474315" y="428606"/>
            <a:ext cx="1000761" cy="56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275</a:t>
            </a:r>
          </a:p>
        </p:txBody>
      </p:sp>
      <p:pic>
        <p:nvPicPr>
          <p:cNvPr id="432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6" name="Rectangle 1"/>
          <p:cNvSpPr txBox="1"/>
          <p:nvPr/>
        </p:nvSpPr>
        <p:spPr>
          <a:xfrm>
            <a:off x="474316" y="1443840"/>
            <a:ext cx="8266805" cy="3259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පවින පිරුණු හදකි ඇත්තේ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අපට ජේසු සම්ඳුනේ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සරණ වෙලා වෙන්න සමා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අපට සමිඳුනේ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නිහඬ රැයෙක ලොවට ගෙනෙන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සාමයේ අගේ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නිදන් ළමුන් මනට ඇදෙන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සිහිනයක් වගේ</a:t>
            </a:r>
          </a:p>
        </p:txBody>
      </p:sp>
      <p:pic>
        <p:nvPicPr>
          <p:cNvPr id="432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9" name="Rectangle 1"/>
          <p:cNvSpPr txBox="1"/>
          <p:nvPr/>
        </p:nvSpPr>
        <p:spPr>
          <a:xfrm>
            <a:off x="402878" y="1443840"/>
            <a:ext cx="8338244" cy="3259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පවින පිරුණු හදකි ඇත්තේ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අපට ජේසු සම්ඳුනේ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සරණ වෙලා වෙන්න සමා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අපට සමිඳුනේ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මලක රේණු තුඩක වඳින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කුරුලු හොට වගේ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පවෙ ම ගැටෙන පවිටු හදකි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ජිවිතේ අපේ</a:t>
            </a:r>
          </a:p>
        </p:txBody>
      </p:sp>
      <p:pic>
        <p:nvPicPr>
          <p:cNvPr id="433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2" name="Rectangle 1"/>
          <p:cNvSpPr txBox="1"/>
          <p:nvPr/>
        </p:nvSpPr>
        <p:spPr>
          <a:xfrm>
            <a:off x="402878" y="1443840"/>
            <a:ext cx="8266805" cy="3259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පවින පිරුණු හදකි ඇත්තේ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අපට ජේසු සම්ඳුනේ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සරණ වෙලා වෙන්න සමා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අපට සමිඳුනේ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සෙවණ පතන මෙ අප වෙතට යොමා කුළුණිනේ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පවිටු බවෙන් මුදා ගන්න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ජේසු සමිඳුනේ</a:t>
            </a:r>
          </a:p>
        </p:txBody>
      </p:sp>
      <p:pic>
        <p:nvPicPr>
          <p:cNvPr id="433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5" name="Rectangle 1"/>
          <p:cNvSpPr txBox="1"/>
          <p:nvPr/>
        </p:nvSpPr>
        <p:spPr>
          <a:xfrm>
            <a:off x="831506" y="1357300"/>
            <a:ext cx="7552426" cy="5119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සුරිඳුනේ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ජේසු නිරිඳුනේ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ලොව එ ලොව කිරුළ පුදා වඳිමි බැතියනේ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මරා මිණි රුවන්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වීදුරු මුතු ද රන්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පුරා දෝත පුදා කරම් ද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ගරා මිහි ගැබින්</a:t>
            </a:r>
          </a:p>
        </p:txBody>
      </p:sp>
      <p:sp>
        <p:nvSpPr>
          <p:cNvPr id="4336" name="TextBox 2"/>
          <p:cNvSpPr txBox="1"/>
          <p:nvPr/>
        </p:nvSpPr>
        <p:spPr>
          <a:xfrm>
            <a:off x="474315" y="428606"/>
            <a:ext cx="1000761" cy="56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276</a:t>
            </a:r>
          </a:p>
        </p:txBody>
      </p:sp>
      <p:pic>
        <p:nvPicPr>
          <p:cNvPr id="433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9" name="Rectangle 1"/>
          <p:cNvSpPr txBox="1"/>
          <p:nvPr/>
        </p:nvSpPr>
        <p:spPr>
          <a:xfrm>
            <a:off x="831505" y="1385251"/>
            <a:ext cx="7838180" cy="5119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සුරිඳුනේ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ජේසු නිරිඳුනේ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ලොව එ ලොව කිරුළ පුදා වඳිමි බැතියනේ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ඕලු හෙළ නෙළුම්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ඉද්ද හා සමන්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පුරා කළඹ පුද කරම් ද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නෙලා ගොමු උයන්</a:t>
            </a:r>
          </a:p>
        </p:txBody>
      </p:sp>
      <p:pic>
        <p:nvPicPr>
          <p:cNvPr id="434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2" name="Rectangle 1"/>
          <p:cNvSpPr txBox="1"/>
          <p:nvPr/>
        </p:nvSpPr>
        <p:spPr>
          <a:xfrm>
            <a:off x="688630" y="1443840"/>
            <a:ext cx="8123930" cy="4370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සුරිඳුනේ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ජේසු නිරිඳුනේ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ලොව එ ලොව කිරුළ පුදා වඳිමි බැතියනේ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ගිරා හස කොවුල්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පරෙවිනද සියල්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පෙරා මිහිරි පුද කරම් ද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සරා වන විසල්</a:t>
            </a:r>
          </a:p>
        </p:txBody>
      </p:sp>
      <p:pic>
        <p:nvPicPr>
          <p:cNvPr id="434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5" name="Rectangle 1"/>
          <p:cNvSpPr txBox="1"/>
          <p:nvPr/>
        </p:nvSpPr>
        <p:spPr>
          <a:xfrm>
            <a:off x="831506" y="1443842"/>
            <a:ext cx="7695302" cy="4370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සුරිඳුනේ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ජේසු නිරිඳුනේ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ලොව එ ලොව කිරුළ පුදා වඳිමි බැතියනේ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මෙලෝ සැම වතින්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අගේ නිම නොවන්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දිළිඳුම සිත පුද කරම් ද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සමිඳුනේ පසන්</a:t>
            </a:r>
          </a:p>
        </p:txBody>
      </p:sp>
      <p:pic>
        <p:nvPicPr>
          <p:cNvPr id="434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8" name="TextBox 3"/>
          <p:cNvSpPr txBox="1"/>
          <p:nvPr/>
        </p:nvSpPr>
        <p:spPr>
          <a:xfrm>
            <a:off x="426719" y="228602"/>
            <a:ext cx="12039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277</a:t>
            </a:r>
          </a:p>
        </p:txBody>
      </p:sp>
      <p:sp>
        <p:nvSpPr>
          <p:cNvPr id="4349" name="Rectangle 4"/>
          <p:cNvSpPr txBox="1"/>
          <p:nvPr/>
        </p:nvSpPr>
        <p:spPr>
          <a:xfrm>
            <a:off x="426719" y="881005"/>
            <a:ext cx="8290562" cy="4017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 පෙම්වත් පුත් තුමෙනි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සරසන් ඔබ බෙලෙනි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සත් ඔබ මෙත් දනිත් වා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විමුත් මඟ පසසත් වා</a:t>
            </a:r>
          </a:p>
        </p:txBody>
      </p:sp>
      <p:pic>
        <p:nvPicPr>
          <p:cNvPr id="4350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" name="Rectangle 4"/>
          <p:cNvSpPr txBox="1"/>
          <p:nvPr/>
        </p:nvSpPr>
        <p:spPr>
          <a:xfrm>
            <a:off x="426719" y="881005"/>
            <a:ext cx="8290562" cy="4017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පාලන බෙලෙනි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පිදෙන තෙක් තෙදසිනි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පෙම් ජය පළ වේ වා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සව් සිත් රජ වෙත් වා</a:t>
            </a:r>
          </a:p>
        </p:txBody>
      </p:sp>
      <p:pic>
        <p:nvPicPr>
          <p:cNvPr id="435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5" name="Rectangle 4"/>
          <p:cNvSpPr txBox="1"/>
          <p:nvPr/>
        </p:nvSpPr>
        <p:spPr>
          <a:xfrm>
            <a:off x="426719" y="881005"/>
            <a:ext cx="8290562" cy="4017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සුව සාදන ආත්මෙනි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 ආලෝකයේ ස්වාමිනි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අනුහස් නික්මේ වා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සත් කෙරේ වැගිරේ වා</a:t>
            </a:r>
          </a:p>
        </p:txBody>
      </p:sp>
      <p:pic>
        <p:nvPicPr>
          <p:cNvPr id="435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8" name="Rectangle 4"/>
          <p:cNvSpPr txBox="1"/>
          <p:nvPr/>
        </p:nvSpPr>
        <p:spPr>
          <a:xfrm>
            <a:off x="426719" y="881005"/>
            <a:ext cx="8290562" cy="4017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කැමැත්ත සැණෙනි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කරන්නෙමු වේගයෙනි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අපාත්ම පෙමින් දැල් වේ වා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ඇදහිල්ලෙන් සිත් සපිරේ වා</a:t>
            </a:r>
          </a:p>
        </p:txBody>
      </p:sp>
      <p:pic>
        <p:nvPicPr>
          <p:cNvPr id="435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1" name="Rectangle 4"/>
          <p:cNvSpPr txBox="1"/>
          <p:nvPr/>
        </p:nvSpPr>
        <p:spPr>
          <a:xfrm>
            <a:off x="426719" y="881005"/>
            <a:ext cx="8290562" cy="4017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වන් තියෙක් දෙවියනි 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සියල්ලෝම සග මිහි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ගරු කරත්වා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පසස් හා පෙම පුදත්වා</a:t>
            </a:r>
          </a:p>
        </p:txBody>
      </p:sp>
      <p:pic>
        <p:nvPicPr>
          <p:cNvPr id="436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4" name="Rectangle 4"/>
          <p:cNvSpPr txBox="1"/>
          <p:nvPr/>
        </p:nvSpPr>
        <p:spPr>
          <a:xfrm>
            <a:off x="426719" y="881005"/>
            <a:ext cx="8290562" cy="4017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තෙවරක් සුද්ද ස්වාමිනි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 ඔබයි සව් බෙලෙනි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නැසුණත් මැවූ විශ්වය</a:t>
            </a:r>
          </a:p>
          <a:p>
            <a:pPr algn="ctr"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තේජස් නො නස්නේය</a:t>
            </a:r>
          </a:p>
        </p:txBody>
      </p:sp>
      <p:pic>
        <p:nvPicPr>
          <p:cNvPr id="436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7" name="TextBox 3"/>
          <p:cNvSpPr txBox="1"/>
          <p:nvPr/>
        </p:nvSpPr>
        <p:spPr>
          <a:xfrm>
            <a:off x="426719" y="228602"/>
            <a:ext cx="12039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278</a:t>
            </a:r>
          </a:p>
        </p:txBody>
      </p:sp>
      <p:sp>
        <p:nvSpPr>
          <p:cNvPr id="4368" name="Rectangle 4"/>
          <p:cNvSpPr txBox="1"/>
          <p:nvPr/>
        </p:nvSpPr>
        <p:spPr>
          <a:xfrm>
            <a:off x="1493519" y="779583"/>
            <a:ext cx="5852162" cy="5621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පිබිදෙන් මා ආත්මේ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දුරු කරන් බිය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පූජා වුණේ 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උදෙසාය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ඉදිරියේ සිංහාසනේ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මැදහත්කරු සිටින්නේ</a:t>
            </a:r>
          </a:p>
        </p:txBody>
      </p:sp>
      <p:pic>
        <p:nvPicPr>
          <p:cNvPr id="4369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1" name="Rectangle 3"/>
          <p:cNvSpPr txBox="1"/>
          <p:nvPr/>
        </p:nvSpPr>
        <p:spPr>
          <a:xfrm>
            <a:off x="1645919" y="990600"/>
            <a:ext cx="5318762" cy="4973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ජීවත් වෙයි එතුම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 මා වෙනුවෙන් 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මැදහත් වෙමින්ම 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වග කියයි තොසින්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සත් නිසා පුදා ලෙය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ගෙව්වේ මිදීමේ මිලය</a:t>
            </a:r>
          </a:p>
        </p:txBody>
      </p:sp>
      <p:pic>
        <p:nvPicPr>
          <p:cNvPr id="437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4" name="Rectangle 3"/>
          <p:cNvSpPr txBox="1"/>
          <p:nvPr/>
        </p:nvSpPr>
        <p:spPr>
          <a:xfrm>
            <a:off x="1493519" y="762000"/>
            <a:ext cx="5623562" cy="4973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කල්වරි පුජාවෙන්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දැරූ කැළැල්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පාප වෙනුවෙන්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යැදුම් පුදයි සව් කල්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කමා වුව මැන අනේ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ඇයි ද පව්කරු නසින්නේ</a:t>
            </a:r>
          </a:p>
        </p:txBody>
      </p:sp>
      <p:pic>
        <p:nvPicPr>
          <p:cNvPr id="437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7" name="Rectangle 3"/>
          <p:cNvSpPr txBox="1"/>
          <p:nvPr/>
        </p:nvSpPr>
        <p:spPr>
          <a:xfrm>
            <a:off x="1493519" y="674913"/>
            <a:ext cx="6385562" cy="4973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පියාණෝ ඒ යැදුම්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අසත් පෙම්වත් පුතුන් 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 මැදහත්කම්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ඉන්නා පින්වත් තුමන්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ආත්මයාණෝ තිර කරන්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මම් උපන්නෙම් යයි නැවතත්</a:t>
            </a:r>
          </a:p>
        </p:txBody>
      </p:sp>
      <p:pic>
        <p:nvPicPr>
          <p:cNvPr id="437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0" name="Rectangle 3"/>
          <p:cNvSpPr txBox="1"/>
          <p:nvPr/>
        </p:nvSpPr>
        <p:spPr>
          <a:xfrm>
            <a:off x="1341119" y="326572"/>
            <a:ext cx="6385562" cy="7165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දෙවිඳුගේ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කමා හඬ අසම්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මම් දැන් එතුමගේ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දරුවෙක් ය යයි දනිම්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පියාණෙනි කියා මම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ලං වෙම් ඔබ වෙතටම</a:t>
            </a:r>
          </a:p>
          <a:p>
            <a:pPr algn="r"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algn="r"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චාල්ස් වෙස්ලි</a:t>
            </a:r>
            <a:r>
              <a:t>- </a:t>
            </a:r>
          </a:p>
        </p:txBody>
      </p:sp>
      <p:pic>
        <p:nvPicPr>
          <p:cNvPr id="438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3" name="TextBox 1"/>
          <p:cNvSpPr txBox="1"/>
          <p:nvPr/>
        </p:nvSpPr>
        <p:spPr>
          <a:xfrm>
            <a:off x="2179319" y="1295399"/>
            <a:ext cx="47091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තුළ අදහන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අයට හැකි යි සියල්ල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ඔබ කි වදන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පිලිගනිමි සතතින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අදහම් ඔබ කෙරේ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මට සියල්ල හැකි වේ </a:t>
            </a:r>
          </a:p>
        </p:txBody>
      </p:sp>
      <p:sp>
        <p:nvSpPr>
          <p:cNvPr id="4384" name="TextBox 3"/>
          <p:cNvSpPr txBox="1"/>
          <p:nvPr/>
        </p:nvSpPr>
        <p:spPr>
          <a:xfrm>
            <a:off x="350519" y="380999"/>
            <a:ext cx="181356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279</a:t>
            </a:r>
          </a:p>
        </p:txBody>
      </p:sp>
      <p:pic>
        <p:nvPicPr>
          <p:cNvPr id="438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7" name="TextBox 1"/>
          <p:cNvSpPr txBox="1"/>
          <p:nvPr/>
        </p:nvSpPr>
        <p:spPr>
          <a:xfrm>
            <a:off x="2026919" y="1295399"/>
            <a:ext cx="52425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පවින් තොර වීම මෙන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අසීරු දෙයක් නැත් වෙන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 දේත් මට පිළිවන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තිරය ඔබ වදන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බැරි නො වේ නම් ඔබට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සියල්ල හැකිය මට</a:t>
            </a:r>
          </a:p>
        </p:txBody>
      </p:sp>
      <p:pic>
        <p:nvPicPr>
          <p:cNvPr id="438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0" name="TextBox 1"/>
          <p:cNvSpPr txBox="1"/>
          <p:nvPr/>
        </p:nvSpPr>
        <p:spPr>
          <a:xfrm>
            <a:off x="1874519" y="1295399"/>
            <a:ext cx="53187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 වදන තිරය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පාතාලයට නැත් ජය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 මා නිසා මළේය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මට මිදීම අත්  විය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මහෙකරු  හිමි මෙන් වෙයි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මට සියල්ල හැකි වෙයි </a:t>
            </a:r>
          </a:p>
        </p:txBody>
      </p:sp>
      <p:pic>
        <p:nvPicPr>
          <p:cNvPr id="439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3" name="TextBox 1"/>
          <p:cNvSpPr txBox="1"/>
          <p:nvPr/>
        </p:nvSpPr>
        <p:spPr>
          <a:xfrm>
            <a:off x="1798319" y="1142999"/>
            <a:ext cx="55473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මෙමා තුළ ක්‍රිස්තුස් හිම්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ජිවත් වන බැව් දනිමි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මැ යි නව ජීවනය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පවින් මිදීම ය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 වෙයි මට දෙව් බලය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සියල්ල මට හැකිය </a:t>
            </a:r>
          </a:p>
        </p:txBody>
      </p:sp>
      <p:pic>
        <p:nvPicPr>
          <p:cNvPr id="439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6" name="TextBox 1"/>
          <p:cNvSpPr txBox="1"/>
          <p:nvPr/>
        </p:nvSpPr>
        <p:spPr>
          <a:xfrm>
            <a:off x="426719" y="457201"/>
            <a:ext cx="1508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280</a:t>
            </a:r>
          </a:p>
        </p:txBody>
      </p:sp>
      <p:sp>
        <p:nvSpPr>
          <p:cNvPr id="4397" name="TextBox 2"/>
          <p:cNvSpPr txBox="1"/>
          <p:nvPr/>
        </p:nvSpPr>
        <p:spPr>
          <a:xfrm>
            <a:off x="3779519" y="4038599"/>
            <a:ext cx="7223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අදහමි බැතින් මම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පෑ දින බැතින් සැම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කුමක් වෙතත් නිතින් 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 ම යි සියල්ලම </a:t>
            </a:r>
          </a:p>
        </p:txBody>
      </p:sp>
      <p:sp>
        <p:nvSpPr>
          <p:cNvPr id="4398" name="TextBox 4"/>
          <p:cNvSpPr txBox="1"/>
          <p:nvPr/>
        </p:nvSpPr>
        <p:spPr>
          <a:xfrm>
            <a:off x="807719" y="1143002"/>
            <a:ext cx="72237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ඇදෑහීමේ පවතීම්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සැමදාම සතොසින්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අන්තරා ඇතත් තද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ඇදහීම ම යි සොද</a:t>
            </a:r>
          </a:p>
        </p:txBody>
      </p:sp>
      <p:pic>
        <p:nvPicPr>
          <p:cNvPr id="4399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1" name="TextBox 2"/>
          <p:cNvSpPr txBox="1"/>
          <p:nvPr/>
        </p:nvSpPr>
        <p:spPr>
          <a:xfrm>
            <a:off x="3855719" y="4038599"/>
            <a:ext cx="4404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අදහමි බැතින් මම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පෑ දින බැතින් සැම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කුමක් වෙතත් නිතින් 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 ම යි සියල්ලම </a:t>
            </a:r>
          </a:p>
        </p:txBody>
      </p:sp>
      <p:sp>
        <p:nvSpPr>
          <p:cNvPr id="4402" name="TextBox 3"/>
          <p:cNvSpPr txBox="1"/>
          <p:nvPr/>
        </p:nvSpPr>
        <p:spPr>
          <a:xfrm>
            <a:off x="655319" y="685801"/>
            <a:ext cx="72237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අත්මයාණෝ සිත් තුල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දීප්තිමත් ව බබළත්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බලේ ඇති කළ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වැටෙම් කවර දාත් </a:t>
            </a:r>
          </a:p>
        </p:txBody>
      </p:sp>
      <p:pic>
        <p:nvPicPr>
          <p:cNvPr id="440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5" name="TextBox 2"/>
          <p:cNvSpPr txBox="1"/>
          <p:nvPr/>
        </p:nvSpPr>
        <p:spPr>
          <a:xfrm>
            <a:off x="4389119" y="3962399"/>
            <a:ext cx="4404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අදහමි බැතින් මම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පෑ දින බැතින් සැම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කුමක් වෙතත් නිතින් 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 ම යි සියල්ලම </a:t>
            </a:r>
          </a:p>
        </p:txBody>
      </p:sp>
      <p:sp>
        <p:nvSpPr>
          <p:cNvPr id="4406" name="TextBox 3"/>
          <p:cNvSpPr txBox="1"/>
          <p:nvPr/>
        </p:nvSpPr>
        <p:spPr>
          <a:xfrm>
            <a:off x="655319" y="609601"/>
            <a:ext cx="72237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ගීතිකා නද දෙමින්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කන්නලව් පුදා නොමින්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හිමි ගේ නමින්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යන්නෙමි අදහමින්</a:t>
            </a:r>
          </a:p>
        </p:txBody>
      </p:sp>
      <p:pic>
        <p:nvPicPr>
          <p:cNvPr id="440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9" name="TextBox 2"/>
          <p:cNvSpPr txBox="1"/>
          <p:nvPr/>
        </p:nvSpPr>
        <p:spPr>
          <a:xfrm>
            <a:off x="4312919" y="3886199"/>
            <a:ext cx="4785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අදහමි බැතින් මම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පෑ දින බැතින් සැම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කුමක් වෙතත් නිතින් 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 ම යි සියල්ලම </a:t>
            </a:r>
          </a:p>
        </p:txBody>
      </p:sp>
      <p:sp>
        <p:nvSpPr>
          <p:cNvPr id="4410" name="TextBox 3"/>
          <p:cNvSpPr txBox="1"/>
          <p:nvPr/>
        </p:nvSpPr>
        <p:spPr>
          <a:xfrm>
            <a:off x="655319" y="685801"/>
            <a:ext cx="72237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ජිවිතේ ඇති විටත්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ලොවින් යන කලත්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ජීවනේ විමන් තුලත්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ඇදහිම වේ බලැත් </a:t>
            </a:r>
          </a:p>
        </p:txBody>
      </p:sp>
      <p:pic>
        <p:nvPicPr>
          <p:cNvPr id="441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" name="TextBox 3"/>
          <p:cNvSpPr txBox="1"/>
          <p:nvPr/>
        </p:nvSpPr>
        <p:spPr>
          <a:xfrm>
            <a:off x="731519" y="990602"/>
            <a:ext cx="80619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මගේ ය යි සෙත් ලත් වදන්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වනම් කෙලෙසින්  සැනසුම් එයින්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පවින් මිදීම දෙවි තුම දී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ආත්මෙන්  උපන්නෙම්  ලෙයින්  සේදී</a:t>
            </a:r>
          </a:p>
        </p:txBody>
      </p:sp>
      <p:sp>
        <p:nvSpPr>
          <p:cNvPr id="4414" name="TextBox 4"/>
          <p:cNvSpPr txBox="1"/>
          <p:nvPr/>
        </p:nvSpPr>
        <p:spPr>
          <a:xfrm>
            <a:off x="1493519" y="3962402"/>
            <a:ext cx="60807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මගේ  ගියත්  පැසසුමත්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වෙයි සැම දා  ම හට දෙවිපුත්</a:t>
            </a:r>
          </a:p>
        </p:txBody>
      </p:sp>
      <p:sp>
        <p:nvSpPr>
          <p:cNvPr id="4415" name="TextBox 5"/>
          <p:cNvSpPr txBox="1"/>
          <p:nvPr/>
        </p:nvSpPr>
        <p:spPr>
          <a:xfrm>
            <a:off x="426719" y="152401"/>
            <a:ext cx="1584962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281</a:t>
            </a:r>
          </a:p>
        </p:txBody>
      </p:sp>
      <p:pic>
        <p:nvPicPr>
          <p:cNvPr id="4416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8" name="TextBox 1"/>
          <p:cNvSpPr txBox="1"/>
          <p:nvPr/>
        </p:nvSpPr>
        <p:spPr>
          <a:xfrm>
            <a:off x="1493519" y="3962402"/>
            <a:ext cx="60807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මගේ  ගියත්  පැසසුමත්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වෙයි සැම දා  ම හට දෙවිපුත්</a:t>
            </a:r>
          </a:p>
        </p:txBody>
      </p:sp>
      <p:sp>
        <p:nvSpPr>
          <p:cNvPr id="4419" name="TextBox 2"/>
          <p:cNvSpPr txBox="1"/>
          <p:nvPr/>
        </p:nvSpPr>
        <p:spPr>
          <a:xfrm>
            <a:off x="731519" y="609601"/>
            <a:ext cx="7833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යටත්කම වෙයි සොම්නස් මගේ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තේජස් පෙනේ දැන් ඇසට සගේ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දුතයෝ විත් දයා පෙම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දක්වත් මා හට දෙවි ලොවින් ම </a:t>
            </a:r>
          </a:p>
        </p:txBody>
      </p:sp>
      <p:pic>
        <p:nvPicPr>
          <p:cNvPr id="442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2" name="TextBox 1"/>
          <p:cNvSpPr txBox="1"/>
          <p:nvPr/>
        </p:nvSpPr>
        <p:spPr>
          <a:xfrm>
            <a:off x="1493519" y="3962402"/>
            <a:ext cx="60807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මගේ  ගියත්  පැසසුමත්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වෙයි සැම දා  ම හට දෙවිපුත්</a:t>
            </a:r>
          </a:p>
        </p:txBody>
      </p:sp>
      <p:sp>
        <p:nvSpPr>
          <p:cNvPr id="4423" name="TextBox 3"/>
          <p:cNvSpPr txBox="1"/>
          <p:nvPr/>
        </p:nvSpPr>
        <p:spPr>
          <a:xfrm>
            <a:off x="807719" y="838202"/>
            <a:ext cx="72237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යටත්කම වෙයි සැපත මා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කෙරේ ම තොස් වෙයි නොපමා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හිමිගේ ඊම බලමින් ම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පෙම් සයුරේ ගිලෙම් මම </a:t>
            </a:r>
          </a:p>
        </p:txBody>
      </p:sp>
      <p:pic>
        <p:nvPicPr>
          <p:cNvPr id="442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6" name="TextBox 1"/>
          <p:cNvSpPr txBox="1"/>
          <p:nvPr/>
        </p:nvSpPr>
        <p:spPr>
          <a:xfrm>
            <a:off x="474315" y="285728"/>
            <a:ext cx="1280161" cy="688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282</a:t>
            </a:r>
          </a:p>
        </p:txBody>
      </p:sp>
      <p:sp>
        <p:nvSpPr>
          <p:cNvPr id="4427" name="TextBox 2"/>
          <p:cNvSpPr txBox="1"/>
          <p:nvPr/>
        </p:nvSpPr>
        <p:spPr>
          <a:xfrm>
            <a:off x="1188719" y="1765279"/>
            <a:ext cx="66141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වෙන්ට හැකි  ද මේ දෙය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මිදුම්කරුන් තුමන් ලෙයින්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මටත් ඇති ද සුවය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පෙළි සිටින පාපයෙන්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පුදුමෙකි දෙව් පුත් තුමා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පිදි ය නිසා මා </a:t>
            </a:r>
          </a:p>
        </p:txBody>
      </p:sp>
      <p:pic>
        <p:nvPicPr>
          <p:cNvPr id="442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0" name="TextBox 1"/>
          <p:cNvSpPr txBox="1"/>
          <p:nvPr/>
        </p:nvSpPr>
        <p:spPr>
          <a:xfrm>
            <a:off x="1188719" y="1765279"/>
            <a:ext cx="66141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පියාණන්ගේ සිහසුන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හැර වැඩියේ ය මෙහි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කරුවන් ඉතා හින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මුදන්නට කුරුසේහි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පිදුවේ අහෝ පෙමක්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ඇත් ද මෙ වන් පුදුමයක්</a:t>
            </a:r>
          </a:p>
        </p:txBody>
      </p:sp>
      <p:pic>
        <p:nvPicPr>
          <p:cNvPr id="443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" name="TextBox 1"/>
          <p:cNvSpPr txBox="1"/>
          <p:nvPr/>
        </p:nvSpPr>
        <p:spPr>
          <a:xfrm>
            <a:off x="1188719" y="1765279"/>
            <a:ext cx="66141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සිටියෙමි මම් බොහෝ කලක්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බැම්මෙහි පව් යදම්වල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දැල්විණි විස්ම එළියක් 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දුක්පත් මගේ හද තුළ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බිදී ගියේ බැමි සැම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නිදහස් වීමි විගස ම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5" name="TextBox 1"/>
          <p:cNvSpPr txBox="1"/>
          <p:nvPr/>
        </p:nvSpPr>
        <p:spPr>
          <a:xfrm>
            <a:off x="1188719" y="1765279"/>
            <a:ext cx="66141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උදහස පහ වී ය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ඇත්තේ නීති ජීවනය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තුළ ජිවත් වෙමි මම්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දමිටු වත් පලදින්නෙම්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සිහසුන් වෙත හිමිගේ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උරුම යි කිරුළ සගේ </a:t>
            </a:r>
          </a:p>
        </p:txBody>
      </p:sp>
      <p:pic>
        <p:nvPicPr>
          <p:cNvPr id="443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8" name="Rectangle 1"/>
          <p:cNvSpPr txBox="1"/>
          <p:nvPr/>
        </p:nvSpPr>
        <p:spPr>
          <a:xfrm>
            <a:off x="760067" y="1160209"/>
            <a:ext cx="5480726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පෙම් යුත් හඬ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මට ඇසෙයි හිමි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ලෙසින් සේදෙන්නට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පමා නො වී එමි</a:t>
            </a:r>
          </a:p>
        </p:txBody>
      </p:sp>
      <p:sp>
        <p:nvSpPr>
          <p:cNvPr id="4439" name="TextBox 2"/>
          <p:cNvSpPr txBox="1"/>
          <p:nvPr/>
        </p:nvSpPr>
        <p:spPr>
          <a:xfrm>
            <a:off x="426719" y="228602"/>
            <a:ext cx="975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283</a:t>
            </a:r>
          </a:p>
        </p:txBody>
      </p:sp>
      <p:sp>
        <p:nvSpPr>
          <p:cNvPr id="4440" name="Rectangle 3"/>
          <p:cNvSpPr txBox="1"/>
          <p:nvPr/>
        </p:nvSpPr>
        <p:spPr>
          <a:xfrm>
            <a:off x="4331968" y="4071944"/>
            <a:ext cx="4480561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ජේසුස්නි එමි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වෙත දැන්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කල්වරි ලේ ගඟින්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සෝදා සුදු කරන්</a:t>
            </a:r>
          </a:p>
        </p:txBody>
      </p:sp>
      <p:pic>
        <p:nvPicPr>
          <p:cNvPr id="444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3" name="Rectangle 1"/>
          <p:cNvSpPr txBox="1"/>
          <p:nvPr/>
        </p:nvSpPr>
        <p:spPr>
          <a:xfrm>
            <a:off x="831505" y="642919"/>
            <a:ext cx="44805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දුබල නමුත්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සවිය දෙයි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දුගති කර ඉවත්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පිරිසිදු කරයි</a:t>
            </a:r>
          </a:p>
        </p:txBody>
      </p:sp>
      <p:sp>
        <p:nvSpPr>
          <p:cNvPr id="4444" name="Rectangle 2"/>
          <p:cNvSpPr txBox="1"/>
          <p:nvPr/>
        </p:nvSpPr>
        <p:spPr>
          <a:xfrm>
            <a:off x="4331968" y="4071944"/>
            <a:ext cx="4480561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ජේසුස්නි එමි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වෙත දැන්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කල්වරි ලේ ගඟින්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සෝදා සුදු කරන්</a:t>
            </a:r>
          </a:p>
        </p:txBody>
      </p:sp>
      <p:pic>
        <p:nvPicPr>
          <p:cNvPr id="444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7" name="Rectangle 1"/>
          <p:cNvSpPr txBox="1"/>
          <p:nvPr/>
        </p:nvSpPr>
        <p:spPr>
          <a:xfrm>
            <a:off x="617224" y="660142"/>
            <a:ext cx="5980759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ඇදැහිල්ලත් පෙමත්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උතුම් සාමදානෙන්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පුරවන්නේ තුළ මා සිත්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ම වේ බලැත්</a:t>
            </a:r>
          </a:p>
        </p:txBody>
      </p:sp>
      <p:sp>
        <p:nvSpPr>
          <p:cNvPr id="4448" name="Rectangle 2"/>
          <p:cNvSpPr txBox="1"/>
          <p:nvPr/>
        </p:nvSpPr>
        <p:spPr>
          <a:xfrm>
            <a:off x="4331968" y="4071944"/>
            <a:ext cx="4480561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ජේසුස්නි එමි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වෙත දැන්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කල්වරි ලේ ගඟින්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සෝදා සුදු කරන්</a:t>
            </a:r>
          </a:p>
        </p:txBody>
      </p:sp>
      <p:pic>
        <p:nvPicPr>
          <p:cNvPr id="444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1" name="Rectangle 1"/>
          <p:cNvSpPr txBox="1"/>
          <p:nvPr/>
        </p:nvSpPr>
        <p:spPr>
          <a:xfrm>
            <a:off x="831505" y="803018"/>
            <a:ext cx="44805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වරක් පාපෙන් පිරි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පැවති මා සිත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ජේසුස් ඇතුළු වී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රජයයි නියත</a:t>
            </a:r>
          </a:p>
        </p:txBody>
      </p:sp>
      <p:sp>
        <p:nvSpPr>
          <p:cNvPr id="4452" name="Rectangle 2"/>
          <p:cNvSpPr txBox="1"/>
          <p:nvPr/>
        </p:nvSpPr>
        <p:spPr>
          <a:xfrm>
            <a:off x="4331968" y="4071944"/>
            <a:ext cx="4480561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ජේසුස්නි එමි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වෙත දැන්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කල්වරි ලේ ගඟින්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සෝදා සුදු කරන්</a:t>
            </a:r>
          </a:p>
        </p:txBody>
      </p:sp>
      <p:pic>
        <p:nvPicPr>
          <p:cNvPr id="445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5" name="Rectangle 1"/>
          <p:cNvSpPr txBox="1"/>
          <p:nvPr/>
        </p:nvSpPr>
        <p:spPr>
          <a:xfrm>
            <a:off x="688630" y="571481"/>
            <a:ext cx="4909220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නිදහස් සිතට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සහතිකය දෙයි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අදහන අයහ 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පොරොන්දු ඉටු වෙයි</a:t>
            </a:r>
          </a:p>
        </p:txBody>
      </p:sp>
      <p:sp>
        <p:nvSpPr>
          <p:cNvPr id="4456" name="Rectangle 2"/>
          <p:cNvSpPr txBox="1"/>
          <p:nvPr/>
        </p:nvSpPr>
        <p:spPr>
          <a:xfrm>
            <a:off x="4331968" y="4071944"/>
            <a:ext cx="4480561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ජේසුස්නි එමි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වෙත දැන්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කල්වරි ලේ ගඟින්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සෝදා සුදු කරන්</a:t>
            </a:r>
          </a:p>
        </p:txBody>
      </p:sp>
      <p:pic>
        <p:nvPicPr>
          <p:cNvPr id="445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9" name="Rectangle 1"/>
          <p:cNvSpPr txBox="1"/>
          <p:nvPr/>
        </p:nvSpPr>
        <p:spPr>
          <a:xfrm>
            <a:off x="617192" y="500043"/>
            <a:ext cx="4694906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දෙන්නට මිදීම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 කරුණාවෙන්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සමගි ලෙස පුදුම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වැගිරෙයි සිරුරෙන්</a:t>
            </a:r>
          </a:p>
        </p:txBody>
      </p:sp>
      <p:sp>
        <p:nvSpPr>
          <p:cNvPr id="4460" name="Rectangle 2"/>
          <p:cNvSpPr txBox="1"/>
          <p:nvPr/>
        </p:nvSpPr>
        <p:spPr>
          <a:xfrm>
            <a:off x="4331968" y="4071944"/>
            <a:ext cx="4480561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ජේසුස්නි එමි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වෙත දැන්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කල්වරි ලේ ගඟින්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සෝදා සුදු කරන්</a:t>
            </a:r>
          </a:p>
        </p:txBody>
      </p:sp>
      <p:pic>
        <p:nvPicPr>
          <p:cNvPr id="446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3" name="TextBox 1"/>
          <p:cNvSpPr txBox="1"/>
          <p:nvPr/>
        </p:nvSpPr>
        <p:spPr>
          <a:xfrm>
            <a:off x="426719" y="228602"/>
            <a:ext cx="975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284</a:t>
            </a:r>
          </a:p>
        </p:txBody>
      </p:sp>
      <p:sp>
        <p:nvSpPr>
          <p:cNvPr id="4464" name="TextBox 2"/>
          <p:cNvSpPr txBox="1"/>
          <p:nvPr/>
        </p:nvSpPr>
        <p:spPr>
          <a:xfrm>
            <a:off x="655319" y="1066799"/>
            <a:ext cx="8138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පියාණෙනි මාගේ දෙ අත්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නගම් ඔබ වෙත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මා ලගින් වෙන් වුණොත්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 සරණක් නැත</a:t>
            </a:r>
          </a:p>
        </p:txBody>
      </p:sp>
      <p:sp>
        <p:nvSpPr>
          <p:cNvPr id="4465" name="TextBox 3"/>
          <p:cNvSpPr txBox="1"/>
          <p:nvPr/>
        </p:nvSpPr>
        <p:spPr>
          <a:xfrm>
            <a:off x="3703319" y="3796145"/>
            <a:ext cx="50139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උපදින්නට පෙර මා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පුත් උතුමා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කුරුසෙහි පුජා වුණේ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දෙන්නට ජිවනේ</a:t>
            </a:r>
          </a:p>
        </p:txBody>
      </p:sp>
      <p:pic>
        <p:nvPicPr>
          <p:cNvPr id="446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8" name="TextBox 1"/>
          <p:cNvSpPr txBox="1"/>
          <p:nvPr/>
        </p:nvSpPr>
        <p:spPr>
          <a:xfrm>
            <a:off x="655319" y="1066799"/>
            <a:ext cx="8138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ඇදැහිල්ල ඇත් නම් බිදක්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පිළිගනියි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පෙම් බලයෙන් උදක්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 සුව ලැබෙයි</a:t>
            </a:r>
          </a:p>
        </p:txBody>
      </p:sp>
      <p:sp>
        <p:nvSpPr>
          <p:cNvPr id="4469" name="TextBox 2"/>
          <p:cNvSpPr txBox="1"/>
          <p:nvPr/>
        </p:nvSpPr>
        <p:spPr>
          <a:xfrm>
            <a:off x="3703319" y="3796145"/>
            <a:ext cx="50139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ඇදහිල්ලේ කතු තුම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දෙස බලා හිදිමි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ලදහොත් සැනසුම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ආත්මය නසියි</a:t>
            </a:r>
          </a:p>
        </p:txBody>
      </p:sp>
      <p:pic>
        <p:nvPicPr>
          <p:cNvPr id="447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2" name="Rectangle 1"/>
          <p:cNvSpPr txBox="1"/>
          <p:nvPr/>
        </p:nvSpPr>
        <p:spPr>
          <a:xfrm>
            <a:off x="2260266" y="928669"/>
            <a:ext cx="5123534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තුමා කීවා ඇසීම්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එනු මා වෙත දැන්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සැනසමු දෙමි යෙහෙන්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කී බස් ඇසීමි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මම ජේසුස් වෙත ආවෙමි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බර වෙහෙසින්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සහනය ඉන් ලබම්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දෙසු ලෙසින්</a:t>
            </a:r>
          </a:p>
        </p:txBody>
      </p:sp>
      <p:sp>
        <p:nvSpPr>
          <p:cNvPr id="4473" name="TextBox 2"/>
          <p:cNvSpPr txBox="1"/>
          <p:nvPr/>
        </p:nvSpPr>
        <p:spPr>
          <a:xfrm>
            <a:off x="426719" y="228602"/>
            <a:ext cx="975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285</a:t>
            </a:r>
          </a:p>
        </p:txBody>
      </p:sp>
      <p:pic>
        <p:nvPicPr>
          <p:cNvPr id="447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6" name="Rectangle 1"/>
          <p:cNvSpPr txBox="1"/>
          <p:nvPr/>
        </p:nvSpPr>
        <p:spPr>
          <a:xfrm>
            <a:off x="2188827" y="785793"/>
            <a:ext cx="5337833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තුමා කීවා ඇසීම්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උල්පතට එව් දැන්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නොමිලයේ ඔබට මම්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දෙමි ජිවන පැන්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මම ජේසුස් වෙත ආවෙම්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දිවි පැන් බොන්නෙම්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පිපාසය නිවා ගනිම්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සැනසුම ලබම්</a:t>
            </a:r>
          </a:p>
        </p:txBody>
      </p:sp>
      <p:pic>
        <p:nvPicPr>
          <p:cNvPr id="447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9" name="Rectangle 1"/>
          <p:cNvSpPr txBox="1"/>
          <p:nvPr/>
        </p:nvSpPr>
        <p:spPr>
          <a:xfrm>
            <a:off x="2331703" y="785795"/>
            <a:ext cx="5409271" cy="5272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තුමා කීවා ඇසිම්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බලන්න මා දෙස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 ආලෝකය මම් වෙම්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පහ වේ අඳුර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ලබන්නෙම් එළිය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එළියෙන් මම් දිවිහිමි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ගමන කරන්නෙම් ය</a:t>
            </a:r>
          </a:p>
        </p:txBody>
      </p:sp>
      <p:pic>
        <p:nvPicPr>
          <p:cNvPr id="448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2" name="Rectangle 1"/>
          <p:cNvSpPr txBox="1"/>
          <p:nvPr/>
        </p:nvSpPr>
        <p:spPr>
          <a:xfrm>
            <a:off x="2331703" y="928669"/>
            <a:ext cx="4480561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බැටළුවකු සේ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මුළාව ගියෙමි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හඬටද එඩේරාගේ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අසතුටු වීමි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අකිකරු වෙමින්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ගෙට ආලේ නො වීමි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පියා හඬ නොතකමින්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ගෙයින් පිට වුණෙම්</a:t>
            </a:r>
          </a:p>
        </p:txBody>
      </p:sp>
      <p:sp>
        <p:nvSpPr>
          <p:cNvPr id="4483" name="TextBox 2"/>
          <p:cNvSpPr txBox="1"/>
          <p:nvPr/>
        </p:nvSpPr>
        <p:spPr>
          <a:xfrm>
            <a:off x="426719" y="228602"/>
            <a:ext cx="9753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286</a:t>
            </a:r>
          </a:p>
        </p:txBody>
      </p:sp>
      <p:pic>
        <p:nvPicPr>
          <p:cNvPr id="448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6" name="Rectangle 1"/>
          <p:cNvSpPr txBox="1"/>
          <p:nvPr/>
        </p:nvSpPr>
        <p:spPr>
          <a:xfrm>
            <a:off x="2188827" y="785793"/>
            <a:ext cx="5909354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එඩේරා තමාගේ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බැටළුවා සොයයි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පියා ද තම දරුවා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සොයමින් ඇවිදියි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මරු කතරෙහි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මැරෙන්නට ළං වී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සාගින්නෙන් වීඩා වී සිටී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ගලවා ගති</a:t>
            </a:r>
          </a:p>
        </p:txBody>
      </p:sp>
      <p:pic>
        <p:nvPicPr>
          <p:cNvPr id="448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9" name="Rectangle 1"/>
          <p:cNvSpPr txBox="1"/>
          <p:nvPr/>
        </p:nvSpPr>
        <p:spPr>
          <a:xfrm>
            <a:off x="2045951" y="714355"/>
            <a:ext cx="6052214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එඩේරා ම 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 කෙළෙත් එතුම 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තම රුදිරෙන් සෝදා මා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සැනසුවෙත් හිමි 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මුළාව ගිය මා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සොයා විත් බෝ පෙමින්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ගාලට ගෙනැවිත් මෙ මා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රකින්නෙත් එතුම යි</a:t>
            </a:r>
          </a:p>
        </p:txBody>
      </p:sp>
      <p:pic>
        <p:nvPicPr>
          <p:cNvPr id="449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2" name="Rectangle 1"/>
          <p:cNvSpPr txBox="1"/>
          <p:nvPr/>
        </p:nvSpPr>
        <p:spPr>
          <a:xfrm>
            <a:off x="2045951" y="857231"/>
            <a:ext cx="6123651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මුළා වුවක් සේ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අකීකරු වුණෙම්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එහෙත් දැන් හිමි හඬටත්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ගාලටත් පෙමැත්තෙම්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අකීකරු වෙමින්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ගියෙමි ගෙදරින්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එහෙත් දැන් පිය හඬටත්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තොස් වෙම් ගෙදරටත්</a:t>
            </a:r>
          </a:p>
        </p:txBody>
      </p:sp>
      <p:pic>
        <p:nvPicPr>
          <p:cNvPr id="449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" name="TextBox 3"/>
          <p:cNvSpPr txBox="1"/>
          <p:nvPr/>
        </p:nvSpPr>
        <p:spPr>
          <a:xfrm>
            <a:off x="502920" y="304802"/>
            <a:ext cx="1022964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287</a:t>
            </a:r>
          </a:p>
        </p:txBody>
      </p:sp>
      <p:sp>
        <p:nvSpPr>
          <p:cNvPr id="4496" name="TextBox 4"/>
          <p:cNvSpPr txBox="1"/>
          <p:nvPr/>
        </p:nvSpPr>
        <p:spPr>
          <a:xfrm>
            <a:off x="1417319" y="685801"/>
            <a:ext cx="7071362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ආසා වඩවා නිබදව මෙ ලොවේ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දල්වා දෑසේ කුරිරු ගිනිසිළු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යන මේ ගමනා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සමිදුනි ඔබ හට දෙවයි නිගා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හිමිතුම පිදුවේ දිවි මා උදෙසා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ම දක්නෙම් මම එහි පල විපුලා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ලදිමි ඔබේ පහසා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අදමිටු ආසා කෙළෙමි දුරු</a:t>
            </a:r>
          </a:p>
        </p:txBody>
      </p:sp>
      <p:pic>
        <p:nvPicPr>
          <p:cNvPr id="4497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9" name="TextBox 1"/>
          <p:cNvSpPr txBox="1"/>
          <p:nvPr/>
        </p:nvSpPr>
        <p:spPr>
          <a:xfrm>
            <a:off x="1112519" y="609601"/>
            <a:ext cx="7147562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පෙම්බර හද තුල සමිදුනි ඔබගේ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ආසා රුදු නෙක දෝසා නො ම වේ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සලිත කරයි ම හදේ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කැපවෙමි ඔබ හට සමිනි මගේ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පුදා හදවත සමිදුන් හමුයේ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කීම පල මේ ගෙවන හිස් දිවියේ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ලබන සෙ ජීවනයේ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ඉටු වේ ඔබ රිසි ම හද තුළේ </a:t>
            </a:r>
          </a:p>
        </p:txBody>
      </p:sp>
      <p:pic>
        <p:nvPicPr>
          <p:cNvPr id="450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2" name="TextBox 1"/>
          <p:cNvSpPr txBox="1"/>
          <p:nvPr/>
        </p:nvSpPr>
        <p:spPr>
          <a:xfrm>
            <a:off x="1036319" y="1905001"/>
            <a:ext cx="73761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සොමිකැන් පරදන පින් බර ඔබ නෙත්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දැකුමට ලොබ වේ මිලිනවූ මා නෙත්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පසසන සේ ඔබ මා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පුරවනු මැන දිවි පෙමිනි මෙ මා</a:t>
            </a:r>
          </a:p>
        </p:txBody>
      </p:sp>
      <p:pic>
        <p:nvPicPr>
          <p:cNvPr id="450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" name="TextBox 1"/>
          <p:cNvSpPr txBox="1"/>
          <p:nvPr/>
        </p:nvSpPr>
        <p:spPr>
          <a:xfrm>
            <a:off x="502919" y="304802"/>
            <a:ext cx="16611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289</a:t>
            </a:r>
          </a:p>
        </p:txBody>
      </p:sp>
      <p:sp>
        <p:nvSpPr>
          <p:cNvPr id="4506" name="TextBox 2"/>
          <p:cNvSpPr txBox="1"/>
          <p:nvPr/>
        </p:nvSpPr>
        <p:spPr>
          <a:xfrm>
            <a:off x="655319" y="1066802"/>
            <a:ext cx="7985762" cy="1113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සියලු බලැති දෙවිදුනි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මාගෙ පවට වෙනූ කමා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ඔබගෙ රැළට එක් වෙමි අද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සදහට ම මෙමා</a:t>
            </a:r>
          </a:p>
        </p:txBody>
      </p:sp>
      <p:sp>
        <p:nvSpPr>
          <p:cNvPr id="4507" name="TextBox 3"/>
          <p:cNvSpPr txBox="1"/>
          <p:nvPr/>
        </p:nvSpPr>
        <p:spPr>
          <a:xfrm>
            <a:off x="1354639" y="3200401"/>
            <a:ext cx="4937761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නපුරු රුදුරු ගති සැමා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 සිට මා හැර දමා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කැපවෙමි මම ඔබ හටා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තුරුලට ගනු මා</a:t>
            </a:r>
          </a:p>
        </p:txBody>
      </p:sp>
      <p:pic>
        <p:nvPicPr>
          <p:cNvPr id="450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0" name="TextBox 1"/>
          <p:cNvSpPr txBox="1"/>
          <p:nvPr/>
        </p:nvSpPr>
        <p:spPr>
          <a:xfrm>
            <a:off x="655319" y="1066802"/>
            <a:ext cx="7985762" cy="1113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සියලු බලැති දෙවිදුනි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මාගෙ පවට වෙනූ කමා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ඔබගෙ රැළට එක් වෙමි අද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සදහට ම මෙමා</a:t>
            </a:r>
          </a:p>
        </p:txBody>
      </p:sp>
      <p:sp>
        <p:nvSpPr>
          <p:cNvPr id="4511" name="TextBox 2"/>
          <p:cNvSpPr txBox="1"/>
          <p:nvPr/>
        </p:nvSpPr>
        <p:spPr>
          <a:xfrm>
            <a:off x="1354637" y="3200401"/>
            <a:ext cx="6143444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ලොවට හොරා බොහො පවිනි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නිතර පෙළුණු කෙනෙකි මම්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හිතට නැගෙයි දැන් හැම විට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වරද දනිමි මම්</a:t>
            </a:r>
          </a:p>
        </p:txBody>
      </p:sp>
      <p:pic>
        <p:nvPicPr>
          <p:cNvPr id="451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4" name="TextBox 1"/>
          <p:cNvSpPr txBox="1"/>
          <p:nvPr/>
        </p:nvSpPr>
        <p:spPr>
          <a:xfrm>
            <a:off x="655319" y="1066802"/>
            <a:ext cx="7985762" cy="1113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සියලු බලැති දෙවිදුනි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මාගෙ පවට වෙනූ කමා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ඔබගෙ රැළට එක් වෙමි අද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සදහට ම මෙමා</a:t>
            </a:r>
          </a:p>
        </p:txBody>
      </p:sp>
      <p:sp>
        <p:nvSpPr>
          <p:cNvPr id="4515" name="TextBox 2"/>
          <p:cNvSpPr txBox="1"/>
          <p:nvPr/>
        </p:nvSpPr>
        <p:spPr>
          <a:xfrm>
            <a:off x="1354639" y="3200401"/>
            <a:ext cx="4937761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සියලු සිතින් අයදිමි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කමා වන්න දෙවිදු පෙම්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සදාකල් ම ඔබට මම්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කැප ව දන නමම්</a:t>
            </a:r>
          </a:p>
        </p:txBody>
      </p:sp>
      <p:pic>
        <p:nvPicPr>
          <p:cNvPr id="451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8" name="Rectangle 1"/>
          <p:cNvSpPr txBox="1"/>
          <p:nvPr/>
        </p:nvSpPr>
        <p:spPr>
          <a:xfrm>
            <a:off x="2903207" y="4000503"/>
            <a:ext cx="5909354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පවිටු බවේ දිය පවස නිවන්නට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 විට ජිවන දොළ වෙතටා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කැපවීමේ බඳුනක් අත නොමැති ව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දිය බිමට නොහැකි ව තැවුණා</a:t>
            </a:r>
          </a:p>
        </p:txBody>
      </p:sp>
      <p:sp>
        <p:nvSpPr>
          <p:cNvPr id="4519" name="TextBox 2"/>
          <p:cNvSpPr txBox="1"/>
          <p:nvPr/>
        </p:nvSpPr>
        <p:spPr>
          <a:xfrm>
            <a:off x="502920" y="304802"/>
            <a:ext cx="1022964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288</a:t>
            </a:r>
          </a:p>
        </p:txBody>
      </p:sp>
      <p:sp>
        <p:nvSpPr>
          <p:cNvPr id="4520" name="Rectangle 3"/>
          <p:cNvSpPr txBox="1"/>
          <p:nvPr/>
        </p:nvSpPr>
        <p:spPr>
          <a:xfrm>
            <a:off x="688629" y="1142986"/>
            <a:ext cx="526641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සමිඳු දහම් නදි ගලා බසින්නා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හදවත් මුඩු බිම් සරු කරලා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එවන් හදක් කැපවීමේ කැකුළක්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විකසිත වී ලොව සුවඳ වෙලා</a:t>
            </a:r>
          </a:p>
        </p:txBody>
      </p:sp>
      <p:pic>
        <p:nvPicPr>
          <p:cNvPr id="452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3" name="Rectangle 1"/>
          <p:cNvSpPr txBox="1"/>
          <p:nvPr/>
        </p:nvSpPr>
        <p:spPr>
          <a:xfrm>
            <a:off x="2760332" y="3763881"/>
            <a:ext cx="6052229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මා දිවි මැට් පිඬ ඔබ අතිනා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කළ මැන බඳුනක් මන බඳනා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 මා ගත මා සතු සැමදේ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පුදනෙමි ඔබ වෙත මා සමිඳේ</a:t>
            </a:r>
          </a:p>
        </p:txBody>
      </p:sp>
      <p:sp>
        <p:nvSpPr>
          <p:cNvPr id="4524" name="Rectangle 2"/>
          <p:cNvSpPr txBox="1"/>
          <p:nvPr/>
        </p:nvSpPr>
        <p:spPr>
          <a:xfrm>
            <a:off x="688629" y="1142986"/>
            <a:ext cx="526641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සමිඳු දහම් නදි ගලා බසින්නා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හදවත් මුඩු බිම් සරු කරලා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එවන් හදක් කැපවීමේ කැකුළක්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විකසිත වී ලොව සුවඳ වෙලා</a:t>
            </a:r>
          </a:p>
        </p:txBody>
      </p:sp>
      <p:pic>
        <p:nvPicPr>
          <p:cNvPr id="452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7" name="Rectangle 1"/>
          <p:cNvSpPr txBox="1"/>
          <p:nvPr/>
        </p:nvSpPr>
        <p:spPr>
          <a:xfrm>
            <a:off x="2688893" y="3906758"/>
            <a:ext cx="6195106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දිවි අරමට වඩින් සමිනි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එය ඔබ වාසෙට කැපව ඇතේ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හද පුදසුන් කොට පුදනෙම්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තේවා සඳහා ඔබ සුරතේ</a:t>
            </a:r>
          </a:p>
        </p:txBody>
      </p:sp>
      <p:sp>
        <p:nvSpPr>
          <p:cNvPr id="4528" name="Rectangle 2"/>
          <p:cNvSpPr txBox="1"/>
          <p:nvPr/>
        </p:nvSpPr>
        <p:spPr>
          <a:xfrm>
            <a:off x="688629" y="1142986"/>
            <a:ext cx="526641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සමිඳු දහම් නදි ගලා බසින්නා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හදවත් මුඩු බිම් සරු කරලා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එවන් හදක් කැපවීමේ කැකුළක්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විකසිත වී ලොව සුවඳ වෙලා</a:t>
            </a:r>
          </a:p>
        </p:txBody>
      </p:sp>
      <p:pic>
        <p:nvPicPr>
          <p:cNvPr id="452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1" name="Rectangle 1"/>
          <p:cNvSpPr txBox="1"/>
          <p:nvPr/>
        </p:nvSpPr>
        <p:spPr>
          <a:xfrm>
            <a:off x="2403142" y="3929065"/>
            <a:ext cx="6337980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දැන්වෙන පහනින් අඳුර මැකෙන්නා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අන්දකාර ලොව බැබළෙන්නා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දිවි පහන් වැටිය වී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දැල්වෙමි මා දිවි තිබෙන තුරා</a:t>
            </a:r>
          </a:p>
        </p:txBody>
      </p:sp>
      <p:sp>
        <p:nvSpPr>
          <p:cNvPr id="4532" name="Rectangle 2"/>
          <p:cNvSpPr txBox="1"/>
          <p:nvPr/>
        </p:nvSpPr>
        <p:spPr>
          <a:xfrm>
            <a:off x="688629" y="1142986"/>
            <a:ext cx="526641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සමිඳු දහම් නදි ගලා බසින්නා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හදවත් මුඩු බිම් සරු කරලා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එවන් හදක් කැපවීමේ කැකුළක්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විකසිත වී ලොව සුවඳ වෙලා</a:t>
            </a:r>
          </a:p>
        </p:txBody>
      </p:sp>
      <p:pic>
        <p:nvPicPr>
          <p:cNvPr id="453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5" name="Rectangle 1"/>
          <p:cNvSpPr txBox="1"/>
          <p:nvPr/>
        </p:nvSpPr>
        <p:spPr>
          <a:xfrm>
            <a:off x="2331703" y="3929065"/>
            <a:ext cx="6480856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දහම් නදී තෙර කැකුළක් හිනැහෙයි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නැවුම් සුවඳ මඳ පවනෙ ගලා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 හද සිනාසෙයි වෙණ තත් හැඬවෙයි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කැපවීමේ ගී හඬ ඇසිලා</a:t>
            </a:r>
          </a:p>
        </p:txBody>
      </p:sp>
      <p:sp>
        <p:nvSpPr>
          <p:cNvPr id="4536" name="Rectangle 2"/>
          <p:cNvSpPr txBox="1"/>
          <p:nvPr/>
        </p:nvSpPr>
        <p:spPr>
          <a:xfrm>
            <a:off x="688629" y="1142986"/>
            <a:ext cx="526641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සමිඳු දහම් නදි ගලා බසින්නා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හදවත් මුඩු බිම් සරු කරලා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එවන් හදක් කැපවීමේ කැකුළක්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විකසිත වී ලොව සුවඳ වෙලා</a:t>
            </a:r>
          </a:p>
        </p:txBody>
      </p:sp>
      <p:pic>
        <p:nvPicPr>
          <p:cNvPr id="453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9" name="Rectangle 1"/>
          <p:cNvSpPr txBox="1"/>
          <p:nvPr/>
        </p:nvSpPr>
        <p:spPr>
          <a:xfrm>
            <a:off x="688629" y="3286126"/>
            <a:ext cx="7838180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නපුරු රුදුරු ගති සැමා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අද සිට මා හැර දමා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කැපවෙමි මම ඔබ හටා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තුරුලට ගනු මා</a:t>
            </a:r>
          </a:p>
        </p:txBody>
      </p:sp>
      <p:sp>
        <p:nvSpPr>
          <p:cNvPr id="4540" name="TextBox 2"/>
          <p:cNvSpPr txBox="1"/>
          <p:nvPr/>
        </p:nvSpPr>
        <p:spPr>
          <a:xfrm>
            <a:off x="502920" y="304802"/>
            <a:ext cx="1022964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289</a:t>
            </a:r>
          </a:p>
        </p:txBody>
      </p:sp>
      <p:sp>
        <p:nvSpPr>
          <p:cNvPr id="4541" name="Rectangle 3"/>
          <p:cNvSpPr txBox="1"/>
          <p:nvPr/>
        </p:nvSpPr>
        <p:spPr>
          <a:xfrm>
            <a:off x="902944" y="1285862"/>
            <a:ext cx="6480856" cy="1113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සියලු බලැති දෙවිඳුන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මාගේ පවට වනු කමා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රැළට එක් වෙමි අද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සදහට ම මෙමා</a:t>
            </a:r>
          </a:p>
        </p:txBody>
      </p:sp>
      <p:pic>
        <p:nvPicPr>
          <p:cNvPr id="454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4" name="Rectangle 1"/>
          <p:cNvSpPr txBox="1"/>
          <p:nvPr/>
        </p:nvSpPr>
        <p:spPr>
          <a:xfrm>
            <a:off x="474316" y="3357562"/>
            <a:ext cx="8338244" cy="2052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ලොවට හොරා බොහො පවින්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නිත පෙළුණු කෙනෙකි මම්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හිතට නැඟෙන දදැ හැම විට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වරද දනිම් මම්</a:t>
            </a:r>
          </a:p>
        </p:txBody>
      </p:sp>
      <p:sp>
        <p:nvSpPr>
          <p:cNvPr id="4545" name="Rectangle 2"/>
          <p:cNvSpPr txBox="1"/>
          <p:nvPr/>
        </p:nvSpPr>
        <p:spPr>
          <a:xfrm>
            <a:off x="902944" y="1285862"/>
            <a:ext cx="6480856" cy="1113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සියලු බලැති දෙවිඳුන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මාගේ පවට වනු කමා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රැළට එක් වෙමි අද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සදහට ම මෙමා</a:t>
            </a:r>
          </a:p>
        </p:txBody>
      </p:sp>
      <p:pic>
        <p:nvPicPr>
          <p:cNvPr id="454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8" name="Rectangle 1"/>
          <p:cNvSpPr txBox="1"/>
          <p:nvPr/>
        </p:nvSpPr>
        <p:spPr>
          <a:xfrm>
            <a:off x="545754" y="3643316"/>
            <a:ext cx="8266805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සියලු සිතින් අයදිමි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කමා වන්න දෙවිඳු පෙම්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සදාකල් ම ඔබට මම්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කැප ව දණ නමම්</a:t>
            </a:r>
          </a:p>
        </p:txBody>
      </p:sp>
      <p:sp>
        <p:nvSpPr>
          <p:cNvPr id="4549" name="Rectangle 2"/>
          <p:cNvSpPr txBox="1"/>
          <p:nvPr/>
        </p:nvSpPr>
        <p:spPr>
          <a:xfrm>
            <a:off x="902944" y="1285862"/>
            <a:ext cx="6480856" cy="1113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සියලු බලැති දෙවිඳුන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මාගේ පවට වනු කමා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රැළට එක් වෙමි අද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සදහට ම මෙමා</a:t>
            </a:r>
          </a:p>
        </p:txBody>
      </p:sp>
      <p:pic>
        <p:nvPicPr>
          <p:cNvPr id="455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2" name="Rectangle 1"/>
          <p:cNvSpPr txBox="1"/>
          <p:nvPr/>
        </p:nvSpPr>
        <p:spPr>
          <a:xfrm>
            <a:off x="2546017" y="3786189"/>
            <a:ext cx="6338014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මරණය මිනිසා කෙළවර නො වේ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මිනිසා ඔබ අදහස ලෙස මැවුයේ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පාපය පරදා ජය ගත් දිවියේ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හිමිකම ඉරණම ඔහු සතු වීයේ</a:t>
            </a:r>
          </a:p>
        </p:txBody>
      </p:sp>
      <p:sp>
        <p:nvSpPr>
          <p:cNvPr id="4553" name="TextBox 2"/>
          <p:cNvSpPr txBox="1"/>
          <p:nvPr/>
        </p:nvSpPr>
        <p:spPr>
          <a:xfrm>
            <a:off x="502920" y="304802"/>
            <a:ext cx="1022964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290</a:t>
            </a:r>
          </a:p>
        </p:txBody>
      </p:sp>
      <p:sp>
        <p:nvSpPr>
          <p:cNvPr id="4554" name="Rectangle 3"/>
          <p:cNvSpPr txBox="1"/>
          <p:nvPr/>
        </p:nvSpPr>
        <p:spPr>
          <a:xfrm>
            <a:off x="617192" y="1285859"/>
            <a:ext cx="5837914" cy="2180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පුත් බලවත් පෙම්වත් සුරිඳේ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වත දැක නැති මුත් අප සමිඳේ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අඳුරු අප අත ඔබ වෙත දිගු වේ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තිර ඇඳහිල්ලෙන් ඔබ පිදුනේ</a:t>
            </a:r>
          </a:p>
        </p:txBody>
      </p:sp>
      <p:pic>
        <p:nvPicPr>
          <p:cNvPr id="455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7" name="Rectangle 1"/>
          <p:cNvSpPr txBox="1"/>
          <p:nvPr/>
        </p:nvSpPr>
        <p:spPr>
          <a:xfrm>
            <a:off x="1331571" y="3714751"/>
            <a:ext cx="7195206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මනු වෙස් ගත් ඔබ දෙවියෝ වන්නෝ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මිනිස් බවේ අගතැන් පත් වන්නෝ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කැමැත්ත දෙව් පිය ඔබ ඔබ ඉටු කෙරුවේ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අපටත් ඔබ ලෙස කරනට හැකි වේ</a:t>
            </a:r>
          </a:p>
        </p:txBody>
      </p:sp>
      <p:sp>
        <p:nvSpPr>
          <p:cNvPr id="4558" name="Rectangle 2"/>
          <p:cNvSpPr txBox="1"/>
          <p:nvPr/>
        </p:nvSpPr>
        <p:spPr>
          <a:xfrm>
            <a:off x="617192" y="1285859"/>
            <a:ext cx="5837914" cy="2180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පුත් බලවත් පෙම්වත් සුරිඳේ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වත දැක නැති මුත් අප සමිඳේ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අඳුරු අප අත ඔබ වෙත දිගු වේ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තිර ඇඳහිල්ලෙන් ඔබ පිදුනේ</a:t>
            </a:r>
          </a:p>
        </p:txBody>
      </p:sp>
      <p:pic>
        <p:nvPicPr>
          <p:cNvPr id="455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1" name="Rectangle 1"/>
          <p:cNvSpPr txBox="1"/>
          <p:nvPr/>
        </p:nvSpPr>
        <p:spPr>
          <a:xfrm>
            <a:off x="1260133" y="3621006"/>
            <a:ext cx="7480988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තිර නැති ලොවක ය මිනිස වසන්නේ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වෙනසක් හැම දෙය තුළ ම දකින්නේ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නොවෙනස් ඔබ පෙම නිති සිහිවන්නේ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ඔහු වෙත වැඩ වසනට අයැදින්නේ</a:t>
            </a:r>
          </a:p>
        </p:txBody>
      </p:sp>
      <p:sp>
        <p:nvSpPr>
          <p:cNvPr id="4562" name="Rectangle 2"/>
          <p:cNvSpPr txBox="1"/>
          <p:nvPr/>
        </p:nvSpPr>
        <p:spPr>
          <a:xfrm>
            <a:off x="617192" y="1285859"/>
            <a:ext cx="5837914" cy="2180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පුත් බලවත් පෙම්වත් සුරිඳේ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වත දැක නැති මුත් අප සමිඳේ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අඳුරු අප අත ඔබ වෙත දිගු වේ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තිර ඇඳහිල්ලෙන් ඔබ පිදුනේ</a:t>
            </a:r>
          </a:p>
        </p:txBody>
      </p:sp>
      <p:pic>
        <p:nvPicPr>
          <p:cNvPr id="456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5" name="Rectangle 1"/>
          <p:cNvSpPr txBox="1"/>
          <p:nvPr/>
        </p:nvSpPr>
        <p:spPr>
          <a:xfrm>
            <a:off x="617192" y="1142984"/>
            <a:ext cx="6695170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කැප වෙමු සමිඳේ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අපි අද බැතිනේ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ඔබෙ නම සිහි කරලා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වැළපෙමු වැරැදි නිසා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සමිඳේ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ගැන සිහි කරලා</a:t>
            </a:r>
          </a:p>
        </p:txBody>
      </p:sp>
      <p:sp>
        <p:nvSpPr>
          <p:cNvPr id="4566" name="TextBox 2"/>
          <p:cNvSpPr txBox="1"/>
          <p:nvPr/>
        </p:nvSpPr>
        <p:spPr>
          <a:xfrm>
            <a:off x="502920" y="304802"/>
            <a:ext cx="1022964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291</a:t>
            </a:r>
          </a:p>
        </p:txBody>
      </p:sp>
      <p:sp>
        <p:nvSpPr>
          <p:cNvPr id="4567" name="Rectangle 3"/>
          <p:cNvSpPr txBox="1"/>
          <p:nvPr/>
        </p:nvSpPr>
        <p:spPr>
          <a:xfrm>
            <a:off x="2760332" y="4000503"/>
            <a:ext cx="6052229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සැම පවිනේ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මිදු අප දෙවිඳේ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එමු අපි ඔබ ම සොයා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ගැන පැහැදීලා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සමිඳේ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පිළිගනු මැන පෙමිනේ</a:t>
            </a:r>
          </a:p>
        </p:txBody>
      </p:sp>
      <p:pic>
        <p:nvPicPr>
          <p:cNvPr id="456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0" name="Rectangle 1"/>
          <p:cNvSpPr txBox="1"/>
          <p:nvPr/>
        </p:nvSpPr>
        <p:spPr>
          <a:xfrm>
            <a:off x="617191" y="928669"/>
            <a:ext cx="6980924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සිරි දෙනු මෙ දිනේ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අප වෙ සොඳිනේ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යහ මඟ යන ලෙසටා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සේවයේ කරන ලෙසා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සමිඳේ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කැප වෙමු ඔබ නමටා</a:t>
            </a:r>
          </a:p>
        </p:txBody>
      </p:sp>
      <p:pic>
        <p:nvPicPr>
          <p:cNvPr id="457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3" name="Rectangle 1"/>
          <p:cNvSpPr txBox="1"/>
          <p:nvPr/>
        </p:nvSpPr>
        <p:spPr>
          <a:xfrm>
            <a:off x="1474447" y="3714751"/>
            <a:ext cx="6409388" cy="2052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මුළු සිතිනා කැප වෙමි මෙ දිනා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තමකම හැර ඔහු සතු වෙමි බැතිනා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ඔබේ හඬට තුටු වෙම්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මගෙ සිත</a:t>
            </a:r>
          </a:p>
        </p:txBody>
      </p:sp>
      <p:sp>
        <p:nvSpPr>
          <p:cNvPr id="4574" name="TextBox 2"/>
          <p:cNvSpPr txBox="1"/>
          <p:nvPr/>
        </p:nvSpPr>
        <p:spPr>
          <a:xfrm>
            <a:off x="350519" y="304802"/>
            <a:ext cx="975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292</a:t>
            </a:r>
          </a:p>
        </p:txBody>
      </p:sp>
      <p:sp>
        <p:nvSpPr>
          <p:cNvPr id="4575" name="Rectangle 3"/>
          <p:cNvSpPr txBox="1"/>
          <p:nvPr/>
        </p:nvSpPr>
        <p:spPr>
          <a:xfrm>
            <a:off x="474315" y="1428736"/>
            <a:ext cx="6195106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සමින්ද ඔබට ළං වෙමි මෙ වරා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පසන්න ළයෙහි වසම්</a:t>
            </a:r>
          </a:p>
        </p:txBody>
      </p:sp>
      <p:pic>
        <p:nvPicPr>
          <p:cNvPr id="457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8" name="Rectangle 1"/>
          <p:cNvSpPr txBox="1"/>
          <p:nvPr/>
        </p:nvSpPr>
        <p:spPr>
          <a:xfrm>
            <a:off x="1688761" y="3643314"/>
            <a:ext cx="6766609" cy="2052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ආත්මෙන පුරවා සමැ පව දවලා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පිරිසිදු කරනුව සිත කය මෙ කලා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දෙමින් බලය විපුලා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ගිනි මෙන</a:t>
            </a:r>
          </a:p>
        </p:txBody>
      </p:sp>
      <p:sp>
        <p:nvSpPr>
          <p:cNvPr id="4579" name="Rectangle 2"/>
          <p:cNvSpPr txBox="1"/>
          <p:nvPr/>
        </p:nvSpPr>
        <p:spPr>
          <a:xfrm>
            <a:off x="474315" y="1428736"/>
            <a:ext cx="6195106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සමින්ද ඔබට ළං වෙමි මෙ වරා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පසන්න ළයෙහි වසම්</a:t>
            </a:r>
          </a:p>
        </p:txBody>
      </p:sp>
      <p:pic>
        <p:nvPicPr>
          <p:cNvPr id="458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2" name="Rectangle 1"/>
          <p:cNvSpPr txBox="1"/>
          <p:nvPr/>
        </p:nvSpPr>
        <p:spPr>
          <a:xfrm>
            <a:off x="1474448" y="3571876"/>
            <a:ext cx="7123798" cy="2052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මාරු කළ මැනේ මගෙ රැව මෙතිනේ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මහිමෙන මහිමෙට මා ගෙන යමිනේ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ස්වරූපයට ඔබගේ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සමිඳුනි</a:t>
            </a:r>
          </a:p>
        </p:txBody>
      </p:sp>
      <p:sp>
        <p:nvSpPr>
          <p:cNvPr id="4583" name="Rectangle 2"/>
          <p:cNvSpPr txBox="1"/>
          <p:nvPr/>
        </p:nvSpPr>
        <p:spPr>
          <a:xfrm>
            <a:off x="474315" y="1428736"/>
            <a:ext cx="6195106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සමින්ද ඔබට ළං වෙමි මෙ වරා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පසන්න ළයෙහි වසම්</a:t>
            </a:r>
          </a:p>
        </p:txBody>
      </p:sp>
      <p:pic>
        <p:nvPicPr>
          <p:cNvPr id="458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6" name="Rectangle 1"/>
          <p:cNvSpPr txBox="1"/>
          <p:nvPr/>
        </p:nvSpPr>
        <p:spPr>
          <a:xfrm>
            <a:off x="1760200" y="3500437"/>
            <a:ext cx="6766609" cy="2052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ජීවන ගංගා ගලමින එන්නා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 තුළ ප්‍රීතිය සාමය දෙන්නා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සගේහි සිටිනෙම් දැන් සතොසින</a:t>
            </a:r>
          </a:p>
        </p:txBody>
      </p:sp>
      <p:sp>
        <p:nvSpPr>
          <p:cNvPr id="4587" name="Rectangle 2"/>
          <p:cNvSpPr txBox="1"/>
          <p:nvPr/>
        </p:nvSpPr>
        <p:spPr>
          <a:xfrm>
            <a:off x="474315" y="1428736"/>
            <a:ext cx="6195106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සමින්ද ඔබට ළං වෙමි මෙ වරා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පසන්න ළයෙහි වසම්</a:t>
            </a:r>
          </a:p>
        </p:txBody>
      </p:sp>
      <p:pic>
        <p:nvPicPr>
          <p:cNvPr id="458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0" name="Rectangle 1"/>
          <p:cNvSpPr txBox="1"/>
          <p:nvPr/>
        </p:nvSpPr>
        <p:spPr>
          <a:xfrm>
            <a:off x="1617323" y="3714751"/>
            <a:ext cx="6838048" cy="2052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ශ්‍රී සුබ හසුනා දස දෙස දෙරණා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යන විලසින් නෙ ඔබ වරමා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දසුන් එවනු වැඩටා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කැප වුණු</a:t>
            </a:r>
          </a:p>
        </p:txBody>
      </p:sp>
      <p:sp>
        <p:nvSpPr>
          <p:cNvPr id="4591" name="Rectangle 2"/>
          <p:cNvSpPr txBox="1"/>
          <p:nvPr/>
        </p:nvSpPr>
        <p:spPr>
          <a:xfrm>
            <a:off x="474315" y="1428736"/>
            <a:ext cx="6195106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සමින්ද ඔබට ළං වෙමි මෙ වරා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පසන්න ළයෙහි වසම්</a:t>
            </a:r>
          </a:p>
        </p:txBody>
      </p:sp>
      <p:pic>
        <p:nvPicPr>
          <p:cNvPr id="459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4" name="Rectangle 1"/>
          <p:cNvSpPr txBox="1"/>
          <p:nvPr/>
        </p:nvSpPr>
        <p:spPr>
          <a:xfrm>
            <a:off x="1760200" y="3571876"/>
            <a:ext cx="6766609" cy="2052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 අබිරහසා එළිකර විගසා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කිතු සබ වැඩෙනට සලසනු නොලසා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දෙවියන් සගෙහි යසසා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නිතියෙන</a:t>
            </a:r>
          </a:p>
        </p:txBody>
      </p:sp>
      <p:sp>
        <p:nvSpPr>
          <p:cNvPr id="4595" name="Rectangle 2"/>
          <p:cNvSpPr txBox="1"/>
          <p:nvPr/>
        </p:nvSpPr>
        <p:spPr>
          <a:xfrm>
            <a:off x="474315" y="1428736"/>
            <a:ext cx="6195106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සමින්ද ඔබට ළං වෙමි මෙ වරා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පසන්න ළයෙහි වසම්</a:t>
            </a:r>
          </a:p>
        </p:txBody>
      </p:sp>
      <p:pic>
        <p:nvPicPr>
          <p:cNvPr id="459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8" name="TextBox 1"/>
          <p:cNvSpPr txBox="1"/>
          <p:nvPr/>
        </p:nvSpPr>
        <p:spPr>
          <a:xfrm>
            <a:off x="350519" y="304802"/>
            <a:ext cx="975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293</a:t>
            </a:r>
          </a:p>
        </p:txBody>
      </p:sp>
      <p:sp>
        <p:nvSpPr>
          <p:cNvPr id="4599" name="TextBox 2"/>
          <p:cNvSpPr txBox="1"/>
          <p:nvPr/>
        </p:nvSpPr>
        <p:spPr>
          <a:xfrm>
            <a:off x="960119" y="1066799"/>
            <a:ext cx="6156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මා දිවි ඔබ</a:t>
            </a:r>
            <a:r>
              <a:t>’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කැප කරගන් පෙමින්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මා සැම දවස්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නික්මවන් ඉන් ගී සොම්නස්</a:t>
            </a:r>
          </a:p>
        </p:txBody>
      </p:sp>
      <p:sp>
        <p:nvSpPr>
          <p:cNvPr id="4600" name="TextBox 3"/>
          <p:cNvSpPr txBox="1"/>
          <p:nvPr/>
        </p:nvSpPr>
        <p:spPr>
          <a:xfrm>
            <a:off x="3398519" y="3809999"/>
            <a:ext cx="5547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මා දෙ අත් එයින්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තුටු දෙයක් කරවන්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පා මෙහෙයවන්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සේවයට නීතියෙන්</a:t>
            </a:r>
          </a:p>
        </p:txBody>
      </p:sp>
      <p:pic>
        <p:nvPicPr>
          <p:cNvPr id="460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3" name="TextBox 1"/>
          <p:cNvSpPr txBox="1"/>
          <p:nvPr/>
        </p:nvSpPr>
        <p:spPr>
          <a:xfrm>
            <a:off x="960119" y="1066799"/>
            <a:ext cx="6156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මා හඩ නිතින්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කියන්ට සලස්වන්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දෙ තොලත් මගේ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කියවන් බස් ඔබගේ</a:t>
            </a:r>
          </a:p>
        </p:txBody>
      </p:sp>
      <p:sp>
        <p:nvSpPr>
          <p:cNvPr id="4604" name="TextBox 2"/>
          <p:cNvSpPr txBox="1"/>
          <p:nvPr/>
        </p:nvSpPr>
        <p:spPr>
          <a:xfrm>
            <a:off x="3398519" y="3809999"/>
            <a:ext cx="5547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මාගේ සම්පත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කරන් ඔබ කැමැත්ත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මනසත් මගේ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කරන් ඔබ රිසි දේ</a:t>
            </a:r>
          </a:p>
        </p:txBody>
      </p:sp>
      <p:pic>
        <p:nvPicPr>
          <p:cNvPr id="460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7" name="TextBox 1"/>
          <p:cNvSpPr txBox="1"/>
          <p:nvPr/>
        </p:nvSpPr>
        <p:spPr>
          <a:xfrm>
            <a:off x="960119" y="1066799"/>
            <a:ext cx="6156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කැමැත්ත මගේ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කරන් එය ඔබගේ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මා සිතත් නිතින්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කරන් ඔබ සිහසුන්</a:t>
            </a:r>
          </a:p>
        </p:txBody>
      </p:sp>
      <p:sp>
        <p:nvSpPr>
          <p:cNvPr id="4608" name="TextBox 2"/>
          <p:cNvSpPr txBox="1"/>
          <p:nvPr/>
        </p:nvSpPr>
        <p:spPr>
          <a:xfrm>
            <a:off x="3398519" y="3809999"/>
            <a:ext cx="5547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මාගෙ පෙම් කද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ඔබට දෙමි පුද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ද මගෙ සියල්ලත්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ඔබගෙයි ඉතින් දෙව් පුත්</a:t>
            </a:r>
          </a:p>
        </p:txBody>
      </p:sp>
      <p:pic>
        <p:nvPicPr>
          <p:cNvPr id="460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1" name="TextBox 4"/>
          <p:cNvSpPr txBox="1"/>
          <p:nvPr/>
        </p:nvSpPr>
        <p:spPr>
          <a:xfrm>
            <a:off x="350519" y="304802"/>
            <a:ext cx="975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294</a:t>
            </a:r>
          </a:p>
        </p:txBody>
      </p:sp>
      <p:sp>
        <p:nvSpPr>
          <p:cNvPr id="4612" name="TextBox 6"/>
          <p:cNvSpPr txBox="1"/>
          <p:nvPr/>
        </p:nvSpPr>
        <p:spPr>
          <a:xfrm>
            <a:off x="731519" y="1142999"/>
            <a:ext cx="5394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දිව් දෙවි පියාණන්ට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 යාගයක් ලෙසට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පුදන්නට හැකි වේ නම්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එය මා සේවය යි උතුම්</a:t>
            </a:r>
          </a:p>
        </p:txBody>
      </p:sp>
      <p:sp>
        <p:nvSpPr>
          <p:cNvPr id="4613" name="TextBox 7"/>
          <p:cNvSpPr txBox="1"/>
          <p:nvPr/>
        </p:nvSpPr>
        <p:spPr>
          <a:xfrm>
            <a:off x="3474719" y="3886199"/>
            <a:ext cx="5166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ලෝකයට සම නො වී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දමට එකග වී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දැනගෙන යහපත්කම්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 අලුත් කර ගනිමි</a:t>
            </a:r>
          </a:p>
        </p:txBody>
      </p:sp>
      <p:pic>
        <p:nvPicPr>
          <p:cNvPr id="4614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6" name="TextBox 3"/>
          <p:cNvSpPr txBox="1"/>
          <p:nvPr/>
        </p:nvSpPr>
        <p:spPr>
          <a:xfrm>
            <a:off x="731519" y="1142999"/>
            <a:ext cx="5394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නිසි පමණට වඩා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ගැන ම නීති නො දොඩා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පමණ දන හිදිනෙම්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 අනුහස පතම්</a:t>
            </a:r>
          </a:p>
        </p:txBody>
      </p:sp>
      <p:sp>
        <p:nvSpPr>
          <p:cNvPr id="4617" name="TextBox 4"/>
          <p:cNvSpPr txBox="1"/>
          <p:nvPr/>
        </p:nvSpPr>
        <p:spPr>
          <a:xfrm>
            <a:off x="3474719" y="3886199"/>
            <a:ext cx="5166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තුල හිමියෙනි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 ම සරිරයක් වෙම්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ලත් දිමනාවලිනි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පහන් සිතින් ඔබ පුදම්</a:t>
            </a:r>
          </a:p>
        </p:txBody>
      </p:sp>
      <p:pic>
        <p:nvPicPr>
          <p:cNvPr id="4618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0" name="TextBox 3"/>
          <p:cNvSpPr txBox="1"/>
          <p:nvPr/>
        </p:nvSpPr>
        <p:spPr>
          <a:xfrm>
            <a:off x="731519" y="1142999"/>
            <a:ext cx="5394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නපුර පිළිකෙව් කොට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යාපතට ඇලුම් වෙමි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අනෙක් අය උතුම් කොට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ගරු සිතින් සලකම්</a:t>
            </a:r>
          </a:p>
        </p:txBody>
      </p:sp>
      <p:sp>
        <p:nvSpPr>
          <p:cNvPr id="4621" name="TextBox 4"/>
          <p:cNvSpPr txBox="1"/>
          <p:nvPr/>
        </p:nvSpPr>
        <p:spPr>
          <a:xfrm>
            <a:off x="3474719" y="3886199"/>
            <a:ext cx="5166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බඩගිනිත් පිපාසයත්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නිවම් සතුරන්ගේ වුවත්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යාපතින් නපුර ගති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පරාජය කරම් නීති</a:t>
            </a:r>
          </a:p>
        </p:txBody>
      </p:sp>
      <p:pic>
        <p:nvPicPr>
          <p:cNvPr id="4622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4" name="TextBox 3"/>
          <p:cNvSpPr txBox="1"/>
          <p:nvPr/>
        </p:nvSpPr>
        <p:spPr>
          <a:xfrm>
            <a:off x="426719" y="304802"/>
            <a:ext cx="12039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295</a:t>
            </a:r>
          </a:p>
        </p:txBody>
      </p:sp>
      <p:sp>
        <p:nvSpPr>
          <p:cNvPr id="4625" name="TextBox 4"/>
          <p:cNvSpPr txBox="1"/>
          <p:nvPr/>
        </p:nvSpPr>
        <p:spPr>
          <a:xfrm>
            <a:off x="807719" y="1143002"/>
            <a:ext cx="72999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යටත් කරම් සැම දේ 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හිමිට පෙම්වත්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සේවයේ යෙදෙම් එතුමන්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කැප කර මා දිවිත්</a:t>
            </a:r>
          </a:p>
        </p:txBody>
      </p:sp>
      <p:sp>
        <p:nvSpPr>
          <p:cNvPr id="4626" name="TextBox 5"/>
          <p:cNvSpPr txBox="1"/>
          <p:nvPr/>
        </p:nvSpPr>
        <p:spPr>
          <a:xfrm>
            <a:off x="4084319" y="4043305"/>
            <a:ext cx="47853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යටත් කරම් මම්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යටත් කරම් මම්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දේ සෙත් යුත් හිමිට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යටත් කරම් මම්</a:t>
            </a:r>
          </a:p>
        </p:txBody>
      </p:sp>
      <p:pic>
        <p:nvPicPr>
          <p:cNvPr id="4627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9" name="TextBox 3"/>
          <p:cNvSpPr txBox="1"/>
          <p:nvPr/>
        </p:nvSpPr>
        <p:spPr>
          <a:xfrm>
            <a:off x="807719" y="1143002"/>
            <a:ext cx="72999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යටත් කරම් සැම දේ 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 සැප අත් හරිමි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බැතියෙන් ම වැද වැටෙම්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හද කැප කරම්</a:t>
            </a:r>
          </a:p>
        </p:txBody>
      </p:sp>
      <p:sp>
        <p:nvSpPr>
          <p:cNvPr id="4630" name="TextBox 4"/>
          <p:cNvSpPr txBox="1"/>
          <p:nvPr/>
        </p:nvSpPr>
        <p:spPr>
          <a:xfrm>
            <a:off x="4084319" y="4043305"/>
            <a:ext cx="47853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යටත් කරම් මම්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යටත් කරම් මම්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දේ සෙත් යුත් හිමිට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යටත් කරම් මම්</a:t>
            </a:r>
          </a:p>
        </p:txBody>
      </p:sp>
      <p:pic>
        <p:nvPicPr>
          <p:cNvPr id="4631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3" name="TextBox 1"/>
          <p:cNvSpPr txBox="1"/>
          <p:nvPr/>
        </p:nvSpPr>
        <p:spPr>
          <a:xfrm>
            <a:off x="807719" y="1143002"/>
            <a:ext cx="72999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යටත් කරම් සැම දේ 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සතු වන තෙක්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සහතික වෙයි සුදත් දෙවි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මා අයත් බැව්</a:t>
            </a:r>
          </a:p>
        </p:txBody>
      </p:sp>
      <p:sp>
        <p:nvSpPr>
          <p:cNvPr id="4634" name="TextBox 2"/>
          <p:cNvSpPr txBox="1"/>
          <p:nvPr/>
        </p:nvSpPr>
        <p:spPr>
          <a:xfrm>
            <a:off x="4084319" y="4043305"/>
            <a:ext cx="47853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යටත් කරම් මම්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යටත් කරම් මම්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දේ සෙත් යුත් හිමිට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යටත් කරම් මම්</a:t>
            </a:r>
          </a:p>
        </p:txBody>
      </p:sp>
      <p:pic>
        <p:nvPicPr>
          <p:cNvPr id="463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7" name="TextBox 1"/>
          <p:cNvSpPr txBox="1"/>
          <p:nvPr/>
        </p:nvSpPr>
        <p:spPr>
          <a:xfrm>
            <a:off x="807719" y="1143002"/>
            <a:ext cx="72999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යටත් කරම් සැම දේ 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බෙලෙන් පුරවන්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පෙම් සිතට වගුරන්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නොහිමි සෙත් අත් වෙයි එයින්</a:t>
            </a:r>
          </a:p>
        </p:txBody>
      </p:sp>
      <p:sp>
        <p:nvSpPr>
          <p:cNvPr id="4638" name="TextBox 2"/>
          <p:cNvSpPr txBox="1"/>
          <p:nvPr/>
        </p:nvSpPr>
        <p:spPr>
          <a:xfrm>
            <a:off x="4084319" y="4043305"/>
            <a:ext cx="47853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යටත් කරම් මම්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යටත් කරම් මම්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දේ සෙත් යුත් හිමිට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යටත් කරම් මම්</a:t>
            </a:r>
          </a:p>
        </p:txBody>
      </p:sp>
      <p:pic>
        <p:nvPicPr>
          <p:cNvPr id="463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1" name="TextBox 1"/>
          <p:cNvSpPr txBox="1"/>
          <p:nvPr/>
        </p:nvSpPr>
        <p:spPr>
          <a:xfrm>
            <a:off x="807719" y="1143002"/>
            <a:ext cx="72999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යටත් කරම් සැම දේ 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 ගින්නෙන් මම් දැවෙමි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අහෝ මිදීමේ සැපත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තේජස් රජුට තේජස්</a:t>
            </a:r>
          </a:p>
        </p:txBody>
      </p:sp>
      <p:sp>
        <p:nvSpPr>
          <p:cNvPr id="4642" name="TextBox 2"/>
          <p:cNvSpPr txBox="1"/>
          <p:nvPr/>
        </p:nvSpPr>
        <p:spPr>
          <a:xfrm>
            <a:off x="4084319" y="4043305"/>
            <a:ext cx="47853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යටත් කරම් මම්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යටත් කරම් මම්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දේ සෙත් යුත් හිමිට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යටත් කරම් මම්</a:t>
            </a:r>
          </a:p>
        </p:txBody>
      </p:sp>
      <p:pic>
        <p:nvPicPr>
          <p:cNvPr id="464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5" name="Rectangle 1"/>
          <p:cNvSpPr txBox="1"/>
          <p:nvPr/>
        </p:nvSpPr>
        <p:spPr>
          <a:xfrm>
            <a:off x="2831769" y="3978195"/>
            <a:ext cx="5909354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මා සතු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මම් ඔබ සතු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දිවි වෙන්නෙත් පිදෙන්නෙත්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මෙහෙයට යි</a:t>
            </a:r>
          </a:p>
        </p:txBody>
      </p:sp>
      <p:sp>
        <p:nvSpPr>
          <p:cNvPr id="4646" name="TextBox 2"/>
          <p:cNvSpPr txBox="1"/>
          <p:nvPr/>
        </p:nvSpPr>
        <p:spPr>
          <a:xfrm>
            <a:off x="426719" y="304802"/>
            <a:ext cx="12039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296</a:t>
            </a:r>
          </a:p>
        </p:txBody>
      </p:sp>
      <p:sp>
        <p:nvSpPr>
          <p:cNvPr id="4647" name="Rectangle 3"/>
          <p:cNvSpPr txBox="1"/>
          <p:nvPr/>
        </p:nvSpPr>
        <p:spPr>
          <a:xfrm>
            <a:off x="760068" y="1214421"/>
            <a:ext cx="519497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කරුණාවේ බෙලෙන්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නිදහස් තොස් සිතින්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හා මාගේ සැම දවස්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පුදම් බැතින් නොලස්</a:t>
            </a:r>
          </a:p>
        </p:txBody>
      </p:sp>
      <p:pic>
        <p:nvPicPr>
          <p:cNvPr id="464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0" name="TextBox 3"/>
          <p:cNvSpPr txBox="1"/>
          <p:nvPr/>
        </p:nvSpPr>
        <p:spPr>
          <a:xfrm>
            <a:off x="350519" y="188764"/>
            <a:ext cx="1051562" cy="624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297</a:t>
            </a:r>
          </a:p>
        </p:txBody>
      </p:sp>
      <p:sp>
        <p:nvSpPr>
          <p:cNvPr id="4651" name="TextBox 4"/>
          <p:cNvSpPr txBox="1"/>
          <p:nvPr/>
        </p:nvSpPr>
        <p:spPr>
          <a:xfrm>
            <a:off x="922019" y="990599"/>
            <a:ext cx="60426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දල්වන මෙන් සග ගිනි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අහසින් බට සාමිනි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මා හද පුදසුන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දල්වන් නිත් ඔබ පෙම් ගින්න</a:t>
            </a:r>
          </a:p>
        </p:txBody>
      </p:sp>
      <p:sp>
        <p:nvSpPr>
          <p:cNvPr id="4652" name="TextBox 5"/>
          <p:cNvSpPr txBox="1"/>
          <p:nvPr/>
        </p:nvSpPr>
        <p:spPr>
          <a:xfrm>
            <a:off x="3627119" y="3733799"/>
            <a:ext cx="5242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මහිම උදෙසා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බැබළේ වා ඒ වෙසෙසා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නික්මේ වා තුලින් මා හද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යැදුම් හා පැසසුම් නද</a:t>
            </a:r>
          </a:p>
        </p:txBody>
      </p:sp>
      <p:pic>
        <p:nvPicPr>
          <p:cNvPr id="4653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5" name="TextBox 3"/>
          <p:cNvSpPr txBox="1"/>
          <p:nvPr/>
        </p:nvSpPr>
        <p:spPr>
          <a:xfrm>
            <a:off x="789791" y="1053264"/>
            <a:ext cx="53949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ජේසුස්නි මේ මෙහෙයට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 කය කැප කොට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ගින්න නිරතුර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බැබලෙන්නට දෙන් වර</a:t>
            </a:r>
          </a:p>
        </p:txBody>
      </p:sp>
      <p:sp>
        <p:nvSpPr>
          <p:cNvPr id="4656" name="TextBox 4"/>
          <p:cNvSpPr txBox="1"/>
          <p:nvPr/>
        </p:nvSpPr>
        <p:spPr>
          <a:xfrm>
            <a:off x="3799690" y="3801035"/>
            <a:ext cx="4861561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මුළු අණට ඔබගේ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කීකරු වීමෙන් ම මගේ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පුජාව සපිරීමට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වරම් දුන මැන මට</a:t>
            </a:r>
          </a:p>
        </p:txBody>
      </p:sp>
      <p:pic>
        <p:nvPicPr>
          <p:cNvPr id="4657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" name="Rectangle 3"/>
          <p:cNvSpPr txBox="1"/>
          <p:nvPr/>
        </p:nvSpPr>
        <p:spPr>
          <a:xfrm>
            <a:off x="350519" y="228599"/>
            <a:ext cx="150876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 298</a:t>
            </a:r>
          </a:p>
        </p:txBody>
      </p:sp>
      <p:sp>
        <p:nvSpPr>
          <p:cNvPr id="4660" name="Rectangle 1"/>
          <p:cNvSpPr txBox="1"/>
          <p:nvPr/>
        </p:nvSpPr>
        <p:spPr>
          <a:xfrm>
            <a:off x="1950719" y="497415"/>
            <a:ext cx="5112059" cy="272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 algn="just"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කැපවමු නිති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යෙන්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just"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ඔබට</a:t>
            </a:r>
            <a:r>
              <a:t> 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පෙම්</a:t>
            </a:r>
            <a:r>
              <a:t> 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උල්පත්</a:t>
            </a:r>
            <a:r>
              <a:t> 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වන්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just"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සිහසුනෙත්</a:t>
            </a:r>
            <a:r>
              <a:t> 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සවන්</a:t>
            </a:r>
            <a:r>
              <a:t> 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දෙන්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just"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පියාණනි</a:t>
            </a:r>
            <a:r>
              <a:t> 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පිලිගන්</a:t>
            </a:r>
          </a:p>
        </p:txBody>
      </p:sp>
      <p:sp>
        <p:nvSpPr>
          <p:cNvPr id="4661" name="Rectangle 5"/>
          <p:cNvSpPr txBox="1"/>
          <p:nvPr/>
        </p:nvSpPr>
        <p:spPr>
          <a:xfrm>
            <a:off x="2026919" y="3505201"/>
            <a:ext cx="6537962" cy="3106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කැපවමු නිති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යෙන්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just"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ඔබට මා දිව් රදුන්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algn="just"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ලෙව් සටන් හි සුරකින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algn="just"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තේජසට පමුනන්</a:t>
            </a:r>
          </a:p>
        </p:txBody>
      </p:sp>
      <p:pic>
        <p:nvPicPr>
          <p:cNvPr id="466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4" name="Rectangle 4"/>
          <p:cNvSpPr txBox="1"/>
          <p:nvPr/>
        </p:nvSpPr>
        <p:spPr>
          <a:xfrm>
            <a:off x="1874519" y="304801"/>
            <a:ext cx="6614162" cy="3106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කැපවමු නිති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යෙන්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algn="just"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සග මිතු ඔබ වන්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algn="just"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සිරි ලත් හිමියන් දරුන්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algn="just"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දිවි හිමියෙන් රකින් </a:t>
            </a:r>
          </a:p>
        </p:txBody>
      </p:sp>
      <p:sp>
        <p:nvSpPr>
          <p:cNvPr id="4665" name="Rectangle 5"/>
          <p:cNvSpPr txBox="1"/>
          <p:nvPr/>
        </p:nvSpPr>
        <p:spPr>
          <a:xfrm>
            <a:off x="2026921" y="3657601"/>
            <a:ext cx="3847665" cy="2377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just"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කැපවමු නිති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යෙන්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algn="just"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ඔබට එඩේරාණන්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algn="just"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තැති ගත් බැටළුවන්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algn="just"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සනසමින් සුරකින්</a:t>
            </a:r>
          </a:p>
        </p:txBody>
      </p:sp>
      <p:pic>
        <p:nvPicPr>
          <p:cNvPr id="466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8" name="Rectangle 3"/>
          <p:cNvSpPr txBox="1"/>
          <p:nvPr/>
        </p:nvSpPr>
        <p:spPr>
          <a:xfrm>
            <a:off x="2331719" y="1371602"/>
            <a:ext cx="4728430" cy="2529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just"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කැපවමු නිති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යෙන්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algn="just"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ඔබට නියමු වන්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algn="just"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කමා වන් පැතුම් පුරන්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algn="just">
              <a:tabLst>
                <a:tab pos="228600" algn="l"/>
                <a:tab pos="6858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සගට මින් ගෙන යන්</a:t>
            </a:r>
          </a:p>
        </p:txBody>
      </p:sp>
      <p:pic>
        <p:nvPicPr>
          <p:cNvPr id="466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1" name="Rectangle 3"/>
          <p:cNvSpPr txBox="1"/>
          <p:nvPr/>
        </p:nvSpPr>
        <p:spPr>
          <a:xfrm>
            <a:off x="1617323" y="1142986"/>
            <a:ext cx="6337981" cy="5774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යොවුන් විය සිටින මා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කැප වෙන්ට කැමැත්තෙන් 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යොවුන් කැළ සුමිතුරු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හිමි එම් දැන්</a:t>
            </a:r>
          </a:p>
          <a:p>
            <a:pPr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ජිවිතයේ උදැසන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ගත සිත මුළුමනින්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පුදන්නට හිමි නමින්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සොම්නස් සිතින් එම් දැන්</a:t>
            </a:r>
          </a:p>
        </p:txBody>
      </p:sp>
      <p:sp>
        <p:nvSpPr>
          <p:cNvPr id="4672" name="TextBox 4"/>
          <p:cNvSpPr txBox="1"/>
          <p:nvPr/>
        </p:nvSpPr>
        <p:spPr>
          <a:xfrm>
            <a:off x="426719" y="381002"/>
            <a:ext cx="8991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299</a:t>
            </a:r>
          </a:p>
        </p:txBody>
      </p:sp>
      <p:pic>
        <p:nvPicPr>
          <p:cNvPr id="4673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5" name="Rectangle 2"/>
          <p:cNvSpPr txBox="1"/>
          <p:nvPr/>
        </p:nvSpPr>
        <p:spPr>
          <a:xfrm>
            <a:off x="1760199" y="851019"/>
            <a:ext cx="5980792" cy="5774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හැසිරෙන්ට අලෝකයේ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නිත් කරන්නට හරි දේ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මුළු සිතින් බාර ගෙන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රජුනි එම් දැන්</a:t>
            </a:r>
          </a:p>
          <a:p>
            <a:pPr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තරුණ මා ඉරණම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යහපත් කෙනෙකු වීම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ඉත සිතින් බාර ගෙන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රජුන් එම් දැන්</a:t>
            </a:r>
          </a:p>
        </p:txBody>
      </p:sp>
      <p:pic>
        <p:nvPicPr>
          <p:cNvPr id="467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8" name="Rectangle 2"/>
          <p:cNvSpPr txBox="1"/>
          <p:nvPr/>
        </p:nvSpPr>
        <p:spPr>
          <a:xfrm>
            <a:off x="1831637" y="779581"/>
            <a:ext cx="5266411" cy="5774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මහත් දේ නිතින් පතමින්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මහත් දේ නිතින් කරමින්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භක්තිය නිත් සුරකිමින්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'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අනුව එමි දැන්</a:t>
            </a:r>
          </a:p>
          <a:p>
            <a:pPr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ජය ශ්‍රී වේවා ඔබට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ජය ලත් කිරුළු ලබම්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පා මුල ඒ පුදම්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'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තින් පළදිම්</a:t>
            </a:r>
          </a:p>
        </p:txBody>
      </p:sp>
      <p:pic>
        <p:nvPicPr>
          <p:cNvPr id="467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1" name="Rectangle 1"/>
          <p:cNvSpPr txBox="1"/>
          <p:nvPr/>
        </p:nvSpPr>
        <p:spPr>
          <a:xfrm>
            <a:off x="2474580" y="1142986"/>
            <a:ext cx="4909221" cy="5272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දුකින් මිදු හෙයින්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සෙත් උතුම් දෙමින්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මීරි ගීත නාදයෙනි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තුමන් වණම්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මුවෙන් 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සිතින් 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තුති කරම්</a:t>
            </a:r>
          </a:p>
        </p:txBody>
      </p:sp>
      <p:sp>
        <p:nvSpPr>
          <p:cNvPr id="4682" name="TextBox 2"/>
          <p:cNvSpPr txBox="1"/>
          <p:nvPr/>
        </p:nvSpPr>
        <p:spPr>
          <a:xfrm>
            <a:off x="426719" y="381002"/>
            <a:ext cx="8991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300</a:t>
            </a:r>
          </a:p>
        </p:txBody>
      </p:sp>
      <p:pic>
        <p:nvPicPr>
          <p:cNvPr id="468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5" name="Rectangle 1"/>
          <p:cNvSpPr txBox="1"/>
          <p:nvPr/>
        </p:nvSpPr>
        <p:spPr>
          <a:xfrm>
            <a:off x="2331704" y="956623"/>
            <a:ext cx="5695038" cy="5272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වා මාගේ දේව ස්වාමි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උතුම් සමී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සොකයෙන් ද වැසනෙන් 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මිදෙව්ව නිත්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ලොවේ දී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සෙත් ලබනට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 වරම් පෙමින්</a:t>
            </a:r>
          </a:p>
        </p:txBody>
      </p:sp>
      <p:pic>
        <p:nvPicPr>
          <p:cNvPr id="468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8" name="Rectangle 1"/>
          <p:cNvSpPr txBox="1"/>
          <p:nvPr/>
        </p:nvSpPr>
        <p:spPr>
          <a:xfrm>
            <a:off x="2331703" y="928671"/>
            <a:ext cx="5909354" cy="5272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පිත් ද පුත් ද සුද ආත්ම 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 තුමන් හටා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ආදියේ දි වු ලෙසින් 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සහ මතුත්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ගීත නාද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යුත් වු මීරි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වා බෝ තුති</a:t>
            </a:r>
          </a:p>
        </p:txBody>
      </p:sp>
      <p:pic>
        <p:nvPicPr>
          <p:cNvPr id="468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1" name="TextBox 3"/>
          <p:cNvSpPr txBox="1"/>
          <p:nvPr/>
        </p:nvSpPr>
        <p:spPr>
          <a:xfrm>
            <a:off x="426719" y="381002"/>
            <a:ext cx="8991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306</a:t>
            </a:r>
          </a:p>
        </p:txBody>
      </p:sp>
      <p:sp>
        <p:nvSpPr>
          <p:cNvPr id="4692" name="TextBox 4"/>
          <p:cNvSpPr txBox="1"/>
          <p:nvPr/>
        </p:nvSpPr>
        <p:spPr>
          <a:xfrm>
            <a:off x="807719" y="1219202"/>
            <a:ext cx="74523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සැමාසිරි උල්පත 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හිමයනි දැන් වඩින්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සිදෙන ගුණ තෙදැත්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යසස් පවසම්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දුතයන් සේ මනරම්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තුති දෙන්නට නිතින්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ද දෙවි පෙම්හි උතුම්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නිතින තිර කරන්</a:t>
            </a:r>
          </a:p>
        </p:txBody>
      </p:sp>
      <p:pic>
        <p:nvPicPr>
          <p:cNvPr id="4693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5" name="TextBox 3"/>
          <p:cNvSpPr txBox="1"/>
          <p:nvPr/>
        </p:nvSpPr>
        <p:spPr>
          <a:xfrm>
            <a:off x="803238" y="762002"/>
            <a:ext cx="7680961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ගෙනාවේ යේසුස් ම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රැලෙන් මුළා වූ විට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ලේ පිදුවෙත් එතුම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පවින් ගලවන්නට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දිනෙන් දින යටත් වීමෙන්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 දෙව් පෙමට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කුළුණු ගුණ බෙලෙන්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ළං වෙම් වා මම් ඔබට</a:t>
            </a:r>
          </a:p>
        </p:txBody>
      </p:sp>
      <p:pic>
        <p:nvPicPr>
          <p:cNvPr id="469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8" name="TextBox 1"/>
          <p:cNvSpPr txBox="1"/>
          <p:nvPr/>
        </p:nvSpPr>
        <p:spPr>
          <a:xfrm>
            <a:off x="1112519" y="914402"/>
            <a:ext cx="71475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ඈත් නොවන්නට ඔබගෙන්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පියාණෙනි සෙත් දෙන්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මුද්‍රාව තබමින්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ඔබ සතු කරන්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තුති පුදම් පසස් නදින්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ලත් සෙත් දැන නිබද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බෙලෙන් සුරකෙමින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ළං වෙම් වා සගට ද</a:t>
            </a:r>
          </a:p>
        </p:txBody>
      </p:sp>
      <p:pic>
        <p:nvPicPr>
          <p:cNvPr id="469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1" name="Rectangle 1"/>
          <p:cNvSpPr txBox="1"/>
          <p:nvPr/>
        </p:nvSpPr>
        <p:spPr>
          <a:xfrm>
            <a:off x="1233344" y="1047244"/>
            <a:ext cx="4480561" cy="3888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මිදී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සතු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රුහිරය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සුවය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තේජස්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තේජස්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රජ ය</a:t>
            </a:r>
          </a:p>
          <a:p>
            <a:pPr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4702" name="Rectangle 2"/>
          <p:cNvSpPr txBox="1"/>
          <p:nvPr/>
        </p:nvSpPr>
        <p:spPr>
          <a:xfrm>
            <a:off x="4401695" y="4414173"/>
            <a:ext cx="4480561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තේජස්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තේජස්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හළෙලුයා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හළෙලුයා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හිමිට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සේදෙයි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සිත්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ගැලූ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ලෙයින්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තේජස්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තේජස්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රජය</a:t>
            </a:r>
          </a:p>
        </p:txBody>
      </p:sp>
      <p:sp>
        <p:nvSpPr>
          <p:cNvPr id="4703" name="TextBox 3"/>
          <p:cNvSpPr txBox="1"/>
          <p:nvPr/>
        </p:nvSpPr>
        <p:spPr>
          <a:xfrm>
            <a:off x="369247" y="188639"/>
            <a:ext cx="134872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307</a:t>
            </a:r>
          </a:p>
        </p:txBody>
      </p:sp>
      <p:pic>
        <p:nvPicPr>
          <p:cNvPr id="470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6" name="Rectangle 2"/>
          <p:cNvSpPr txBox="1"/>
          <p:nvPr/>
        </p:nvSpPr>
        <p:spPr>
          <a:xfrm>
            <a:off x="1233344" y="855584"/>
            <a:ext cx="8459256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බෝ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කලක්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වෑයම්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කෙළෙමි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සැප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ලබන්නට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එහෙත්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අදහන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තෙක්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ලදිමි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කිසි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විට</a:t>
            </a:r>
          </a:p>
        </p:txBody>
      </p:sp>
      <p:sp>
        <p:nvSpPr>
          <p:cNvPr id="4707" name="Rectangle 3"/>
          <p:cNvSpPr txBox="1"/>
          <p:nvPr/>
        </p:nvSpPr>
        <p:spPr>
          <a:xfrm>
            <a:off x="4185671" y="3952035"/>
            <a:ext cx="4480561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තේජස්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තේජස්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හළෙලුයා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හළෙලුයා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හිමිට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සේදෙයි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සිත්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ගැලූ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ලෙයින්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තේජස්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තේජස්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රජය</a:t>
            </a:r>
          </a:p>
        </p:txBody>
      </p:sp>
      <p:pic>
        <p:nvPicPr>
          <p:cNvPr id="470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" name="Rectangle 1"/>
          <p:cNvSpPr txBox="1"/>
          <p:nvPr/>
        </p:nvSpPr>
        <p:spPr>
          <a:xfrm>
            <a:off x="1233344" y="764705"/>
            <a:ext cx="8963313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ඇදැහිල්ලෙන්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දැන්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හැගී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රුහිර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බලේ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මට</a:t>
            </a:r>
            <a:r>
              <a:t>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සුව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වීමේ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පැන්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ගලා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ළයේ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සිට</a:t>
            </a:r>
          </a:p>
        </p:txBody>
      </p:sp>
      <p:sp>
        <p:nvSpPr>
          <p:cNvPr id="4711" name="Rectangle 2"/>
          <p:cNvSpPr txBox="1"/>
          <p:nvPr/>
        </p:nvSpPr>
        <p:spPr>
          <a:xfrm>
            <a:off x="4185671" y="4028185"/>
            <a:ext cx="4480561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තේජස්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තේජස්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හළෙලුයා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හළෙලුයා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හිමිට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සේදෙයි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සිත්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ගැලූ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ලෙයින්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තේජස්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තේජස්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රජය</a:t>
            </a:r>
          </a:p>
        </p:txBody>
      </p:sp>
      <p:pic>
        <p:nvPicPr>
          <p:cNvPr id="471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4" name="Rectangle 1"/>
          <p:cNvSpPr txBox="1"/>
          <p:nvPr/>
        </p:nvSpPr>
        <p:spPr>
          <a:xfrm>
            <a:off x="1327056" y="999600"/>
            <a:ext cx="4480561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දිවිහිමි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මම්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පිදෙමි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සතු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වෙම්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ගැන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අනුන්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ආදිරිස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වෙම්</a:t>
            </a:r>
          </a:p>
        </p:txBody>
      </p:sp>
      <p:sp>
        <p:nvSpPr>
          <p:cNvPr id="4715" name="Rectangle 2"/>
          <p:cNvSpPr txBox="1"/>
          <p:nvPr/>
        </p:nvSpPr>
        <p:spPr>
          <a:xfrm>
            <a:off x="4257679" y="3933057"/>
            <a:ext cx="4480561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තේජස්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තේජස්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හළෙලුයා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හළෙලුයා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හිමිට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සේදෙයි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සිත්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ගැලූ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ලෙයින්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තේජස්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තේජස්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රජය</a:t>
            </a:r>
          </a:p>
        </p:txBody>
      </p:sp>
      <p:pic>
        <p:nvPicPr>
          <p:cNvPr id="471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8" name="Rectangle 2"/>
          <p:cNvSpPr txBox="1"/>
          <p:nvPr/>
        </p:nvSpPr>
        <p:spPr>
          <a:xfrm>
            <a:off x="4041655" y="4221090"/>
            <a:ext cx="4480561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තේජස්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තේජස්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හළෙලුයා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හළෙලුයා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හිමිට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සේදෙයි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සිත්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ගැලූ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ලෙයින්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තේජස්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තේජස්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රජය</a:t>
            </a:r>
          </a:p>
        </p:txBody>
      </p:sp>
      <p:sp>
        <p:nvSpPr>
          <p:cNvPr id="4719" name="Rectangle 3"/>
          <p:cNvSpPr txBox="1"/>
          <p:nvPr/>
        </p:nvSpPr>
        <p:spPr>
          <a:xfrm>
            <a:off x="1305352" y="1196753"/>
            <a:ext cx="4480561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දිවි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ගෙවන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තෙක් 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අයත්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වම්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 ට 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 යි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දුන්නේ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මිදීම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පුදන්නෙමි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පෙම</a:t>
            </a:r>
          </a:p>
        </p:txBody>
      </p:sp>
      <p:pic>
        <p:nvPicPr>
          <p:cNvPr id="472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2" name="TextBox 1"/>
          <p:cNvSpPr txBox="1"/>
          <p:nvPr/>
        </p:nvSpPr>
        <p:spPr>
          <a:xfrm>
            <a:off x="350519" y="304802"/>
            <a:ext cx="1280162" cy="1158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1"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308</a:t>
            </a:r>
          </a:p>
        </p:txBody>
      </p:sp>
      <p:sp>
        <p:nvSpPr>
          <p:cNvPr id="4723" name="TextBox 2"/>
          <p:cNvSpPr txBox="1"/>
          <p:nvPr/>
        </p:nvSpPr>
        <p:spPr>
          <a:xfrm>
            <a:off x="731519" y="1143002"/>
            <a:ext cx="49377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හිමිට ගී කියමි මම්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මහත් පෙම නිසා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මුදන්ට දි තමන් දිවි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පිදු නිසා</a:t>
            </a:r>
          </a:p>
        </p:txBody>
      </p:sp>
      <p:sp>
        <p:nvSpPr>
          <p:cNvPr id="4724" name="TextBox 3"/>
          <p:cNvSpPr txBox="1"/>
          <p:nvPr/>
        </p:nvSpPr>
        <p:spPr>
          <a:xfrm>
            <a:off x="4084319" y="3962399"/>
            <a:ext cx="4556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කියව් </a:t>
            </a:r>
            <a:r>
              <a:t>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මගේ හිමිට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මිදු </a:t>
            </a:r>
            <a:r>
              <a:t>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ලෙයින් තමන්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</a:t>
            </a:r>
            <a:r>
              <a:t>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නැසී  එවිට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ණය </a:t>
            </a:r>
            <a:r>
              <a:t>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ගෙවූ හෙයින් </a:t>
            </a:r>
          </a:p>
        </p:txBody>
      </p:sp>
      <p:pic>
        <p:nvPicPr>
          <p:cNvPr id="472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7" name="TextBox 2"/>
          <p:cNvSpPr txBox="1"/>
          <p:nvPr/>
        </p:nvSpPr>
        <p:spPr>
          <a:xfrm>
            <a:off x="655319" y="914402"/>
            <a:ext cx="50901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හිමි දයාව දක්වම්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දෙන්නට සෙත් මා හට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ලොව සියලු සම්පත්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හැර ආ නිසා තුට </a:t>
            </a:r>
          </a:p>
        </p:txBody>
      </p:sp>
      <p:sp>
        <p:nvSpPr>
          <p:cNvPr id="4728" name="TextBox 4"/>
          <p:cNvSpPr txBox="1"/>
          <p:nvPr/>
        </p:nvSpPr>
        <p:spPr>
          <a:xfrm>
            <a:off x="4084319" y="3962399"/>
            <a:ext cx="4556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කියව් </a:t>
            </a:r>
            <a:r>
              <a:t>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මගේ හිමිට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මිදු </a:t>
            </a:r>
            <a:r>
              <a:t>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ලෙයින් තමන්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</a:t>
            </a:r>
            <a:r>
              <a:t>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නැසී  එවිට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ණය </a:t>
            </a:r>
            <a:r>
              <a:t>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ගෙවූ හෙයින් </a:t>
            </a:r>
          </a:p>
        </p:txBody>
      </p:sp>
      <p:pic>
        <p:nvPicPr>
          <p:cNvPr id="472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1" name="TextBox 2"/>
          <p:cNvSpPr txBox="1"/>
          <p:nvPr/>
        </p:nvSpPr>
        <p:spPr>
          <a:xfrm>
            <a:off x="579119" y="762001"/>
            <a:ext cx="5029202" cy="3685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හිමිට පැසසුම් දෙම්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එතුමන් ජය ගැනත්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පාපයේ රුදුරු බෙලෙන්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දෙයි මට ජය මහත්</a:t>
            </a:r>
          </a:p>
        </p:txBody>
      </p:sp>
      <p:sp>
        <p:nvSpPr>
          <p:cNvPr id="4732" name="TextBox 3"/>
          <p:cNvSpPr txBox="1"/>
          <p:nvPr/>
        </p:nvSpPr>
        <p:spPr>
          <a:xfrm>
            <a:off x="4084319" y="3962399"/>
            <a:ext cx="4556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කියව් </a:t>
            </a:r>
            <a:r>
              <a:t>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මගේ හිමිට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මිදු </a:t>
            </a:r>
            <a:r>
              <a:t>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ලෙයින් තමන්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</a:t>
            </a:r>
            <a:r>
              <a:t>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නැසී  එවිට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ණය </a:t>
            </a:r>
            <a:r>
              <a:t>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ගෙවූ හෙයින් </a:t>
            </a:r>
          </a:p>
        </p:txBody>
      </p:sp>
      <p:pic>
        <p:nvPicPr>
          <p:cNvPr id="473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5" name="TextBox 2"/>
          <p:cNvSpPr txBox="1"/>
          <p:nvPr/>
        </p:nvSpPr>
        <p:spPr>
          <a:xfrm>
            <a:off x="655319" y="838202"/>
            <a:ext cx="48615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හිමිට ගී කියම් මම්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උතුම් දයා නිසා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මරණින් ජීවනයට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ඇතුළු කළ නිසා</a:t>
            </a:r>
          </a:p>
        </p:txBody>
      </p:sp>
      <p:sp>
        <p:nvSpPr>
          <p:cNvPr id="4736" name="TextBox 3"/>
          <p:cNvSpPr txBox="1"/>
          <p:nvPr/>
        </p:nvSpPr>
        <p:spPr>
          <a:xfrm>
            <a:off x="4084319" y="3962399"/>
            <a:ext cx="4556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කියව් </a:t>
            </a:r>
            <a:r>
              <a:t>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මගේ හිමිට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මිදු </a:t>
            </a:r>
            <a:r>
              <a:t>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ලෙයින් තමන්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</a:t>
            </a:r>
            <a:r>
              <a:t>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නැසී  එවිට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ණය </a:t>
            </a:r>
            <a:r>
              <a:t>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ගෙවූ හෙයින් </a:t>
            </a:r>
          </a:p>
        </p:txBody>
      </p:sp>
      <p:pic>
        <p:nvPicPr>
          <p:cNvPr id="473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9" name="Rectangle 1"/>
          <p:cNvSpPr txBox="1"/>
          <p:nvPr/>
        </p:nvSpPr>
        <p:spPr>
          <a:xfrm>
            <a:off x="1521375" y="980729"/>
            <a:ext cx="10691506" cy="787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රුහිර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දමිටු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බැව්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තිර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අනැගි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වත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පළදනාව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සිටිම්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මෙය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පැළැද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විනිස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දින 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බිය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සැක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කිසිත්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නැතිව එ සද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4740" name="TextBox 2"/>
          <p:cNvSpPr txBox="1"/>
          <p:nvPr/>
        </p:nvSpPr>
        <p:spPr>
          <a:xfrm>
            <a:off x="225232" y="188639"/>
            <a:ext cx="1564744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309</a:t>
            </a:r>
          </a:p>
        </p:txBody>
      </p:sp>
      <p:pic>
        <p:nvPicPr>
          <p:cNvPr id="474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3" name="Rectangle 1"/>
          <p:cNvSpPr txBox="1"/>
          <p:nvPr/>
        </p:nvSpPr>
        <p:spPr>
          <a:xfrm>
            <a:off x="1377360" y="908721"/>
            <a:ext cx="9539377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දයාවත්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ගැලැවුම්කරු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පව්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හිස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මත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දැරූ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පිදී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කුරුසේ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රුදුරු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දොස්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නගන්නෝ ද කවුරු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සිහසුන්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වෙත</a:t>
            </a:r>
            <a:r>
              <a:t>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වග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කියමින්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සතත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ඉන්නා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ලෙයින්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සෙත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පිරි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මටත්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ඇත</a:t>
            </a:r>
          </a:p>
        </p:txBody>
      </p:sp>
      <p:pic>
        <p:nvPicPr>
          <p:cNvPr id="474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6" name="Rectangle 1"/>
          <p:cNvSpPr txBox="1"/>
          <p:nvPr/>
        </p:nvSpPr>
        <p:spPr>
          <a:xfrm>
            <a:off x="1449368" y="612845"/>
            <a:ext cx="10115441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හිමියෙනි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පාපි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දනන්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මුහුදු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තෙර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වැලි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මුත්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පිදු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ලෙයින්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කමා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දාස්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ගණනින්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සොහොන්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සේනා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නැගිටිත්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දමිටු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වතින්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දිළිසෙත්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දමිටු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බැව්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ගයත්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තුටින්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පසස්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කරත්</a:t>
            </a:r>
            <a:r>
              <a:t> </a:t>
            </a:r>
          </a:p>
        </p:txBody>
      </p:sp>
      <p:pic>
        <p:nvPicPr>
          <p:cNvPr id="474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9" name="TextBox 1"/>
          <p:cNvSpPr txBox="1"/>
          <p:nvPr/>
        </p:nvSpPr>
        <p:spPr>
          <a:xfrm>
            <a:off x="350519" y="304802"/>
            <a:ext cx="12801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3</a:t>
            </a:r>
            <a:r>
              <a:t>10</a:t>
            </a:r>
          </a:p>
        </p:txBody>
      </p:sp>
      <p:sp>
        <p:nvSpPr>
          <p:cNvPr id="4750" name="TextBox 2"/>
          <p:cNvSpPr txBox="1"/>
          <p:nvPr/>
        </p:nvSpPr>
        <p:spPr>
          <a:xfrm>
            <a:off x="1758991" y="1130709"/>
            <a:ext cx="4937761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දසුනි එව්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 සමිදුන්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මහිම වණව්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ගුණ පතුරව්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දන්වව් ජේසුස් තුම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 බැව් උතුම්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රජය එතුම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පවතියි නොහිම්</a:t>
            </a:r>
          </a:p>
        </p:txBody>
      </p:sp>
      <p:pic>
        <p:nvPicPr>
          <p:cNvPr id="475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3" name="TextBox 1"/>
          <p:cNvSpPr txBox="1"/>
          <p:nvPr/>
        </p:nvSpPr>
        <p:spPr>
          <a:xfrm>
            <a:off x="1758991" y="1130709"/>
            <a:ext cx="4937761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උසස් තැන්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වැඩ වසතත්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මෙහිත් අප වෙත්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වසයි සැක නැත්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මිදීමේ බලය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රජුට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හැම කල් අයත්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නගව් තුට</a:t>
            </a:r>
          </a:p>
        </p:txBody>
      </p:sp>
      <p:pic>
        <p:nvPicPr>
          <p:cNvPr id="475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6" name="TextBox 1"/>
          <p:cNvSpPr txBox="1"/>
          <p:nvPr/>
        </p:nvSpPr>
        <p:spPr>
          <a:xfrm>
            <a:off x="1758991" y="1130709"/>
            <a:ext cx="4937761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සිහසුන් වැඩ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වසන හිමි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මිදුම්කරු බැව්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දන්වව් හැමට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හට දෙව් සෙන්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පැසසුම් කරත්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වැතිර සිහසුන්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තුමන් වදිත්</a:t>
            </a:r>
          </a:p>
        </p:txBody>
      </p:sp>
      <p:pic>
        <p:nvPicPr>
          <p:cNvPr id="475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9" name="TextBox 1"/>
          <p:cNvSpPr txBox="1"/>
          <p:nvPr/>
        </p:nvSpPr>
        <p:spPr>
          <a:xfrm>
            <a:off x="1758991" y="1130709"/>
            <a:ext cx="4937761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අපිත් වදිමු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රජුට උසස්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බුහුමන් දෙමු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නගමු පසස්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 මහිමය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අයත්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කරමු ගායනා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ව දෙව් සේනා</a:t>
            </a:r>
          </a:p>
        </p:txBody>
      </p:sp>
      <p:pic>
        <p:nvPicPr>
          <p:cNvPr id="476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2" name="Rectangle 1"/>
          <p:cNvSpPr txBox="1"/>
          <p:nvPr/>
        </p:nvSpPr>
        <p:spPr>
          <a:xfrm>
            <a:off x="-125681" y="1052736"/>
            <a:ext cx="9395362" cy="727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පෙම්වත්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මාගේ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දෙවිදුනි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දයා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කද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දුටු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කල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පුදුමෙනි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ගීයෙන්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පිරෙයි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හද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බිළිදු ව සිටි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කල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දැනෑ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පෙම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සව්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සෙත්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සිරි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විපුල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දුනි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මට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නොහිම්</a:t>
            </a:r>
          </a:p>
        </p:txBody>
      </p:sp>
      <p:sp>
        <p:nvSpPr>
          <p:cNvPr id="4763" name="TextBox 2"/>
          <p:cNvSpPr txBox="1"/>
          <p:nvPr/>
        </p:nvSpPr>
        <p:spPr>
          <a:xfrm>
            <a:off x="286776" y="141648"/>
            <a:ext cx="1636753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311</a:t>
            </a:r>
          </a:p>
        </p:txBody>
      </p:sp>
      <p:pic>
        <p:nvPicPr>
          <p:cNvPr id="476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6" name="Rectangle 1"/>
          <p:cNvSpPr txBox="1"/>
          <p:nvPr/>
        </p:nvSpPr>
        <p:spPr>
          <a:xfrm>
            <a:off x="126348" y="612845"/>
            <a:ext cx="8891304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නොදත්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උවදුරු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මැදින්</a:t>
            </a:r>
            <a:r>
              <a:t> 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පෙන්වා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සොදින්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ඊටත්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රුදු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පරික්සාවෙන්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මිදුවේ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පෙමින්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දස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දහස්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ගණනින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ආසිරි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ලදිමි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සොම්නසින්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තුති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පිදෙන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සිතක් ද ලැබීම්</a:t>
            </a:r>
          </a:p>
        </p:txBody>
      </p:sp>
      <p:pic>
        <p:nvPicPr>
          <p:cNvPr id="476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9" name="Rectangle 1"/>
          <p:cNvSpPr txBox="1"/>
          <p:nvPr/>
        </p:nvSpPr>
        <p:spPr>
          <a:xfrm>
            <a:off x="1098456" y="2151728"/>
            <a:ext cx="6947088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ජීවිතේ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සෑම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කල්හි ම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ගුණ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වණම්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සගට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මම්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පිවිසෙත් ම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නැවතී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ගී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දෙම්</a:t>
            </a:r>
          </a:p>
        </p:txBody>
      </p:sp>
      <p:pic>
        <p:nvPicPr>
          <p:cNvPr id="477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2" name="Rectangle 2"/>
          <p:cNvSpPr txBox="1"/>
          <p:nvPr/>
        </p:nvSpPr>
        <p:spPr>
          <a:xfrm>
            <a:off x="502919" y="1513016"/>
            <a:ext cx="8321042" cy="3749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indent="457200"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hym;a fmue;s fcaiq ;=ud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457200"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tfvsrd ud tfvsrd ud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>
              <a:defRPr sz="48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</a:p>
          <a:p>
            <a:pPr indent="457200"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mSvd ¥l frda.d;=r jq l,a fmuska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457200"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&lt;x jS wkqlusmdfjka &lt;fha t;=uka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457200"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oruska ks;s rlS fuud </a:t>
            </a:r>
          </a:p>
        </p:txBody>
      </p:sp>
      <p:sp>
        <p:nvSpPr>
          <p:cNvPr id="4773" name="Rectangle 6"/>
          <p:cNvSpPr txBox="1"/>
          <p:nvPr/>
        </p:nvSpPr>
        <p:spPr>
          <a:xfrm>
            <a:off x="502919" y="285752"/>
            <a:ext cx="1737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312</a:t>
            </a:r>
          </a:p>
        </p:txBody>
      </p:sp>
      <p:pic>
        <p:nvPicPr>
          <p:cNvPr id="4774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6" name="Rectangle 3"/>
          <p:cNvSpPr txBox="1"/>
          <p:nvPr/>
        </p:nvSpPr>
        <p:spPr>
          <a:xfrm>
            <a:off x="312421" y="1176233"/>
            <a:ext cx="8004483" cy="1183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indent="457200"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hym;a fmue;s fcaiq ;=ud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457200"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tfvsrd ud tfvsrd ud</a:t>
            </a:r>
          </a:p>
        </p:txBody>
      </p:sp>
      <p:sp>
        <p:nvSpPr>
          <p:cNvPr id="4777" name="Rectangle 1"/>
          <p:cNvSpPr txBox="1"/>
          <p:nvPr/>
        </p:nvSpPr>
        <p:spPr>
          <a:xfrm>
            <a:off x="274319" y="3073508"/>
            <a:ext cx="8595362" cy="192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tabLst>
                <a:tab pos="2286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,.a.d ks,a ;K nsus we;s ;ekays hid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mEos osh .x.d foia f.k hhs f;did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ysÕlu ke; ta ksid </a:t>
            </a:r>
          </a:p>
        </p:txBody>
      </p:sp>
      <p:pic>
        <p:nvPicPr>
          <p:cNvPr id="477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0" name="Rectangle 3"/>
          <p:cNvSpPr txBox="1"/>
          <p:nvPr/>
        </p:nvSpPr>
        <p:spPr>
          <a:xfrm>
            <a:off x="426719" y="1657710"/>
            <a:ext cx="7376162" cy="1183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indent="457200"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hym;a fmue;s fcaiq ;=ud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457200"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tfvsrd ud tfvsrd ud</a:t>
            </a:r>
          </a:p>
        </p:txBody>
      </p:sp>
      <p:sp>
        <p:nvSpPr>
          <p:cNvPr id="4781" name="Rectangle 1"/>
          <p:cNvSpPr txBox="1"/>
          <p:nvPr/>
        </p:nvSpPr>
        <p:spPr>
          <a:xfrm>
            <a:off x="426719" y="3564462"/>
            <a:ext cx="8442962" cy="192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tabLst>
                <a:tab pos="2286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nS;d fkd jS hus uref.a fijfKa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wk;=re re¥ ke;a fjs ta ud¾f.a ks;sfka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fmuska ud f.k hhs fidosfka </a:t>
            </a:r>
          </a:p>
        </p:txBody>
      </p:sp>
      <p:pic>
        <p:nvPicPr>
          <p:cNvPr id="478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4" name="Rectangle 3"/>
          <p:cNvSpPr txBox="1"/>
          <p:nvPr/>
        </p:nvSpPr>
        <p:spPr>
          <a:xfrm>
            <a:off x="502919" y="1438366"/>
            <a:ext cx="6461762" cy="1183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indent="457200"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hym;a fmue;s fcaiq ;=ud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457200"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tfvsrd ud tfvsrd ud</a:t>
            </a:r>
          </a:p>
        </p:txBody>
      </p:sp>
      <p:sp>
        <p:nvSpPr>
          <p:cNvPr id="4785" name="Rectangle 1"/>
          <p:cNvSpPr txBox="1"/>
          <p:nvPr/>
        </p:nvSpPr>
        <p:spPr>
          <a:xfrm>
            <a:off x="350519" y="3107262"/>
            <a:ext cx="8595362" cy="192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tabLst>
                <a:tab pos="2286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jdfia fjus ud&lt;s.dfjs ks;a t;=uka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fnda fia isrs iusm;a fkla ,nus f;diska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ijsl,a jius ysus iuÕska  </a:t>
            </a:r>
          </a:p>
        </p:txBody>
      </p:sp>
      <p:pic>
        <p:nvPicPr>
          <p:cNvPr id="478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8" name="Rectangle 3"/>
          <p:cNvSpPr txBox="1"/>
          <p:nvPr/>
        </p:nvSpPr>
        <p:spPr>
          <a:xfrm>
            <a:off x="1036319" y="1676401"/>
            <a:ext cx="7147562" cy="1310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indent="457200"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hym;a fmue;s fcaiq ;=ud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457200"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tfvsrd ud tfvsrd ud</a:t>
            </a:r>
          </a:p>
        </p:txBody>
      </p:sp>
      <p:sp>
        <p:nvSpPr>
          <p:cNvPr id="4789" name="TextBox 4"/>
          <p:cNvSpPr txBox="1"/>
          <p:nvPr/>
        </p:nvSpPr>
        <p:spPr>
          <a:xfrm>
            <a:off x="5151119" y="4800601"/>
            <a:ext cx="3261362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Vs</a:t>
            </a:r>
            <a:r>
              <a:rPr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r>
              <a:t> ¾</a:t>
            </a:r>
            <a:r>
              <a:rPr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r>
              <a:t> m%kdka¥</a:t>
            </a:r>
          </a:p>
        </p:txBody>
      </p:sp>
      <p:pic>
        <p:nvPicPr>
          <p:cNvPr id="4790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" name="TextBox 3"/>
          <p:cNvSpPr txBox="1"/>
          <p:nvPr/>
        </p:nvSpPr>
        <p:spPr>
          <a:xfrm>
            <a:off x="426719" y="381002"/>
            <a:ext cx="15849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313</a:t>
            </a:r>
          </a:p>
        </p:txBody>
      </p:sp>
      <p:sp>
        <p:nvSpPr>
          <p:cNvPr id="4793" name="TextBox 4"/>
          <p:cNvSpPr txBox="1"/>
          <p:nvPr/>
        </p:nvSpPr>
        <p:spPr>
          <a:xfrm>
            <a:off x="1289633" y="990599"/>
            <a:ext cx="7122847" cy="1830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යේසුගේ ප්‍රේමේ</a:t>
            </a:r>
            <a:r>
              <a:t>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විශාල පුදුමය වේ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මහා සයුරටත් සැම තරුවලටත්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උසස්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 කදු සැමටත්</a:t>
            </a:r>
          </a:p>
        </p:txBody>
      </p:sp>
      <p:sp>
        <p:nvSpPr>
          <p:cNvPr id="4794" name="TextBox 5"/>
          <p:cNvSpPr txBox="1"/>
          <p:nvPr/>
        </p:nvSpPr>
        <p:spPr>
          <a:xfrm>
            <a:off x="426719" y="2743199"/>
            <a:ext cx="8366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යේසුගේ නම අනගියි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ලෝකාලෝකය වෙයි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ආලෝකය බබලයි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ජිවිතයට එළියයි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අදුරක් නැත මග එලියෙ ම ඇවිදින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වෙමු අපි සැම දෙනා</a:t>
            </a:r>
          </a:p>
        </p:txBody>
      </p:sp>
      <p:pic>
        <p:nvPicPr>
          <p:cNvPr id="4795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7" name="TextBox 4"/>
          <p:cNvSpPr txBox="1"/>
          <p:nvPr/>
        </p:nvSpPr>
        <p:spPr>
          <a:xfrm>
            <a:off x="622992" y="2743199"/>
            <a:ext cx="8442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බලය ඉතා පුදුම යි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ලොව පාලනය කරයි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රජුන්ගේ රජ එතුම යි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ජිවිතයට එළිය 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ඉර සද තරු සැම මැවිල්ල නිතර 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සමිදුට කීකරු වෙයි</a:t>
            </a:r>
          </a:p>
        </p:txBody>
      </p:sp>
      <p:sp>
        <p:nvSpPr>
          <p:cNvPr id="4798" name="TextBox 5"/>
          <p:cNvSpPr txBox="1"/>
          <p:nvPr/>
        </p:nvSpPr>
        <p:spPr>
          <a:xfrm>
            <a:off x="1289633" y="990599"/>
            <a:ext cx="8366761" cy="1830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යේසුගේ ප්‍රේමේ</a:t>
            </a:r>
            <a:r>
              <a:t>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විශාල පුදුමය වේ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මහා සයුරටත් සැම තරුවලටත්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උසස්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 කදු සැමටත්</a:t>
            </a:r>
          </a:p>
        </p:txBody>
      </p:sp>
      <p:pic>
        <p:nvPicPr>
          <p:cNvPr id="479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1" name="TextBox 4"/>
          <p:cNvSpPr txBox="1"/>
          <p:nvPr/>
        </p:nvSpPr>
        <p:spPr>
          <a:xfrm>
            <a:off x="336665" y="2819399"/>
            <a:ext cx="82143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දෙවිදුට අයිති සැමා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ඉදිරියෙ පා තබනා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ජිවිතය ද  රැගෙනා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යන්නෙමු ප්‍රීතියෙනා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සැබැව සාමය එතුම ය සදහට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අදහමු බැති සිතිනා</a:t>
            </a:r>
          </a:p>
        </p:txBody>
      </p:sp>
      <p:sp>
        <p:nvSpPr>
          <p:cNvPr id="4802" name="TextBox 5"/>
          <p:cNvSpPr txBox="1"/>
          <p:nvPr/>
        </p:nvSpPr>
        <p:spPr>
          <a:xfrm>
            <a:off x="1289633" y="990599"/>
            <a:ext cx="8366761" cy="1830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යේසුගේ ප්‍රේමේ</a:t>
            </a:r>
            <a:r>
              <a:t>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විශාල පුදුමය වේ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මහා සයුරටත් සැම තරුවලටත්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උසස්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 කදු සැමටත්</a:t>
            </a:r>
          </a:p>
        </p:txBody>
      </p:sp>
      <p:pic>
        <p:nvPicPr>
          <p:cNvPr id="480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5" name="TextBox 3"/>
          <p:cNvSpPr txBox="1"/>
          <p:nvPr/>
        </p:nvSpPr>
        <p:spPr>
          <a:xfrm>
            <a:off x="274319" y="215902"/>
            <a:ext cx="13309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314</a:t>
            </a:r>
          </a:p>
        </p:txBody>
      </p:sp>
      <p:sp>
        <p:nvSpPr>
          <p:cNvPr id="4806" name="TextBox 4"/>
          <p:cNvSpPr txBox="1"/>
          <p:nvPr/>
        </p:nvSpPr>
        <p:spPr>
          <a:xfrm>
            <a:off x="515619" y="1054102"/>
            <a:ext cx="78079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ලැබුනත් රුවන් පුරෙන් අග මැණිකක්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 සයුරෙන් අගනා මුතුවක්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අබියස මම් නො වටින්නෙක් වෙමි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හද ඔබ පෙම් නො පිරිණි නම් </a:t>
            </a:r>
          </a:p>
        </p:txBody>
      </p:sp>
      <p:sp>
        <p:nvSpPr>
          <p:cNvPr id="4807" name="TextBox 5"/>
          <p:cNvSpPr txBox="1"/>
          <p:nvPr/>
        </p:nvSpPr>
        <p:spPr>
          <a:xfrm>
            <a:off x="2750819" y="4076701"/>
            <a:ext cx="78079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 ගල් කදු සොලවන ඇදහිල්ලෙන්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යුතු මුත් සියලු රහස් දැනුමෙන්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අබියස මම් </a:t>
            </a:r>
            <a:r>
              <a:rPr>
                <a:latin typeface="0KDOLU"/>
                <a:ea typeface="0KDOLU"/>
                <a:cs typeface="0KDOLU"/>
                <a:sym typeface="0KDOLU"/>
              </a:rPr>
              <a:t>-: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කිකයෙක් වෙමි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අත් ඔබ පෙම් නො පිරිණි නම්</a:t>
            </a:r>
          </a:p>
        </p:txBody>
      </p:sp>
      <p:pic>
        <p:nvPicPr>
          <p:cNvPr id="4808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0" name="TextBox 1"/>
          <p:cNvSpPr txBox="1"/>
          <p:nvPr/>
        </p:nvSpPr>
        <p:spPr>
          <a:xfrm>
            <a:off x="515619" y="1054102"/>
            <a:ext cx="78079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සිටියත් මා වට කැරැ සිව්රග සෙන්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දහසක වීරිය මට ලැබුනත්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අබියස මම් දුර්වලයෙක් වෙමි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වෙර ඔබ පෙම් නො පිරිණි නම්</a:t>
            </a:r>
          </a:p>
        </p:txBody>
      </p:sp>
      <p:sp>
        <p:nvSpPr>
          <p:cNvPr id="4811" name="TextBox 2"/>
          <p:cNvSpPr txBox="1"/>
          <p:nvPr/>
        </p:nvSpPr>
        <p:spPr>
          <a:xfrm>
            <a:off x="2750819" y="4076701"/>
            <a:ext cx="78079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දෙසුවත් මා දෙවි මිනිසුන්ගේ බසින්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කියතත් මතු කල් පැහැදිල්ලෙන්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අබියස මම් නුනුවණයෙක් වෙමි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නැණ ඔබ පෙම් නො පිරිණි නම්</a:t>
            </a:r>
          </a:p>
        </p:txBody>
      </p:sp>
      <p:pic>
        <p:nvPicPr>
          <p:cNvPr id="481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4" name="TextBox 1"/>
          <p:cNvSpPr txBox="1"/>
          <p:nvPr/>
        </p:nvSpPr>
        <p:spPr>
          <a:xfrm>
            <a:off x="515619" y="1054102"/>
            <a:ext cx="78079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ඔබටත් අසල්වැසියටත් මට මෙන්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සැබවින් මෙහෙ කරනට පෙමයෙන්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මුළු හද අත් වෙර හා නැණ යොදමින්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කැප වෙමි දුන මැන සදා දිවි</a:t>
            </a:r>
          </a:p>
        </p:txBody>
      </p:sp>
      <p:pic>
        <p:nvPicPr>
          <p:cNvPr id="481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7" name="Rectangle 1"/>
          <p:cNvSpPr txBox="1"/>
          <p:nvPr/>
        </p:nvSpPr>
        <p:spPr>
          <a:xfrm>
            <a:off x="2817519" y="3212975"/>
            <a:ext cx="9755402" cy="428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විනීත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වේ</a:t>
            </a:r>
            <a:r>
              <a:t>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උඩගු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නොවේ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නපුර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නොමැතේ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වරදේ</a:t>
            </a:r>
            <a:r>
              <a:t>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සතුට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නො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හරි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ගැන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තුටු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වේ</a:t>
            </a:r>
          </a:p>
        </p:txBody>
      </p:sp>
      <p:sp>
        <p:nvSpPr>
          <p:cNvPr id="4818" name="Rectangle 2"/>
          <p:cNvSpPr txBox="1"/>
          <p:nvPr/>
        </p:nvSpPr>
        <p:spPr>
          <a:xfrm>
            <a:off x="945311" y="1158208"/>
            <a:ext cx="9917674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ඉවසිලිවන්ත ය කරුණාවන්ත ය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ප්‍රේමයෙ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හැටි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එය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ක්‍රෝධය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මානය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වෛරය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නොමති ද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ප්‍රේමය එ තැන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රැදේ</a:t>
            </a:r>
          </a:p>
        </p:txBody>
      </p:sp>
      <p:sp>
        <p:nvSpPr>
          <p:cNvPr id="4819" name="TextBox 3"/>
          <p:cNvSpPr txBox="1"/>
          <p:nvPr/>
        </p:nvSpPr>
        <p:spPr>
          <a:xfrm>
            <a:off x="369248" y="188641"/>
            <a:ext cx="1492736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315</a:t>
            </a:r>
          </a:p>
        </p:txBody>
      </p:sp>
      <p:pic>
        <p:nvPicPr>
          <p:cNvPr id="482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2" name="Rectangle 1"/>
          <p:cNvSpPr txBox="1"/>
          <p:nvPr/>
        </p:nvSpPr>
        <p:spPr>
          <a:xfrm>
            <a:off x="2871271" y="2996954"/>
            <a:ext cx="9107329" cy="3621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දිවැස්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වැකී</a:t>
            </a:r>
            <a:r>
              <a:t>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වුව ද නැසී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දෙසු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දෙසුම්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නිම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ගුණද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නැසී</a:t>
            </a:r>
            <a:r>
              <a:t>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හඩ ද බිදේ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ප්‍රේමය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සදා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දිලේ</a:t>
            </a:r>
          </a:p>
        </p:txBody>
      </p:sp>
      <p:sp>
        <p:nvSpPr>
          <p:cNvPr id="4823" name="Rectangle 2"/>
          <p:cNvSpPr txBox="1"/>
          <p:nvPr/>
        </p:nvSpPr>
        <p:spPr>
          <a:xfrm>
            <a:off x="585271" y="934850"/>
            <a:ext cx="8693538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ඉවසිලිවන්ත ය කරුණාවන්ත ය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ප්‍රේමයෙ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හැටි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එය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ක්‍රෝධය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මානය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වෛරය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නොමති ද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ප්‍රේමය එ තැන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රැදේ</a:t>
            </a:r>
          </a:p>
        </p:txBody>
      </p:sp>
      <p:pic>
        <p:nvPicPr>
          <p:cNvPr id="482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6" name="Rectangle 1"/>
          <p:cNvSpPr txBox="1"/>
          <p:nvPr/>
        </p:nvSpPr>
        <p:spPr>
          <a:xfrm>
            <a:off x="2961535" y="2780927"/>
            <a:ext cx="8117474" cy="428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දයාව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මෙත්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කුලුණු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ගුණේ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වෙත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වගුරා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වසමු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මිනිස්කමේ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ගුණ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දම්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පතුරා</a:t>
            </a:r>
          </a:p>
        </p:txBody>
      </p:sp>
      <p:sp>
        <p:nvSpPr>
          <p:cNvPr id="4827" name="Rectangle 2"/>
          <p:cNvSpPr txBox="1"/>
          <p:nvPr/>
        </p:nvSpPr>
        <p:spPr>
          <a:xfrm>
            <a:off x="657279" y="836714"/>
            <a:ext cx="8261490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ඔබට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මෙන් ම අන්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සැමට ම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ප්‍රේම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කරන්න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එම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ප්‍රේමය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ආපසු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පැමිණෙයි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සනසන්න</a:t>
            </a:r>
          </a:p>
        </p:txBody>
      </p:sp>
      <p:sp>
        <p:nvSpPr>
          <p:cNvPr id="4828" name="TextBox 3"/>
          <p:cNvSpPr txBox="1"/>
          <p:nvPr/>
        </p:nvSpPr>
        <p:spPr>
          <a:xfrm>
            <a:off x="45719" y="-1"/>
            <a:ext cx="160024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316</a:t>
            </a:r>
          </a:p>
        </p:txBody>
      </p:sp>
      <p:pic>
        <p:nvPicPr>
          <p:cNvPr id="482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1" name="Rectangle 1"/>
          <p:cNvSpPr txBox="1"/>
          <p:nvPr/>
        </p:nvSpPr>
        <p:spPr>
          <a:xfrm>
            <a:off x="2961536" y="3394736"/>
            <a:ext cx="7307128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සිනහබර ව කතා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කරමු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ආසිරි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පතමු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උඩගු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නො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වී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විනීත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ලෙස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සෙනෙහස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වඩමු</a:t>
            </a:r>
          </a:p>
        </p:txBody>
      </p:sp>
      <p:sp>
        <p:nvSpPr>
          <p:cNvPr id="4832" name="Rectangle 2"/>
          <p:cNvSpPr txBox="1"/>
          <p:nvPr/>
        </p:nvSpPr>
        <p:spPr>
          <a:xfrm>
            <a:off x="657279" y="908721"/>
            <a:ext cx="782944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ඔබට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මෙන් ම අන්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සැමට ම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ප්‍රේම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කරන්න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එම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ප්‍රේමය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ආපසු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පැමිණෙයි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සනසන්න</a:t>
            </a:r>
          </a:p>
        </p:txBody>
      </p:sp>
      <p:pic>
        <p:nvPicPr>
          <p:cNvPr id="483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5" name="TextBox 2"/>
          <p:cNvSpPr txBox="1"/>
          <p:nvPr/>
        </p:nvSpPr>
        <p:spPr>
          <a:xfrm>
            <a:off x="426719" y="381002"/>
            <a:ext cx="13563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317</a:t>
            </a:r>
          </a:p>
        </p:txBody>
      </p:sp>
      <p:sp>
        <p:nvSpPr>
          <p:cNvPr id="4836" name="TextBox 3"/>
          <p:cNvSpPr txBox="1"/>
          <p:nvPr/>
        </p:nvSpPr>
        <p:spPr>
          <a:xfrm>
            <a:off x="1036319" y="1219199"/>
            <a:ext cx="68427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බලැති දේව සමිදුනේ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හැර අපටා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ලොව නැත්තෙ කිසි කෙනෙක්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තිර පෙමයෙන් යුත් වූ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අපට ඕනෑ කොයි දෙයත්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යදින්නෙ ඔබගෙනු 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හොද දේ ම දෙන්නෙ අප හට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පෙමැති ඔබ තුම යි</a:t>
            </a:r>
          </a:p>
        </p:txBody>
      </p:sp>
      <p:pic>
        <p:nvPicPr>
          <p:cNvPr id="483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9" name="TextBox 2"/>
          <p:cNvSpPr txBox="1"/>
          <p:nvPr/>
        </p:nvSpPr>
        <p:spPr>
          <a:xfrm>
            <a:off x="883919" y="838199"/>
            <a:ext cx="74523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බලැති දේව සමිදුනේ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අපේ මිතුර 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සිත්හි ඇති සැම රහස්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දන්නේ ඔබ පමණ යි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 සැප දෙක ඇති විටදීත්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ඇත්තේ අපට ඔබ 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අවසානේ දක්වා අප අත් නාරින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සැබෑ මිතුරා ඔබ යි</a:t>
            </a:r>
          </a:p>
        </p:txBody>
      </p:sp>
      <p:pic>
        <p:nvPicPr>
          <p:cNvPr id="484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2" name="TextBox 1"/>
          <p:cNvSpPr txBox="1"/>
          <p:nvPr/>
        </p:nvSpPr>
        <p:spPr>
          <a:xfrm>
            <a:off x="960119" y="761999"/>
            <a:ext cx="72237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බලැති දේව සමිදුනේ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ගැලවුම්කරු ඔබ 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පරික්සාවන් එද්දී අප හටා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ගලවන්නෙත් ඔබ ම යි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මරණයේ මිටියාවත් මැදින්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රකින්නෙත් ඔබ තුම යි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යහ මග පෙන්වා දෙමින් අප සැම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යන්නෙත් ඔබ ම යි </a:t>
            </a:r>
          </a:p>
        </p:txBody>
      </p:sp>
      <p:pic>
        <p:nvPicPr>
          <p:cNvPr id="484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5" name="Content Placeholder 2"/>
          <p:cNvSpPr txBox="1"/>
          <p:nvPr>
            <p:ph type="body" idx="1"/>
          </p:nvPr>
        </p:nvSpPr>
        <p:spPr>
          <a:xfrm>
            <a:off x="457200" y="1066800"/>
            <a:ext cx="8229600" cy="5181600"/>
          </a:xfrm>
          <a:prstGeom prst="rect">
            <a:avLst/>
          </a:prstGeom>
        </p:spPr>
        <p:txBody>
          <a:bodyPr/>
          <a:lstStyle/>
          <a:p>
            <a:pPr marL="0" indent="0" defTabSz="406908">
              <a:spcBef>
                <a:spcPts val="800"/>
              </a:spcBef>
              <a:buSzTx/>
              <a:buFont typeface="Wingdings 3"/>
              <a:buNone/>
              <a:defRPr sz="28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සදාතන පේමයෙන්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06908">
              <a:spcBef>
                <a:spcPts val="800"/>
              </a:spcBef>
              <a:buSzTx/>
              <a:buFont typeface="Wingdings 3"/>
              <a:buNone/>
              <a:defRPr sz="28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පෙම් කළේ මට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06908">
              <a:spcBef>
                <a:spcPts val="800"/>
              </a:spcBef>
              <a:buSzTx/>
              <a:buFont typeface="Wingdings 3"/>
              <a:buNone/>
              <a:defRPr sz="28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කුළුණෙන් ම එතුමන්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06908">
              <a:spcBef>
                <a:spcPts val="800"/>
              </a:spcBef>
              <a:buSzTx/>
              <a:buFont typeface="Wingdings 3"/>
              <a:buNone/>
              <a:defRPr sz="28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දැන්වූයේ එය මට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06908">
              <a:spcBef>
                <a:spcPts val="800"/>
              </a:spcBef>
              <a:buSzTx/>
              <a:buFont typeface="Wingdings 3"/>
              <a:buNone/>
              <a:defRPr sz="28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සමාදානේ නිම නැත්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06908">
              <a:spcBef>
                <a:spcPts val="800"/>
              </a:spcBef>
              <a:buSzTx/>
              <a:buFont typeface="Wingdings 3"/>
              <a:buNone/>
              <a:defRPr sz="28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හිමිට වේ තුති නෙක්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06908">
              <a:spcBef>
                <a:spcPts val="800"/>
              </a:spcBef>
              <a:buSzTx/>
              <a:buFont typeface="Wingdings 3"/>
              <a:buNone/>
              <a:defRPr sz="28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නිමක් නැති පෙමක් මැයි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06908">
              <a:spcBef>
                <a:spcPts val="800"/>
              </a:spcBef>
              <a:buSzTx/>
              <a:buFont typeface="Wingdings 3"/>
              <a:buNone/>
              <a:defRPr sz="28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මම් ඔබෙයි ඔබ මගෙයි   </a:t>
            </a:r>
          </a:p>
        </p:txBody>
      </p:sp>
      <p:sp>
        <p:nvSpPr>
          <p:cNvPr id="4846" name="Rectangle 1"/>
          <p:cNvSpPr txBox="1"/>
          <p:nvPr/>
        </p:nvSpPr>
        <p:spPr>
          <a:xfrm>
            <a:off x="579119" y="304802"/>
            <a:ext cx="12039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318</a:t>
            </a:r>
          </a:p>
        </p:txBody>
      </p:sp>
      <p:pic>
        <p:nvPicPr>
          <p:cNvPr id="484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9" name="Content Placeholder 2"/>
          <p:cNvSpPr txBox="1"/>
          <p:nvPr>
            <p:ph type="body" idx="1"/>
          </p:nvPr>
        </p:nvSpPr>
        <p:spPr>
          <a:xfrm>
            <a:off x="457200" y="838200"/>
            <a:ext cx="8229600" cy="5181600"/>
          </a:xfrm>
          <a:prstGeom prst="rect">
            <a:avLst/>
          </a:prstGeom>
        </p:spPr>
        <p:txBody>
          <a:bodyPr/>
          <a:lstStyle/>
          <a:p>
            <a:pPr marL="0" indent="0" defTabSz="406908">
              <a:spcBef>
                <a:spcPts val="800"/>
              </a:spcBef>
              <a:buSzTx/>
              <a:buFont typeface="Wingdings 3"/>
              <a:buNone/>
              <a:defRPr sz="28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නිල් අහස් තල උඩින්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06908">
              <a:spcBef>
                <a:spcPts val="800"/>
              </a:spcBef>
              <a:buSzTx/>
              <a:buFont typeface="Wingdings 3"/>
              <a:buNone/>
              <a:defRPr sz="28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බබළයි දිමුත් රුවින්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06908">
              <a:spcBef>
                <a:spcPts val="800"/>
              </a:spcBef>
              <a:buSzTx/>
              <a:buFont typeface="Wingdings 3"/>
              <a:buNone/>
              <a:defRPr sz="28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තුරු කැල අවටින්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06908">
              <a:spcBef>
                <a:spcPts val="800"/>
              </a:spcBef>
              <a:buSzTx/>
              <a:buFont typeface="Wingdings 3"/>
              <a:buNone/>
              <a:defRPr sz="28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සුදිලෙයි සිත් පිනමින්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06908">
              <a:spcBef>
                <a:spcPts val="800"/>
              </a:spcBef>
              <a:buSzTx/>
              <a:buFont typeface="Wingdings 3"/>
              <a:buNone/>
              <a:defRPr sz="28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කුරුල්ලෝ ගී නද දෙත්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06908">
              <a:spcBef>
                <a:spcPts val="800"/>
              </a:spcBef>
              <a:buSzTx/>
              <a:buFont typeface="Wingdings 3"/>
              <a:buNone/>
              <a:defRPr sz="28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සුපිපි මල් සුවදැත්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06908">
              <a:spcBef>
                <a:spcPts val="800"/>
              </a:spcBef>
              <a:buSzTx/>
              <a:buFont typeface="Wingdings 3"/>
              <a:buNone/>
              <a:defRPr sz="28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නිසැකින් දනීම් මම්  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06908">
              <a:spcBef>
                <a:spcPts val="800"/>
              </a:spcBef>
              <a:buSzTx/>
              <a:buFont typeface="Wingdings 3"/>
              <a:buNone/>
              <a:defRPr sz="28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මම් ඔබෙයි ඔබ මගෙයි   </a:t>
            </a:r>
          </a:p>
        </p:txBody>
      </p:sp>
      <p:pic>
        <p:nvPicPr>
          <p:cNvPr id="485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2" name="Content Placeholder 2"/>
          <p:cNvSpPr txBox="1"/>
          <p:nvPr>
            <p:ph type="body" idx="1"/>
          </p:nvPr>
        </p:nvSpPr>
        <p:spPr>
          <a:xfrm>
            <a:off x="457200" y="731838"/>
            <a:ext cx="8229600" cy="5821365"/>
          </a:xfrm>
          <a:prstGeom prst="rect">
            <a:avLst/>
          </a:prstGeom>
        </p:spPr>
        <p:txBody>
          <a:bodyPr/>
          <a:lstStyle/>
          <a:p>
            <a:pPr marL="0" indent="0" defTabSz="393192">
              <a:spcBef>
                <a:spcPts val="800"/>
              </a:spcBef>
              <a:buSzTx/>
              <a:buFont typeface="Wingdings 3"/>
              <a:buNone/>
              <a:defRPr sz="275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බිය පත් කළ වරක්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93192">
              <a:spcBef>
                <a:spcPts val="800"/>
              </a:spcBef>
              <a:buSzTx/>
              <a:buFont typeface="Wingdings 3"/>
              <a:buNone/>
              <a:defRPr sz="275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 ගැන දැන් නෑ බියක්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93192">
              <a:spcBef>
                <a:spcPts val="800"/>
              </a:spcBef>
              <a:buSzTx/>
              <a:buFont typeface="Wingdings 3"/>
              <a:buNone/>
              <a:defRPr sz="275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හිමිගේ ම තුරුල්ලේ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93192">
              <a:spcBef>
                <a:spcPts val="800"/>
              </a:spcBef>
              <a:buSzTx/>
              <a:buFont typeface="Wingdings 3"/>
              <a:buNone/>
              <a:defRPr sz="275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සැග වි සිටීම් නිතින්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93192">
              <a:spcBef>
                <a:spcPts val="800"/>
              </a:spcBef>
              <a:buSzTx/>
              <a:buFont typeface="Wingdings 3"/>
              <a:buNone/>
              <a:defRPr sz="275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කල් මෙහි වසම්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93192">
              <a:spcBef>
                <a:spcPts val="800"/>
              </a:spcBef>
              <a:buSzTx/>
              <a:buFont typeface="Wingdings 3"/>
              <a:buNone/>
              <a:defRPr sz="275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සැක බිය දුරලම්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93192">
              <a:spcBef>
                <a:spcPts val="800"/>
              </a:spcBef>
              <a:buSzTx/>
              <a:buFont typeface="Wingdings 3"/>
              <a:buNone/>
              <a:defRPr sz="275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පෙමින් පවසයි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93192">
              <a:spcBef>
                <a:spcPts val="800"/>
              </a:spcBef>
              <a:buSzTx/>
              <a:buFont typeface="Wingdings 3"/>
              <a:buNone/>
              <a:defRPr sz="275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මම් ඔබෙයි ඔබත් මගෙයි </a:t>
            </a:r>
            <a:r>
              <a:rPr sz="1548"/>
              <a:t>			 </a:t>
            </a:r>
            <a:endParaRPr sz="1548"/>
          </a:p>
          <a:p>
            <a:pPr marL="0" indent="0" defTabSz="393192">
              <a:spcBef>
                <a:spcPts val="800"/>
              </a:spcBef>
              <a:buSzTx/>
              <a:buFont typeface="Wingdings 3"/>
              <a:buNone/>
              <a:defRPr sz="1548"/>
            </a:pPr>
            <a:r>
              <a:t> 					</a:t>
            </a:r>
            <a:r>
              <a:t>                                  </a:t>
            </a:r>
            <a:r>
              <a:t>	</a:t>
            </a:r>
            <a:r>
              <a:t>         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ජි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ඩබ්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රොබින්සන්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93192">
              <a:spcBef>
                <a:spcPts val="800"/>
              </a:spcBef>
              <a:buSzTx/>
              <a:buFont typeface="Wingdings 3"/>
              <a:buNone/>
              <a:defRPr sz="1548"/>
            </a:pPr>
            <a:r>
              <a:t>				</a:t>
            </a:r>
            <a:r>
              <a:t>                             </a:t>
            </a:r>
            <a:r>
              <a:t>	</a:t>
            </a:r>
            <a:r>
              <a:t>                  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පරිවර්තනය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සී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එෆ්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එච්</a:t>
            </a:r>
            <a:r>
              <a:rPr sz="2236"/>
              <a:t>.</a:t>
            </a:r>
          </a:p>
        </p:txBody>
      </p:sp>
      <p:pic>
        <p:nvPicPr>
          <p:cNvPr id="485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5" name="Rectangle 3"/>
          <p:cNvSpPr txBox="1"/>
          <p:nvPr/>
        </p:nvSpPr>
        <p:spPr>
          <a:xfrm>
            <a:off x="1233344" y="1124746"/>
            <a:ext cx="9251345" cy="787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අමර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පෙම්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බලැත්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දෙව්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පුත්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වෙත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අදිසිමත්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බැතින්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ඔබට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ඇලෙමු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තේරුම්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නැති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මුත්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අදහමු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අප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මැවුම්කරු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සැකැස්ම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මිනිස්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නො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දනියි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දූලි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අවසානේ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නො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වෙයි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දමිටු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අත්නාරියි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4856" name="TextBox 4"/>
          <p:cNvSpPr txBox="1"/>
          <p:nvPr/>
        </p:nvSpPr>
        <p:spPr>
          <a:xfrm>
            <a:off x="297239" y="260647"/>
            <a:ext cx="1636753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319</a:t>
            </a:r>
          </a:p>
        </p:txBody>
      </p:sp>
      <p:pic>
        <p:nvPicPr>
          <p:cNvPr id="4857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9" name="Rectangle 3"/>
          <p:cNvSpPr txBox="1"/>
          <p:nvPr/>
        </p:nvSpPr>
        <p:spPr>
          <a:xfrm>
            <a:off x="1161336" y="612845"/>
            <a:ext cx="7739176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දෙවි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මිනිස්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උසස්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සුද්ද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මිනිසා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කැමැත්ත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අපේ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ඔබේ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විය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යුතු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පාලන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අණසක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ආලෝක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රැසෙක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ඒවා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වෙනස්වන්නේ ම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ඒ ඉක්මවන්නේ ය</a:t>
            </a:r>
          </a:p>
        </p:txBody>
      </p:sp>
      <p:pic>
        <p:nvPicPr>
          <p:cNvPr id="486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2" name="Rectangle 3"/>
          <p:cNvSpPr txBox="1"/>
          <p:nvPr/>
        </p:nvSpPr>
        <p:spPr>
          <a:xfrm>
            <a:off x="1017319" y="612845"/>
            <a:ext cx="9827410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අපෙන්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සැගැවුණු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රහස්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දක්නට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ඇදැහිල්ලේ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ඇස්</a:t>
            </a:r>
            <a:r>
              <a:t>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පැණසර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අප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හට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පෙමිනි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නැණ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නුවණ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වැඩේ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බුහුමන්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සිත්හි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පිරේ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මනැසත්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ආත්මෙන්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එක්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වේවා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සංගායනයන්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නැගේවා</a:t>
            </a:r>
            <a:r>
              <a:t> </a:t>
            </a:r>
          </a:p>
        </p:txBody>
      </p:sp>
      <p:pic>
        <p:nvPicPr>
          <p:cNvPr id="486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5" name="Rectangle 3"/>
          <p:cNvSpPr txBox="1"/>
          <p:nvPr/>
        </p:nvSpPr>
        <p:spPr>
          <a:xfrm>
            <a:off x="1593384" y="908721"/>
            <a:ext cx="7667168" cy="787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 ට මගේ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පෙම්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නොවේ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සග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පතා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නොවේ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නිරයෙන් ද බිරම්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මිදෙන්නට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සිතා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කුරුසේ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පිට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වැළැද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ගති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ඇණ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ගැසුම්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ගැහැට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වින්දේ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උදෙසා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4866" name="TextBox 4"/>
          <p:cNvSpPr txBox="1"/>
          <p:nvPr/>
        </p:nvSpPr>
        <p:spPr>
          <a:xfrm>
            <a:off x="369247" y="260647"/>
            <a:ext cx="134872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320</a:t>
            </a:r>
          </a:p>
        </p:txBody>
      </p:sp>
      <p:pic>
        <p:nvPicPr>
          <p:cNvPr id="4867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9" name="Rectangle 3"/>
          <p:cNvSpPr txBox="1"/>
          <p:nvPr/>
        </p:nvSpPr>
        <p:spPr>
          <a:xfrm>
            <a:off x="1449368" y="764705"/>
            <a:ext cx="8243232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අපමණ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දුක්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වේදනාත්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මුසු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ඩාදියත්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වින්දේ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මරණයත්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නිසා ය පෙම්වත්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 ට පෙම්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කරම්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තුති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ගීත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ගයම්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පෙමින්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පිරි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බැවින්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දෙව්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රජු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හෙයින්</a:t>
            </a:r>
            <a:r>
              <a:t> </a:t>
            </a:r>
          </a:p>
        </p:txBody>
      </p:sp>
      <p:pic>
        <p:nvPicPr>
          <p:cNvPr id="487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2" name="TextBox 3"/>
          <p:cNvSpPr txBox="1"/>
          <p:nvPr/>
        </p:nvSpPr>
        <p:spPr>
          <a:xfrm>
            <a:off x="274319" y="228602"/>
            <a:ext cx="1432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321</a:t>
            </a:r>
          </a:p>
        </p:txBody>
      </p:sp>
      <p:sp>
        <p:nvSpPr>
          <p:cNvPr id="4873" name="TextBox 4"/>
          <p:cNvSpPr txBox="1"/>
          <p:nvPr/>
        </p:nvSpPr>
        <p:spPr>
          <a:xfrm>
            <a:off x="731519" y="990599"/>
            <a:ext cx="69951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මා එඩේරා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දුකින් මා මුදයි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දරයි මා ළයේ ම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බියක් නම් නො දෙයි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යමි හිමි පස්සේ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කොතැන්හි වුණත්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වැලි කතරෙහිත්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සරු කෙත්වලත්</a:t>
            </a:r>
          </a:p>
        </p:txBody>
      </p:sp>
      <p:pic>
        <p:nvPicPr>
          <p:cNvPr id="4874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6" name="TextBox 3"/>
          <p:cNvSpPr txBox="1"/>
          <p:nvPr/>
        </p:nvSpPr>
        <p:spPr>
          <a:xfrm>
            <a:off x="731519" y="761999"/>
            <a:ext cx="69951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මා එඩේරා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නිසා මලේ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හිමි ලෙයින් ම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සිත් සුදු කෙළේ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පිට ඒ හිමි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ලකුණක් තබයි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ලකුණ දක්වයි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සතු බැව්</a:t>
            </a:r>
          </a:p>
        </p:txBody>
      </p:sp>
      <p:pic>
        <p:nvPicPr>
          <p:cNvPr id="487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9" name="TextBox 3"/>
          <p:cNvSpPr txBox="1"/>
          <p:nvPr/>
        </p:nvSpPr>
        <p:spPr>
          <a:xfrm>
            <a:off x="731519" y="685799"/>
            <a:ext cx="69951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මා එඩේරා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අතින් මා දරයි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නෙක් සතුරන් වෙතත්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විපතක් නො වෙයි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මරණ සෙවණේ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ගන අදුරේ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කිසි බියක් නො ව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ලබම් ජය</a:t>
            </a:r>
          </a:p>
        </p:txBody>
      </p:sp>
      <p:pic>
        <p:nvPicPr>
          <p:cNvPr id="488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2" name="Rectangle 3"/>
          <p:cNvSpPr txBox="1"/>
          <p:nvPr/>
        </p:nvSpPr>
        <p:spPr>
          <a:xfrm>
            <a:off x="1305352" y="1124746"/>
            <a:ext cx="7883192" cy="787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ආත්මෙනි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අසන්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බසට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ගැලැවුම්කරු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අසයි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ආදරේ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ඇත්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දැ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බැදුම්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මිදුවෙත්</a:t>
            </a:r>
            <a:r>
              <a:t>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තුවාල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සුව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කෙළෙත්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මුළා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වූ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කල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මම්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වෙමි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සොයා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ආවෙත්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4883" name="TextBox 4"/>
          <p:cNvSpPr txBox="1"/>
          <p:nvPr/>
        </p:nvSpPr>
        <p:spPr>
          <a:xfrm>
            <a:off x="225231" y="116632"/>
            <a:ext cx="1780770" cy="688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322</a:t>
            </a:r>
          </a:p>
        </p:txBody>
      </p:sp>
      <p:pic>
        <p:nvPicPr>
          <p:cNvPr id="4884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6" name="Rectangle 3"/>
          <p:cNvSpPr txBox="1"/>
          <p:nvPr/>
        </p:nvSpPr>
        <p:spPr>
          <a:xfrm>
            <a:off x="1359104" y="612845"/>
            <a:ext cx="7739176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මව් ට දරුවා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පෙමැත්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කළ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හැක් ද සිහි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නැත්</a:t>
            </a:r>
            <a:r>
              <a:t>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හැකි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වුවත්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සිහී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නැති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නොකරම්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පෙම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වෙනස්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නො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වෙයි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උසටත්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වඩා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උස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ගැඹුරටත්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ගැඹුරු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තිර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නොමිලේ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ලැබෙයි</a:t>
            </a:r>
          </a:p>
        </p:txBody>
      </p:sp>
      <p:pic>
        <p:nvPicPr>
          <p:cNvPr id="488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9" name="Rectangle 3"/>
          <p:cNvSpPr txBox="1"/>
          <p:nvPr/>
        </p:nvSpPr>
        <p:spPr>
          <a:xfrm>
            <a:off x="1305352" y="476673"/>
            <a:ext cx="8675280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තේජස්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දකියි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සහ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රජ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කරයි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පව්කරුව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පවසයි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ආදරේ ද මට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දැන්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යේසුස්නි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දයාබර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දුබල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ආදර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පෙම්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කරනට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කුලුණෙන්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පිහිට</a:t>
            </a:r>
            <a:r>
              <a:t> </a:t>
            </a:r>
          </a:p>
        </p:txBody>
      </p:sp>
      <p:pic>
        <p:nvPicPr>
          <p:cNvPr id="489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2" name="TextBox 3"/>
          <p:cNvSpPr txBox="1"/>
          <p:nvPr/>
        </p:nvSpPr>
        <p:spPr>
          <a:xfrm>
            <a:off x="502919" y="448409"/>
            <a:ext cx="16611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323</a:t>
            </a:r>
          </a:p>
        </p:txBody>
      </p:sp>
      <p:sp>
        <p:nvSpPr>
          <p:cNvPr id="4893" name="TextBox 5"/>
          <p:cNvSpPr txBox="1"/>
          <p:nvPr/>
        </p:nvSpPr>
        <p:spPr>
          <a:xfrm>
            <a:off x="1341119" y="990599"/>
            <a:ext cx="6126482" cy="547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ජේසුනි ඔබ මගෙයි දනිම්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නිසා පාපේ සැප අත් හරිම්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ගැලවුම්කරු මගේ හිමි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ජේසුස්නි ඔබට ආදරේ වෙමි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4894" name="Rectangle 4"/>
          <p:cNvSpPr txBox="1"/>
          <p:nvPr/>
        </p:nvSpPr>
        <p:spPr>
          <a:xfrm>
            <a:off x="1417319" y="3733801"/>
            <a:ext cx="72237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මට අදරැති බැවිනුත්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කල්වරියේ මා ණය ගෙව් බැවිනුත්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කටු ඔටුන්නක් ලු බැවිනුත් හිමි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ජේසුස්නි ඔබට ආදරේ වෙමි </a:t>
            </a:r>
          </a:p>
        </p:txBody>
      </p:sp>
      <p:pic>
        <p:nvPicPr>
          <p:cNvPr id="4895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7" name="Rectangle 4"/>
          <p:cNvSpPr txBox="1"/>
          <p:nvPr/>
        </p:nvSpPr>
        <p:spPr>
          <a:xfrm>
            <a:off x="1569719" y="685801"/>
            <a:ext cx="69951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ජිවිතේ දි ද මරණයේ දි ද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ආදරේ වෙම් දි පැසසුම් නිබද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මරණ වේදනාවේ දි කියමි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ජේසුස්නි ඔබට ආදරේ වෙමි </a:t>
            </a:r>
          </a:p>
        </p:txBody>
      </p:sp>
      <p:sp>
        <p:nvSpPr>
          <p:cNvPr id="4898" name="Rectangle 5"/>
          <p:cNvSpPr txBox="1"/>
          <p:nvPr/>
        </p:nvSpPr>
        <p:spPr>
          <a:xfrm>
            <a:off x="1493519" y="3733801"/>
            <a:ext cx="66141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 යුත් සග විමනවලදී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වදිම් ඔබට සතුටින් තුති දි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දමිටු වතින් සැරසී කියමි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ජේසුස්නි ඔබට ආදරේ වෙමි </a:t>
            </a:r>
          </a:p>
        </p:txBody>
      </p:sp>
      <p:pic>
        <p:nvPicPr>
          <p:cNvPr id="489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1" name="Rectangle 3"/>
          <p:cNvSpPr txBox="1"/>
          <p:nvPr/>
        </p:nvSpPr>
        <p:spPr>
          <a:xfrm>
            <a:off x="810424" y="1196751"/>
            <a:ext cx="7523152" cy="727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පුදුම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පෙම්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යුත්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මිතුරෙක්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හමු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වී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ඇත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මට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පෙම්බර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සබදකමක්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අතර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වෙත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බැම්මෙන්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වෙන්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කරන්නට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නැත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කිසිවෙක්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සමත්</a:t>
            </a:r>
            <a:r>
              <a:t> 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හිමිගෙයි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හිමි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ගෙ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යි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සහ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හැම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කල්හිත්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4902" name="TextBox 4"/>
          <p:cNvSpPr txBox="1"/>
          <p:nvPr/>
        </p:nvSpPr>
        <p:spPr>
          <a:xfrm>
            <a:off x="225231" y="116632"/>
            <a:ext cx="2356834" cy="688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324</a:t>
            </a:r>
          </a:p>
        </p:txBody>
      </p:sp>
      <p:pic>
        <p:nvPicPr>
          <p:cNvPr id="4903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5" name="Rectangle 3"/>
          <p:cNvSpPr txBox="1"/>
          <p:nvPr/>
        </p:nvSpPr>
        <p:spPr>
          <a:xfrm>
            <a:off x="594400" y="920620"/>
            <a:ext cx="7955200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පෙම්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යුත්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මිතුරු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තුම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නිසා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වගුළේ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ජීවනේ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කරන්නට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තමන්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දිවි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පුද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කෙළේ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මට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අයත්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හැම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දෙයක්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ය යි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නො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කියම්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කයත්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සියල්ලත්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තුමට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පුදමි</a:t>
            </a:r>
          </a:p>
        </p:txBody>
      </p:sp>
      <p:pic>
        <p:nvPicPr>
          <p:cNvPr id="490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8" name="Rectangle 3"/>
          <p:cNvSpPr txBox="1"/>
          <p:nvPr/>
        </p:nvSpPr>
        <p:spPr>
          <a:xfrm>
            <a:off x="378376" y="920620"/>
            <a:ext cx="8387248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පෙම්බර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මිතුරා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සුමග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පෙන්වන්නේ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මැ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යි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මුදු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මොළොක්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කුලුණැති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මිදුම්කරු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තුමා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මැ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යි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උතුමන්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කෙරෙන්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මෙ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කවරෙක්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වෙන්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කරත් ද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ජීවිතේ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මරණේ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වත්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නො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කරයි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හද</a:t>
            </a:r>
          </a:p>
        </p:txBody>
      </p:sp>
      <p:pic>
        <p:nvPicPr>
          <p:cNvPr id="490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1" name="Rectangle 3"/>
          <p:cNvSpPr txBox="1"/>
          <p:nvPr/>
        </p:nvSpPr>
        <p:spPr>
          <a:xfrm>
            <a:off x="1737400" y="1340769"/>
            <a:ext cx="7757433" cy="668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 මිදු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අදර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යේසු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තුමට</a:t>
            </a:r>
            <a:r>
              <a:t>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ගී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නොමදා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ගී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නොමදා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බැතින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ගී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නොමදා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රුදුරු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පවින්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යකුගෙ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බලෙන්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 මිදු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බැවින්</a:t>
            </a:r>
            <a:r>
              <a:t>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බැතින්</a:t>
            </a:r>
            <a:r>
              <a:t>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තුති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අනුබදා</a:t>
            </a:r>
          </a:p>
        </p:txBody>
      </p:sp>
      <p:sp>
        <p:nvSpPr>
          <p:cNvPr id="4912" name="TextBox 4"/>
          <p:cNvSpPr txBox="1"/>
          <p:nvPr/>
        </p:nvSpPr>
        <p:spPr>
          <a:xfrm>
            <a:off x="297239" y="188639"/>
            <a:ext cx="2284826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301</a:t>
            </a:r>
          </a:p>
        </p:txBody>
      </p:sp>
      <p:pic>
        <p:nvPicPr>
          <p:cNvPr id="4913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" name="Rectangle 3"/>
          <p:cNvSpPr txBox="1"/>
          <p:nvPr/>
        </p:nvSpPr>
        <p:spPr>
          <a:xfrm>
            <a:off x="1881415" y="1166841"/>
            <a:ext cx="5957234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විපත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මැදින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ප්‍රීති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වෙමින</a:t>
            </a:r>
            <a:r>
              <a:t>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ගමන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තිරා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කුමට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බීත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වෙම් ද එ තුම</a:t>
            </a:r>
            <a:r>
              <a:t>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</a:t>
            </a:r>
            <a:r>
              <a:t>o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සුමිහිරා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බිය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දුක්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සැම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දුරැලා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මග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ගෙන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යා ය පෙමින්</a:t>
            </a:r>
            <a:r>
              <a:t>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තුටින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මනහරා</a:t>
            </a:r>
          </a:p>
        </p:txBody>
      </p:sp>
      <p:pic>
        <p:nvPicPr>
          <p:cNvPr id="491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8" name="Rectangle 3"/>
          <p:cNvSpPr txBox="1"/>
          <p:nvPr/>
        </p:nvSpPr>
        <p:spPr>
          <a:xfrm>
            <a:off x="1737399" y="889842"/>
            <a:ext cx="736088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ලොව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සැපත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වේ ය විපත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නැති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සිතේ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යකු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ගෙ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උපා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රැවැටිලි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බස්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ගෙන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සවනතේ</a:t>
            </a:r>
            <a:r>
              <a:t>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මිතුරු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උතුම්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යේසු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තුමන්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අනුව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බැතින්</a:t>
            </a:r>
            <a:r>
              <a:t>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යමුව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තුටින්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නිතින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නො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නැවතේ</a:t>
            </a:r>
          </a:p>
        </p:txBody>
      </p:sp>
      <p:pic>
        <p:nvPicPr>
          <p:cNvPr id="491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1" name="Rectangle 3"/>
          <p:cNvSpPr txBox="1"/>
          <p:nvPr/>
        </p:nvSpPr>
        <p:spPr>
          <a:xfrm>
            <a:off x="1449368" y="889842"/>
            <a:ext cx="6389281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 සතු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සියලු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දේ ම පුදමි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තුටින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නොවලසා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පණත්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කයත්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ආත්මයත්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පුතු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නිසා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ඇති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තෙක්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පුදමි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නිතින්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තුති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පසස්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හිමිට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පෙමැත්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නිතින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සොම්නසා</a:t>
            </a:r>
            <a:r>
              <a:t> </a:t>
            </a:r>
          </a:p>
        </p:txBody>
      </p:sp>
      <p:pic>
        <p:nvPicPr>
          <p:cNvPr id="492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4" name="Rectangle 3"/>
          <p:cNvSpPr txBox="1"/>
          <p:nvPr/>
        </p:nvSpPr>
        <p:spPr>
          <a:xfrm>
            <a:off x="2169447" y="476673"/>
            <a:ext cx="5650945" cy="8422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ආකාසේ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තාරකා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පාතාලේ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නෙකා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සෑම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රැස්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කකා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ස්වාමින්ගෙ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ගුණ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කියව්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තුමන්ගේ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නම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වණම්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ලෝවාසි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ජාතිනි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වනවාසි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සියොතුනි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දහස්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සහස්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පාණිනි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ස්වාමින්ගේ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ගුණ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කියව්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තුමන්ගේ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නම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වණව්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4925" name="TextBox 4"/>
          <p:cNvSpPr txBox="1"/>
          <p:nvPr/>
        </p:nvSpPr>
        <p:spPr>
          <a:xfrm>
            <a:off x="225232" y="188639"/>
            <a:ext cx="1492736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302</a:t>
            </a:r>
          </a:p>
        </p:txBody>
      </p:sp>
      <p:pic>
        <p:nvPicPr>
          <p:cNvPr id="4926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8" name="Rectangle 3"/>
          <p:cNvSpPr txBox="1"/>
          <p:nvPr/>
        </p:nvSpPr>
        <p:spPr>
          <a:xfrm>
            <a:off x="2331719" y="335846"/>
            <a:ext cx="4480562" cy="7298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රාජාති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රජවරු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සේනාධිපතිවරුන්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නානාදි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මැතිවරුන්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ස්වාමින්ගේ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ගුණ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කියව්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තුමන්ගේ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නම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වණව්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නිල්වන්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වලා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පෙළ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සැදෑ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වලා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දැන් ම එක්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වෙලා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ස්වාමින්ගේ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ගුණ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කියව්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තුමන්ගේ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නම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වණව්</a:t>
            </a:r>
          </a:p>
        </p:txBody>
      </p:sp>
      <p:pic>
        <p:nvPicPr>
          <p:cNvPr id="492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1" name="Rectangle 3"/>
          <p:cNvSpPr txBox="1"/>
          <p:nvPr/>
        </p:nvSpPr>
        <p:spPr>
          <a:xfrm>
            <a:off x="2529487" y="836712"/>
            <a:ext cx="4480561" cy="3399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ගස්වැල්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පලාවෙනි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ගං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හෝ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ජලාසෙනි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නිල්වන්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තලාවෙනි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ස්වාමින්ගේ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ගුණ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කියව්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තුමන්ගේ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නම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වණව්</a:t>
            </a:r>
          </a:p>
        </p:txBody>
      </p:sp>
      <p:pic>
        <p:nvPicPr>
          <p:cNvPr id="493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4" name="Rectangle 3"/>
          <p:cNvSpPr txBox="1"/>
          <p:nvPr/>
        </p:nvSpPr>
        <p:spPr>
          <a:xfrm>
            <a:off x="1300070" y="1225688"/>
            <a:ext cx="7829441" cy="6073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වදිමු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පුදමු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තුති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දෙමු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තුති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පැසැසුම්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ගී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නද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දෙමු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සගෙහි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සැපත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ඉවත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හෙළා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සතගෙ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මිදුම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සුවය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බලා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ඉහල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අහසෙ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නැගෙන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වලා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හිමිගෙ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ගුණෙන්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ඔකද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වෙලා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</a:t>
            </a:r>
          </a:p>
        </p:txBody>
      </p:sp>
      <p:sp>
        <p:nvSpPr>
          <p:cNvPr id="4935" name="TextBox 4"/>
          <p:cNvSpPr txBox="1"/>
          <p:nvPr/>
        </p:nvSpPr>
        <p:spPr>
          <a:xfrm>
            <a:off x="297239" y="188639"/>
            <a:ext cx="1996794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303</a:t>
            </a:r>
          </a:p>
        </p:txBody>
      </p:sp>
      <p:pic>
        <p:nvPicPr>
          <p:cNvPr id="4936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8" name="Rectangle 3"/>
          <p:cNvSpPr txBox="1"/>
          <p:nvPr/>
        </p:nvSpPr>
        <p:spPr>
          <a:xfrm>
            <a:off x="1377360" y="1351508"/>
            <a:ext cx="6173256" cy="4815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වදිමු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පුදමු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තුති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දෙමු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තුති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පැසැසුම්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ගී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නද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දෙමු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කුරුලු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පැටව්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ගී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ගයති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පිපෙයි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සුවද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කුසුම්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පෙති</a:t>
            </a:r>
            <a:r>
              <a:t>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මාලු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දියෙ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කිමිද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යති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දෙවිදුට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පැසැසුම්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කරති</a:t>
            </a:r>
          </a:p>
        </p:txBody>
      </p:sp>
      <p:pic>
        <p:nvPicPr>
          <p:cNvPr id="493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1" name="Rectangle 3"/>
          <p:cNvSpPr txBox="1"/>
          <p:nvPr/>
        </p:nvSpPr>
        <p:spPr>
          <a:xfrm>
            <a:off x="1305352" y="1228397"/>
            <a:ext cx="7235120" cy="4815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වදිමු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පුදමු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තුති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දෙමු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තුති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පැසැසුම්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ගී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නද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දෙමු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අන්ධ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බිහිරි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කොරුන්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සොයා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ඔවුන්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වෙතට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ගියා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සුව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කළ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හැටි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සුරත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තියා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සමරමු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බැති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ගීත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ගයා</a:t>
            </a:r>
          </a:p>
        </p:txBody>
      </p:sp>
      <p:pic>
        <p:nvPicPr>
          <p:cNvPr id="494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4" name="Rectangle 3"/>
          <p:cNvSpPr txBox="1"/>
          <p:nvPr/>
        </p:nvSpPr>
        <p:spPr>
          <a:xfrm>
            <a:off x="1449368" y="1196751"/>
            <a:ext cx="7091104" cy="4815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වදිමු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පුදමු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තුති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දෙමු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තුති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පැසැසුම්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ගී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නද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දෙමු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පන්දහක ට පහක්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රොටි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බෙදලා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හිමි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දුන්න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හැටී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උනුන්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සමග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උරෙන්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ගැටී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සමිදුට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තුති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කැරුමැ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වටී</a:t>
            </a:r>
            <a:r>
              <a:t> </a:t>
            </a:r>
          </a:p>
        </p:txBody>
      </p:sp>
      <p:pic>
        <p:nvPicPr>
          <p:cNvPr id="494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7" name="Rectangle 3"/>
          <p:cNvSpPr txBox="1"/>
          <p:nvPr/>
        </p:nvSpPr>
        <p:spPr>
          <a:xfrm>
            <a:off x="810424" y="1536173"/>
            <a:ext cx="7523152" cy="428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දුන්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ආලෝකය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ගෙවෙත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වට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කර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අදුර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එත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අලුයම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ගී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නාදය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නැවත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නැගැ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එයි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සමිදු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වෙත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4948" name="TextBox 4"/>
          <p:cNvSpPr txBox="1"/>
          <p:nvPr/>
        </p:nvSpPr>
        <p:spPr>
          <a:xfrm>
            <a:off x="369247" y="116633"/>
            <a:ext cx="2140810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304</a:t>
            </a:r>
          </a:p>
        </p:txBody>
      </p:sp>
      <p:pic>
        <p:nvPicPr>
          <p:cNvPr id="4949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1" name="Rectangle 3"/>
          <p:cNvSpPr txBox="1"/>
          <p:nvPr/>
        </p:nvSpPr>
        <p:spPr>
          <a:xfrm>
            <a:off x="1278475" y="2151728"/>
            <a:ext cx="6587048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නිරතුරු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කරකැවෙන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මිහි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කත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එළිය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කරා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දිවෙත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සුරකියි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නිති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දියත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තුති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දෙයි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රෑ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දෙවෙත</a:t>
            </a:r>
          </a:p>
        </p:txBody>
      </p:sp>
      <p:pic>
        <p:nvPicPr>
          <p:cNvPr id="495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4" name="Rectangle 3"/>
          <p:cNvSpPr txBox="1"/>
          <p:nvPr/>
        </p:nvSpPr>
        <p:spPr>
          <a:xfrm>
            <a:off x="1458495" y="2151728"/>
            <a:ext cx="6227010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දින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පති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දවස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උදා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කරන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දෙස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දූපත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නියත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නිසල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නොවෙයි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හඩ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යැදුම්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සත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පැසැසුමෙහි ම නිරත</a:t>
            </a:r>
          </a:p>
        </p:txBody>
      </p:sp>
      <p:pic>
        <p:nvPicPr>
          <p:cNvPr id="495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7" name="Rectangle 3"/>
          <p:cNvSpPr txBox="1"/>
          <p:nvPr/>
        </p:nvSpPr>
        <p:spPr>
          <a:xfrm>
            <a:off x="-148247" y="2151728"/>
            <a:ext cx="9440494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දී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අප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වෙත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හිරු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බසිත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නැගැ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එයි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පෙර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වියත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එයි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නව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තොල්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මොහොතින්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මොහොත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වැණුමට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අලුත</a:t>
            </a:r>
          </a:p>
        </p:txBody>
      </p:sp>
      <p:pic>
        <p:nvPicPr>
          <p:cNvPr id="495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0" name="Rectangle 3"/>
          <p:cNvSpPr txBox="1"/>
          <p:nvPr/>
        </p:nvSpPr>
        <p:spPr>
          <a:xfrm>
            <a:off x="1386487" y="2151728"/>
            <a:ext cx="6371026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අදිරජ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පහ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වී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යයි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දියත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සිහසුන්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නියත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රජය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වැඩෙයි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තිර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පැවත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ලං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වන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තුරු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ලො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සත</a:t>
            </a:r>
            <a:r>
              <a:t> </a:t>
            </a:r>
          </a:p>
        </p:txBody>
      </p:sp>
      <p:pic>
        <p:nvPicPr>
          <p:cNvPr id="496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3" name="Rectangle 3"/>
          <p:cNvSpPr txBox="1"/>
          <p:nvPr/>
        </p:nvSpPr>
        <p:spPr>
          <a:xfrm>
            <a:off x="1089328" y="1124744"/>
            <a:ext cx="6587047" cy="341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දින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මුළු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දවසේ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පවසන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පුවත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තොසේ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තුති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ගී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රාවේ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හට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පැසැසුම්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4964" name="Rectangle 4"/>
          <p:cNvSpPr txBox="1"/>
          <p:nvPr/>
        </p:nvSpPr>
        <p:spPr>
          <a:xfrm>
            <a:off x="2673504" y="3861049"/>
            <a:ext cx="8819296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තෙද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රසෙහි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අමා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තුම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සතු ය මෙ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නව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උපතෙහි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හිමි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තුළ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මිදුමා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සැනැසුම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නොමැත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නිමා</a:t>
            </a:r>
          </a:p>
        </p:txBody>
      </p:sp>
      <p:sp>
        <p:nvSpPr>
          <p:cNvPr id="4965" name="TextBox 5"/>
          <p:cNvSpPr txBox="1"/>
          <p:nvPr/>
        </p:nvSpPr>
        <p:spPr>
          <a:xfrm>
            <a:off x="225231" y="188639"/>
            <a:ext cx="1708761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305</a:t>
            </a:r>
          </a:p>
        </p:txBody>
      </p:sp>
      <p:pic>
        <p:nvPicPr>
          <p:cNvPr id="4966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8" name="Rectangle 3"/>
          <p:cNvSpPr txBox="1"/>
          <p:nvPr/>
        </p:nvSpPr>
        <p:spPr>
          <a:xfrm>
            <a:off x="2457479" y="3717033"/>
            <a:ext cx="8603273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අණ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රකමි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සතුටකි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හද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නදනා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කරුණා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ගෙන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දූත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සගයෙනා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දකිමි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තුටින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බසිනා</a:t>
            </a:r>
          </a:p>
        </p:txBody>
      </p:sp>
      <p:sp>
        <p:nvSpPr>
          <p:cNvPr id="4969" name="Rectangle 4"/>
          <p:cNvSpPr txBox="1"/>
          <p:nvPr/>
        </p:nvSpPr>
        <p:spPr>
          <a:xfrm>
            <a:off x="657280" y="814059"/>
            <a:ext cx="4480561" cy="341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දින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මුළු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දවසේ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පවසන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පුවත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තොසේ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තුති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ගී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රාවේ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හට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පැසැසුම්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pic>
        <p:nvPicPr>
          <p:cNvPr id="4970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2" name="Rectangle 3"/>
          <p:cNvSpPr txBox="1"/>
          <p:nvPr/>
        </p:nvSpPr>
        <p:spPr>
          <a:xfrm>
            <a:off x="2385471" y="3573017"/>
            <a:ext cx="8891305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කීකරු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වෙමි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නිතිනා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සෙත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හිමි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තුළිනා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පෙමෙහි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ගිලී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හිමි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වත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දකින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මෙනා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පතමි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යදිමි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මෙ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දිනා</a:t>
            </a:r>
            <a:r>
              <a:t> </a:t>
            </a:r>
          </a:p>
        </p:txBody>
      </p:sp>
      <p:sp>
        <p:nvSpPr>
          <p:cNvPr id="4973" name="Rectangle 4"/>
          <p:cNvSpPr txBox="1"/>
          <p:nvPr/>
        </p:nvSpPr>
        <p:spPr>
          <a:xfrm>
            <a:off x="585271" y="743871"/>
            <a:ext cx="4480561" cy="341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දින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මුළු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දවසේ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පවසන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පුවත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තොසේ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තුති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ගී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රාවේ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හට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පැසැසුම්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pic>
        <p:nvPicPr>
          <p:cNvPr id="4974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" name="TextBox 1"/>
          <p:cNvSpPr txBox="1"/>
          <p:nvPr/>
        </p:nvSpPr>
        <p:spPr>
          <a:xfrm>
            <a:off x="426719" y="457201"/>
            <a:ext cx="1508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325</a:t>
            </a:r>
          </a:p>
        </p:txBody>
      </p:sp>
      <p:sp>
        <p:nvSpPr>
          <p:cNvPr id="4977" name="TextBox 2"/>
          <p:cNvSpPr txBox="1"/>
          <p:nvPr/>
        </p:nvSpPr>
        <p:spPr>
          <a:xfrm>
            <a:off x="731519" y="1219199"/>
            <a:ext cx="79095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ලෙව් පෙම්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සැම ඉක්ම යන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 තුමනි වඩින්න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පාමින් පෙම් නො වෙනස් වන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තුල වසන්න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නිමි නැත් ජේසුස්නි පෙම්බර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විමුත් සුව අත් කර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ඇතුළු වන් මා සිත් දොර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 ඇත විවර</a:t>
            </a:r>
          </a:p>
        </p:txBody>
      </p:sp>
      <p:pic>
        <p:nvPicPr>
          <p:cNvPr id="497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0" name="TextBox 1"/>
          <p:cNvSpPr txBox="1"/>
          <p:nvPr/>
        </p:nvSpPr>
        <p:spPr>
          <a:xfrm>
            <a:off x="731519" y="761999"/>
            <a:ext cx="79095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ගලවන්නට පබල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කුළුණු ගුණෙන්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හද මදුර තුල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වසන්න තිර ලෙසින්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පුදමු ඔබට හැම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අයදුමි තුති පසස්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පෙමය පුදුම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වනමු හඩින් උසස්</a:t>
            </a:r>
          </a:p>
        </p:txBody>
      </p:sp>
      <p:pic>
        <p:nvPicPr>
          <p:cNvPr id="498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3" name="TextBox 1"/>
          <p:cNvSpPr txBox="1"/>
          <p:nvPr/>
        </p:nvSpPr>
        <p:spPr>
          <a:xfrm>
            <a:off x="960119" y="685799"/>
            <a:ext cx="77571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ඇර මෙහෙය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පුරණ කර යෙහෙන්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මහිමයෙන් මහිමය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ලබනට ගෙන යන්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පුදුමෙන් මා සිත් ඉපිළ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පෙම් අත්දකින්ට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කිරුළු ඔබ පා මුල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 වදින තෙක්‌ ම</a:t>
            </a:r>
          </a:p>
        </p:txBody>
      </p:sp>
      <p:pic>
        <p:nvPicPr>
          <p:cNvPr id="498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" name="TextBox 3"/>
          <p:cNvSpPr txBox="1"/>
          <p:nvPr/>
        </p:nvSpPr>
        <p:spPr>
          <a:xfrm>
            <a:off x="807719" y="1295401"/>
            <a:ext cx="7452362" cy="3773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නාරින පෙම් තුමෙනි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විඩා හරිමි ඔබ ළයේ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ඔබෙන් ලත් දිවි යලි පුදම්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පතමින් පිරිපුන් වීමක්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පෙම් සයුරේ</a:t>
            </a:r>
          </a:p>
        </p:txBody>
      </p:sp>
      <p:sp>
        <p:nvSpPr>
          <p:cNvPr id="4987" name="TextBox 5"/>
          <p:cNvSpPr txBox="1"/>
          <p:nvPr/>
        </p:nvSpPr>
        <p:spPr>
          <a:xfrm>
            <a:off x="502919" y="228602"/>
            <a:ext cx="14325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326</a:t>
            </a:r>
          </a:p>
        </p:txBody>
      </p:sp>
      <p:pic>
        <p:nvPicPr>
          <p:cNvPr id="498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0" name="TextBox 1"/>
          <p:cNvSpPr txBox="1"/>
          <p:nvPr/>
        </p:nvSpPr>
        <p:spPr>
          <a:xfrm>
            <a:off x="807719" y="1371601"/>
            <a:ext cx="6842762" cy="3773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සොයා එන ආලෝකේ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දල්වයි ම ඇදුරු පහන්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සිත් යලි දිලේ එයින්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ඔබේ ඒ පැහැපත් රැසින්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බැබළේ වා මා දිවි </a:t>
            </a:r>
          </a:p>
        </p:txBody>
      </p:sp>
      <p:pic>
        <p:nvPicPr>
          <p:cNvPr id="499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3" name="TextBox 1"/>
          <p:cNvSpPr txBox="1"/>
          <p:nvPr/>
        </p:nvSpPr>
        <p:spPr>
          <a:xfrm>
            <a:off x="883919" y="1295401"/>
            <a:ext cx="7147562" cy="3773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වැස්සේ දක්නා මෙන් දේදුන්න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තුලින් ම සොයා එන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දැක්මෙන් සොම්නසින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නෙත් කදුළින් තොර වුණ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දිනක් උදා විණ </a:t>
            </a:r>
          </a:p>
        </p:txBody>
      </p:sp>
      <p:pic>
        <p:nvPicPr>
          <p:cNvPr id="499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6" name="TextBox 1"/>
          <p:cNvSpPr txBox="1"/>
          <p:nvPr/>
        </p:nvSpPr>
        <p:spPr>
          <a:xfrm>
            <a:off x="883919" y="1447801"/>
            <a:ext cx="7299962" cy="3773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නගාලන කුරුසේ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ඔබෙන් පලා යම් ද කෙසේ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තෙදැත් දිවි දුවිල්ලේ නැසේ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ඒත් බිමින් එයි පිපි මල් සේ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 ජීවනය</a:t>
            </a:r>
          </a:p>
        </p:txBody>
      </p:sp>
      <p:pic>
        <p:nvPicPr>
          <p:cNvPr id="499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9" name="TextBox 3"/>
          <p:cNvSpPr txBox="1"/>
          <p:nvPr/>
        </p:nvSpPr>
        <p:spPr>
          <a:xfrm>
            <a:off x="426719" y="304802"/>
            <a:ext cx="13563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327</a:t>
            </a:r>
          </a:p>
        </p:txBody>
      </p:sp>
      <p:sp>
        <p:nvSpPr>
          <p:cNvPr id="5000" name="TextBox 4"/>
          <p:cNvSpPr txBox="1"/>
          <p:nvPr/>
        </p:nvSpPr>
        <p:spPr>
          <a:xfrm>
            <a:off x="960119" y="1295399"/>
            <a:ext cx="74523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පෙම්බර සාමිනි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අල්ලා ගන්න මා</a:t>
            </a:r>
            <a:r>
              <a:t>’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තිත්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ඈත් නොවන් කාන්සි ඇත්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ළං වන්න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දිවි ඉකුත් වෙත් ම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හඩට කන් දෙන්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අල්ලා ගන්න මා</a:t>
            </a:r>
            <a:r>
              <a:t>’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නිත්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මං පෙන්වන්</a:t>
            </a:r>
          </a:p>
        </p:txBody>
      </p:sp>
      <p:pic>
        <p:nvPicPr>
          <p:cNvPr id="5001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3" name="TextBox 1"/>
          <p:cNvSpPr txBox="1"/>
          <p:nvPr/>
        </p:nvSpPr>
        <p:spPr>
          <a:xfrm>
            <a:off x="960119" y="1295399"/>
            <a:ext cx="74523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පෙම්බර සාමිනි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අල්ලා ගන්න මා</a:t>
            </a:r>
            <a:r>
              <a:t>’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තිත්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බෝ දුබල් බැවින්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ඔසවන්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මාරුතැ</a:t>
            </a:r>
            <a:r>
              <a:t>’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ත් රැයේ දී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මං හෙළි කරන්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අල්ලා ගන්න මා</a:t>
            </a:r>
            <a:r>
              <a:t>’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නිත්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මං පෙන්වන්</a:t>
            </a:r>
          </a:p>
        </p:txBody>
      </p:sp>
      <p:pic>
        <p:nvPicPr>
          <p:cNvPr id="500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6" name="TextBox 1"/>
          <p:cNvSpPr txBox="1"/>
          <p:nvPr/>
        </p:nvSpPr>
        <p:spPr>
          <a:xfrm>
            <a:off x="960119" y="1295399"/>
            <a:ext cx="74523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සේවා අවසන්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දිවීමත් නිමයි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ආලෝකයෙන් ඔබේ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දක්වන්න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රුවින් යුත් රට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දීප්තිමත් පුර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අල්ලා ගන්න මා</a:t>
            </a:r>
            <a:r>
              <a:t>’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නිත්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මං පෙන්වන්</a:t>
            </a:r>
          </a:p>
        </p:txBody>
      </p:sp>
      <p:pic>
        <p:nvPicPr>
          <p:cNvPr id="500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9" name="TextBox 1"/>
          <p:cNvSpPr txBox="1"/>
          <p:nvPr/>
        </p:nvSpPr>
        <p:spPr>
          <a:xfrm>
            <a:off x="297239" y="116634"/>
            <a:ext cx="1636753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328</a:t>
            </a:r>
          </a:p>
        </p:txBody>
      </p:sp>
      <p:sp>
        <p:nvSpPr>
          <p:cNvPr id="5010" name="TextBox 2"/>
          <p:cNvSpPr txBox="1"/>
          <p:nvPr/>
        </p:nvSpPr>
        <p:spPr>
          <a:xfrm>
            <a:off x="1233343" y="756411"/>
            <a:ext cx="5021130" cy="6351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සයුරේ කුනාටුව හමනා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බෝ තදිනා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රළ පතරින් කිදා යා ය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දුකිනා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පැතුමක් නෑ කිසි මා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සමිදුනි මා දිවි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ගලවන්ට පෙමිනා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පිබිදෙනු සැණිනා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මරණය ලං වුණා</a:t>
            </a:r>
          </a:p>
        </p:txBody>
      </p:sp>
      <p:pic>
        <p:nvPicPr>
          <p:cNvPr id="501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3" name="TextBox 1"/>
          <p:cNvSpPr txBox="1"/>
          <p:nvPr/>
        </p:nvSpPr>
        <p:spPr>
          <a:xfrm>
            <a:off x="1233343" y="404665"/>
            <a:ext cx="8333498" cy="7470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නැත කිසි යම් සරණක්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මට මේ ජිවිතේ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අබු දරු දෙ ගුරුත්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නෑ සිය මා මිතුරන්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වෙන් වී යයි දැනීම් සොදින්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එමි ඔබ පා මුල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වැද වැටෙමි බැතින්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මුදා අනතුරිනා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පරික්ෂා විපතිනා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සුරකිනු නිතිනා </a:t>
            </a:r>
          </a:p>
        </p:txBody>
      </p:sp>
      <p:pic>
        <p:nvPicPr>
          <p:cNvPr id="501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6" name="TextBox 2"/>
          <p:cNvSpPr txBox="1"/>
          <p:nvPr/>
        </p:nvSpPr>
        <p:spPr>
          <a:xfrm>
            <a:off x="1305351" y="874456"/>
            <a:ext cx="4901902" cy="3024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 තුමනි බාර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වෙමි ඔබ ට බැතින්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මග ගෙන යන්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සුරැක අනතුරින්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දින දින අදරින්   </a:t>
            </a:r>
          </a:p>
        </p:txBody>
      </p:sp>
      <p:pic>
        <p:nvPicPr>
          <p:cNvPr id="501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9" name="TextBox 1"/>
          <p:cNvSpPr txBox="1"/>
          <p:nvPr/>
        </p:nvSpPr>
        <p:spPr>
          <a:xfrm>
            <a:off x="297240" y="188641"/>
            <a:ext cx="127671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329</a:t>
            </a:r>
          </a:p>
        </p:txBody>
      </p:sp>
      <p:sp>
        <p:nvSpPr>
          <p:cNvPr id="5020" name="TextBox 2"/>
          <p:cNvSpPr txBox="1"/>
          <p:nvPr/>
        </p:nvSpPr>
        <p:spPr>
          <a:xfrm>
            <a:off x="1233343" y="1124746"/>
            <a:ext cx="5237154" cy="4815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මුහුදේ රළ බොහෝ සැරෙන්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    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ඔරුව වට කළා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මිතුරු පිරිස දක්කෙන් එය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    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බිය වී වෙවුලා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තුම් මේ කිසිත් නි දැන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    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වෙහෙස වී නිදා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ගෝල පිරිස තැති ගනිමින්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    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අපෙ හිමි පුබුදා </a:t>
            </a:r>
          </a:p>
        </p:txBody>
      </p:sp>
      <p:pic>
        <p:nvPicPr>
          <p:cNvPr id="502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3" name="TextBox 1"/>
          <p:cNvSpPr txBox="1"/>
          <p:nvPr/>
        </p:nvSpPr>
        <p:spPr>
          <a:xfrm>
            <a:off x="1413364" y="1052738"/>
            <a:ext cx="6317273" cy="4815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ගළවනු මැන කරුණාවෙන්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    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නොපෙනෙ ද ඔබටා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රුදුරු මුහුදු දැන් එන්නේ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    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අප ගිල ගන්ටා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සිරි මුව හැර කීවෙන්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    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සුළග නැවතුනා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සැඩ ජලයෙන් ගැවුවෙත්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    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මිහිරි වදනිනා </a:t>
            </a:r>
          </a:p>
        </p:txBody>
      </p:sp>
      <p:pic>
        <p:nvPicPr>
          <p:cNvPr id="502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6" name="TextBox 1"/>
          <p:cNvSpPr txBox="1"/>
          <p:nvPr/>
        </p:nvSpPr>
        <p:spPr>
          <a:xfrm>
            <a:off x="1413364" y="1052738"/>
            <a:ext cx="6317273" cy="4815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ලෙස ම දැන් අප අවටින්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   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ඇත සැඩ පහරා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වේදනා සිත රිදැවුම්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   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නොයෙක කරදරා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තුම් දෙස පව්කරු අපි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   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බලමු නිසැකිනේ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වසනු මැනවි පහදා සිත්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   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අද සහ නිතිනේ </a:t>
            </a:r>
          </a:p>
        </p:txBody>
      </p:sp>
      <p:pic>
        <p:nvPicPr>
          <p:cNvPr id="502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9" name="TextBox 1"/>
          <p:cNvSpPr txBox="1"/>
          <p:nvPr/>
        </p:nvSpPr>
        <p:spPr>
          <a:xfrm>
            <a:off x="1521375" y="908722"/>
            <a:ext cx="6317273" cy="4815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තද සුළගත් තද මුහුදත්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    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 කී බස</a:t>
            </a:r>
            <a:r>
              <a:t>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නිදනා බිලිදකු විලසින්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    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නිසල වුණ ලෙසා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ලෝකයේ කරදරයෙන්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    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ගිලෙන විට අනේ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ගැලවුම්කරු හිමි දෙන් මට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    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සාමය නිතිනේ </a:t>
            </a:r>
          </a:p>
        </p:txBody>
      </p:sp>
      <p:pic>
        <p:nvPicPr>
          <p:cNvPr id="503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2" name="TextBox 1"/>
          <p:cNvSpPr txBox="1"/>
          <p:nvPr/>
        </p:nvSpPr>
        <p:spPr>
          <a:xfrm>
            <a:off x="369247" y="188639"/>
            <a:ext cx="170876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330</a:t>
            </a:r>
          </a:p>
        </p:txBody>
      </p:sp>
      <p:sp>
        <p:nvSpPr>
          <p:cNvPr id="5033" name="TextBox 2"/>
          <p:cNvSpPr txBox="1"/>
          <p:nvPr/>
        </p:nvSpPr>
        <p:spPr>
          <a:xfrm>
            <a:off x="1483376" y="1052735"/>
            <a:ext cx="7613417" cy="6009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 සුව ගෙන දෙන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සමිදුනි පෙම්බර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මට සුව සෙත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තුමා වේ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නිම නැති කරදර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ලෙඩ රෝ දුක් මැද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සැනසුම සලසන සමිදේ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//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යේසු නම මිහිරෙකි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දිවි ඔසුවෙකි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නමදිමු පා ඔබ නිබදේ</a:t>
            </a:r>
            <a:r>
              <a:t>// </a:t>
            </a:r>
          </a:p>
        </p:txBody>
      </p:sp>
      <p:pic>
        <p:nvPicPr>
          <p:cNvPr id="503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6" name="TextBox 1"/>
          <p:cNvSpPr txBox="1"/>
          <p:nvPr/>
        </p:nvSpPr>
        <p:spPr>
          <a:xfrm>
            <a:off x="1449368" y="764703"/>
            <a:ext cx="6461289" cy="6009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පසු බැස දිවි මග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නොහැකි ව යාමට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සිටි සද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අදුරේ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පණ ගන්වන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බලය ද එළිය ද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දිවිය ද දින දින දෙමිනේ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//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නො පැකිළ ඉදිරියට ම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යන ලෙස වර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දුන මැන නිතියෙන පෙමිනේ </a:t>
            </a:r>
            <a:r>
              <a:t>//  </a:t>
            </a:r>
          </a:p>
        </p:txBody>
      </p:sp>
      <p:pic>
        <p:nvPicPr>
          <p:cNvPr id="503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9" name="TextBox 1"/>
          <p:cNvSpPr txBox="1"/>
          <p:nvPr/>
        </p:nvSpPr>
        <p:spPr>
          <a:xfrm>
            <a:off x="1377360" y="980729"/>
            <a:ext cx="6965345" cy="5412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සැනසුම නිති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 හිමි පා මුල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සහනය වේ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ලබමින් එය ඉටු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කරමින් අදහස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තුම මට දුන් දිවියේ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//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පළුපත ඔබ අතැ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තබමින් පැද යමි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දිව් නැව මේ දිව් සයුරේ </a:t>
            </a:r>
            <a:r>
              <a:t>//  </a:t>
            </a:r>
          </a:p>
        </p:txBody>
      </p:sp>
      <p:pic>
        <p:nvPicPr>
          <p:cNvPr id="504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2" name="TextBox 1"/>
          <p:cNvSpPr txBox="1"/>
          <p:nvPr/>
        </p:nvSpPr>
        <p:spPr>
          <a:xfrm>
            <a:off x="513263" y="116725"/>
            <a:ext cx="1420730" cy="624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331</a:t>
            </a:r>
          </a:p>
        </p:txBody>
      </p:sp>
      <p:sp>
        <p:nvSpPr>
          <p:cNvPr id="5043" name="TextBox 2"/>
          <p:cNvSpPr txBox="1"/>
          <p:nvPr/>
        </p:nvSpPr>
        <p:spPr>
          <a:xfrm>
            <a:off x="945312" y="692695"/>
            <a:ext cx="6533296" cy="4313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ගුවන සිබින උස් ගිරි මුදුනෙ වුවත්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කුණාටුවෙන් පිරි මහ සයුරෙත්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බියකරු රණ සෙන් ඇති පෙරමුනෙහිත්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යෙදැවිය හැකි වෙයි සමිදුට මා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සුසිනිදු හඩෙකින් අමතනු ලැබුවත්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මා නොදත් මගකට සමිදුන්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කියනෙමි එම් මම් කැමැති ලෙසින්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අතින් ඔබ සුරත අරන්      </a:t>
            </a:r>
          </a:p>
        </p:txBody>
      </p:sp>
      <p:sp>
        <p:nvSpPr>
          <p:cNvPr id="5044" name="TextBox 3"/>
          <p:cNvSpPr txBox="1"/>
          <p:nvPr/>
        </p:nvSpPr>
        <p:spPr>
          <a:xfrm>
            <a:off x="4473703" y="4569535"/>
            <a:ext cx="4877114" cy="1881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හිමියෙනි යම් ඔබ කියන තැනට මම් </a:t>
            </a:r>
          </a:p>
          <a:p>
            <a:pPr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කන්දක තැන්නක හෝ මුහුදේ </a:t>
            </a:r>
          </a:p>
          <a:p>
            <a:pPr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හිමියෙනි ඔබ කියන දෙය කරම් මම්</a:t>
            </a:r>
          </a:p>
          <a:p>
            <a:pPr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කැමැත්තම වේ මා හදේ </a:t>
            </a:r>
          </a:p>
        </p:txBody>
      </p:sp>
      <p:pic>
        <p:nvPicPr>
          <p:cNvPr id="504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7" name="TextBox 1"/>
          <p:cNvSpPr txBox="1"/>
          <p:nvPr/>
        </p:nvSpPr>
        <p:spPr>
          <a:xfrm>
            <a:off x="873304" y="548679"/>
            <a:ext cx="6245264" cy="4313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 මට වරම් දෙනු ඇත නිසැකින්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කතා කරන්ට මුදු වදනින්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අදුරෙහි තනියෙන් ඇවිදින කෙනකුන්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සොයා ගෙනෙන්නට වෙත සමිදුන්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අදුරු වුවත් රළු පරුස වුවත්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මා පෙරින් ඔබ යන්නෙහි නම්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දස දෙස විහිදෙයි සුමිහිරි සුබසුන්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මුවෙන් ඔබ කැමති ලෙසින්  </a:t>
            </a:r>
          </a:p>
        </p:txBody>
      </p:sp>
      <p:sp>
        <p:nvSpPr>
          <p:cNvPr id="5048" name="TextBox 3"/>
          <p:cNvSpPr txBox="1"/>
          <p:nvPr/>
        </p:nvSpPr>
        <p:spPr>
          <a:xfrm>
            <a:off x="4401695" y="4509120"/>
            <a:ext cx="4901902" cy="1881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හිමියෙනි යම් ඔබ කියන තැනට මම් </a:t>
            </a:r>
          </a:p>
          <a:p>
            <a:pPr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කන්දක තැන්නක හෝ මුහුදේ </a:t>
            </a:r>
          </a:p>
          <a:p>
            <a:pPr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හිමියෙනි ඔබ කියන දෙය කරම් මම්</a:t>
            </a:r>
          </a:p>
          <a:p>
            <a:pPr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කැමැත්තම වේ මා හදේ </a:t>
            </a:r>
          </a:p>
        </p:txBody>
      </p:sp>
      <p:pic>
        <p:nvPicPr>
          <p:cNvPr id="504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1" name="TextBox 1"/>
          <p:cNvSpPr txBox="1"/>
          <p:nvPr/>
        </p:nvSpPr>
        <p:spPr>
          <a:xfrm>
            <a:off x="945311" y="620687"/>
            <a:ext cx="6029242" cy="4313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කෙතෙහි ඇත මටත් කරන ලෙස වැඩක්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දුගී වුවත් අන් සරණ නැතත්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තුමා වෙනුවෙන් කරනට සව් කල්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මෙමා හටත් වැඩ එහි ඇත නිත්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වෙත කැප වෙම් හදකින් නිවහල්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දයාව දක්වන හිමි සැම කල්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සමිදුනි නොවෙනස් සිතකින දිවිහිමි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කැමැත්ත කරනට ගිවිස ගනිම්    </a:t>
            </a:r>
          </a:p>
        </p:txBody>
      </p:sp>
      <p:sp>
        <p:nvSpPr>
          <p:cNvPr id="5052" name="TextBox 3"/>
          <p:cNvSpPr txBox="1"/>
          <p:nvPr/>
        </p:nvSpPr>
        <p:spPr>
          <a:xfrm>
            <a:off x="4401695" y="4667651"/>
            <a:ext cx="4901902" cy="1881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හිමියෙනි යම් ඔබ කියන තැනට මම් </a:t>
            </a:r>
          </a:p>
          <a:p>
            <a:pPr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කන්දක තැන්නක හෝ මුහුදේ </a:t>
            </a:r>
          </a:p>
          <a:p>
            <a:pPr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හිමියෙනි ඔබ කියන දෙය කරම් මම්</a:t>
            </a:r>
          </a:p>
          <a:p>
            <a:pPr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කැමැත්තම වේ මා හදේ </a:t>
            </a:r>
          </a:p>
        </p:txBody>
      </p:sp>
      <p:pic>
        <p:nvPicPr>
          <p:cNvPr id="505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5" name="TextBox 1"/>
          <p:cNvSpPr txBox="1"/>
          <p:nvPr/>
        </p:nvSpPr>
        <p:spPr>
          <a:xfrm>
            <a:off x="274319" y="380999"/>
            <a:ext cx="128016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332</a:t>
            </a:r>
          </a:p>
        </p:txBody>
      </p:sp>
      <p:sp>
        <p:nvSpPr>
          <p:cNvPr id="5056" name="TextBox 2"/>
          <p:cNvSpPr txBox="1"/>
          <p:nvPr/>
        </p:nvSpPr>
        <p:spPr>
          <a:xfrm>
            <a:off x="998219" y="1120675"/>
            <a:ext cx="7147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ගැලවුම්කරු යේසුස්නි අපේ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වනු මැන නියමුව </a:t>
            </a:r>
            <a:r>
              <a:t> </a:t>
            </a:r>
            <a:r>
              <a:rPr>
                <a:latin typeface="DL-Ridhma."/>
                <a:ea typeface="DL-Ridhma."/>
                <a:cs typeface="DL-Ridhma."/>
                <a:sym typeface="DL-Ridhma."/>
              </a:rPr>
              <a:t>fk</a:t>
            </a:r>
            <a:r>
              <a:rPr>
                <a:latin typeface="Kandy"/>
                <a:ea typeface="Kandy"/>
                <a:cs typeface="Kandy"/>
                <a:sym typeface="Kandy"/>
              </a:rPr>
              <a:t>_</a:t>
            </a:r>
            <a:r>
              <a:rPr>
                <a:latin typeface="DL-Ridhma."/>
                <a:ea typeface="DL-Ridhma."/>
                <a:cs typeface="DL-Ridhma."/>
                <a:sym typeface="DL-Ridhma."/>
              </a:rPr>
              <a:t>ldfjss</a:t>
            </a:r>
            <a:endParaRPr>
              <a:latin typeface="DL-Ridhma."/>
              <a:ea typeface="DL-Ridhma."/>
              <a:cs typeface="DL-Ridhma."/>
              <a:sym typeface="DL-Ridhma."/>
            </a:endParaRPr>
          </a:p>
          <a:p>
            <a:pPr>
              <a:defRPr sz="36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ජිවිත ගමනේ  අනතුරු අතරේ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ඇත </a:t>
            </a:r>
            <a:r>
              <a:rPr>
                <a:latin typeface="DL-Ridhma."/>
                <a:ea typeface="DL-Ridhma."/>
                <a:cs typeface="DL-Ridhma."/>
                <a:sym typeface="DL-Ridhma."/>
              </a:rPr>
              <a:t>fk</a:t>
            </a:r>
            <a:r>
              <a:rPr>
                <a:latin typeface="Kandy"/>
                <a:ea typeface="Kandy"/>
                <a:cs typeface="Kandy"/>
                <a:sym typeface="Kandy"/>
              </a:rPr>
              <a:t>_</a:t>
            </a:r>
            <a:r>
              <a:rPr>
                <a:latin typeface="DL-Ridhma."/>
                <a:ea typeface="DL-Ridhma."/>
                <a:cs typeface="DL-Ridhma."/>
                <a:sym typeface="DL-Ridhma."/>
              </a:rPr>
              <a:t>ldfjss</a:t>
            </a:r>
          </a:p>
        </p:txBody>
      </p:sp>
      <p:sp>
        <p:nvSpPr>
          <p:cNvPr id="5057" name="TextBox 4"/>
          <p:cNvSpPr txBox="1"/>
          <p:nvPr/>
        </p:nvSpPr>
        <p:spPr>
          <a:xfrm>
            <a:off x="2941319" y="4038602"/>
            <a:ext cx="46329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අවරේ</a:t>
            </a:r>
            <a:r>
              <a:t>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වැඩ සිටියේ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 දවසේ</a:t>
            </a:r>
            <a:r>
              <a:t>..</a:t>
            </a:r>
            <a:r>
              <a:rPr>
                <a:latin typeface="DL-Ridhma."/>
                <a:ea typeface="DL-Ridhma."/>
                <a:cs typeface="DL-Ridhma."/>
                <a:sym typeface="DL-Ridhma."/>
              </a:rPr>
              <a:t> fk</a:t>
            </a:r>
            <a:r>
              <a:rPr>
                <a:latin typeface="Kandy"/>
                <a:ea typeface="Kandy"/>
                <a:cs typeface="Kandy"/>
                <a:sym typeface="Kandy"/>
              </a:rPr>
              <a:t>_</a:t>
            </a:r>
            <a:r>
              <a:rPr>
                <a:latin typeface="DL-Ridhma."/>
                <a:ea typeface="DL-Ridhma."/>
                <a:cs typeface="DL-Ridhma."/>
                <a:sym typeface="DL-Ridhma."/>
              </a:rPr>
              <a:t>ldfjss</a:t>
            </a:r>
          </a:p>
        </p:txBody>
      </p:sp>
      <p:pic>
        <p:nvPicPr>
          <p:cNvPr id="5058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60431" y="116632"/>
            <a:ext cx="612650" cy="944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0" name="TextBox 1"/>
          <p:cNvSpPr txBox="1"/>
          <p:nvPr/>
        </p:nvSpPr>
        <p:spPr>
          <a:xfrm>
            <a:off x="960119" y="762001"/>
            <a:ext cx="73761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ගල් පර අතරේ යනෙන කලා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නොපෙනෙන අහසේ තරු උදුළා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අඳුර ම ඇති විට දුර නොපෙනෙන විට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ඇත නෞකාවේ</a:t>
            </a:r>
          </a:p>
        </p:txBody>
      </p:sp>
      <p:sp>
        <p:nvSpPr>
          <p:cNvPr id="5061" name="TextBox 3"/>
          <p:cNvSpPr txBox="1"/>
          <p:nvPr/>
        </p:nvSpPr>
        <p:spPr>
          <a:xfrm>
            <a:off x="2941319" y="4038602"/>
            <a:ext cx="46329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අවරේ</a:t>
            </a:r>
            <a:r>
              <a:t>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වැඩ සිටියේ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 දවසේ</a:t>
            </a:r>
            <a:r>
              <a:t>..</a:t>
            </a:r>
            <a:r>
              <a:rPr>
                <a:latin typeface="DL-Ridhma."/>
                <a:ea typeface="DL-Ridhma."/>
                <a:cs typeface="DL-Ridhma."/>
                <a:sym typeface="DL-Ridhma.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3" name="TextBox 1"/>
          <p:cNvSpPr txBox="1"/>
          <p:nvPr/>
        </p:nvSpPr>
        <p:spPr>
          <a:xfrm>
            <a:off x="655319" y="685801"/>
            <a:ext cx="76809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සතුරගෙ බලතල ඔබ බින්දේ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මරුව පරාජය කර දැමුවේ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බැවිනි අප හට නැත බිය මරණේ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ඇත නෞකාවේ</a:t>
            </a:r>
          </a:p>
        </p:txBody>
      </p:sp>
      <p:sp>
        <p:nvSpPr>
          <p:cNvPr id="5064" name="TextBox 2"/>
          <p:cNvSpPr txBox="1"/>
          <p:nvPr/>
        </p:nvSpPr>
        <p:spPr>
          <a:xfrm>
            <a:off x="2941319" y="4038602"/>
            <a:ext cx="46329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අවරේ</a:t>
            </a:r>
            <a:r>
              <a:t>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වැඩ සිටියේ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 දවසේ</a:t>
            </a:r>
            <a:r>
              <a:t>..</a:t>
            </a:r>
            <a:r>
              <a:rPr>
                <a:latin typeface="DL-Ridhma."/>
                <a:ea typeface="DL-Ridhma."/>
                <a:cs typeface="DL-Ridhma."/>
                <a:sym typeface="DL-Ridhma."/>
              </a:rP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නෞකාවේ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6" name="TextBox 1"/>
          <p:cNvSpPr txBox="1"/>
          <p:nvPr/>
        </p:nvSpPr>
        <p:spPr>
          <a:xfrm>
            <a:off x="297240" y="116633"/>
            <a:ext cx="1492736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333</a:t>
            </a:r>
          </a:p>
        </p:txBody>
      </p:sp>
      <p:sp>
        <p:nvSpPr>
          <p:cNvPr id="5067" name="TextBox 2"/>
          <p:cNvSpPr txBox="1"/>
          <p:nvPr/>
        </p:nvSpPr>
        <p:spPr>
          <a:xfrm>
            <a:off x="1377359" y="908719"/>
            <a:ext cx="8117474" cy="627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දෙවිදුනි මා සිත දැන්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විමසමින් දැන ගෙන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කල්පනාවලිය දැන්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සෝදිසි කරන් යෙහෙන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විනාසයට ලං වන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මම යම් නම් දැන්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ජීවනයට ගෙනෙන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මෙමා හසුරුවන්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9" name="TextBox 2"/>
          <p:cNvSpPr txBox="1"/>
          <p:nvPr/>
        </p:nvSpPr>
        <p:spPr>
          <a:xfrm>
            <a:off x="1377359" y="692695"/>
            <a:ext cx="4901902" cy="5755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සිත් ලෙස ගියෙමි නම්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අනුවනකමින්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ලං වෙයි විනාසය මහත්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රැක දෙනු මා දයාවෙන්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නපුරු පරික්සාවලින්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අදමිටු ආසාවන්ගෙන්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මුදන් අප කරුණාවෙන්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 දෝස දුරැ ලමින්  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1" name="TextBox 2"/>
          <p:cNvSpPr txBox="1"/>
          <p:nvPr/>
        </p:nvSpPr>
        <p:spPr>
          <a:xfrm>
            <a:off x="1377359" y="1366899"/>
            <a:ext cx="5093138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බලයෙන් ම මට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මිදෙන්නට බැරි හෙයින්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හිමිගේ නමින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මට වෙන් සරණ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3" name="TextBox 1"/>
          <p:cNvSpPr txBox="1"/>
          <p:nvPr/>
        </p:nvSpPr>
        <p:spPr>
          <a:xfrm>
            <a:off x="297239" y="116633"/>
            <a:ext cx="1420730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334</a:t>
            </a:r>
          </a:p>
        </p:txBody>
      </p:sp>
      <p:sp>
        <p:nvSpPr>
          <p:cNvPr id="5074" name="TextBox 2"/>
          <p:cNvSpPr txBox="1"/>
          <p:nvPr/>
        </p:nvSpPr>
        <p:spPr>
          <a:xfrm>
            <a:off x="1233343" y="908719"/>
            <a:ext cx="8189482" cy="627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කිතුනුව මෙහි දැන්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විවේකයෙන් නො සොයන්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සතුරෝ වෙත් හැම</a:t>
            </a:r>
            <a:r>
              <a:t>’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තින්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පිබිදෙන්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නපුරා හා ඔහු සෙන්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පරදන මෙන්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රැස් වෙත් මාන බලමින්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පිබිදෙන්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6" name="TextBox 2"/>
          <p:cNvSpPr txBox="1"/>
          <p:nvPr/>
        </p:nvSpPr>
        <p:spPr>
          <a:xfrm>
            <a:off x="1305351" y="764703"/>
            <a:ext cx="4901902" cy="5755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සතුරා ලං වේ සෙද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රෑ දාවල් එක ලෙද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දිව්‍ය සන්නාහ ඇද 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පිබිදෙන්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ජය ලත් සෙන් පෙර දා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පතන් ජය නිබදා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කරත් යැදුම් නො නිදා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පිබිදෙන් 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8" name="TextBox 1"/>
          <p:cNvSpPr txBox="1"/>
          <p:nvPr/>
        </p:nvSpPr>
        <p:spPr>
          <a:xfrm>
            <a:off x="1305352" y="476671"/>
            <a:ext cx="3941009" cy="5755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කීකරු ව සමිදුන්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සවන් දෙන් සුද්ද වදන්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කරමින් සිත නිදන්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පිබිදෙන්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සිටිත් අවදි ව ම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 වන සේ දිනුම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රදයි ජය එහි ම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පිබිදෙන්  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0" name="Content Placeholder 2"/>
          <p:cNvSpPr txBox="1"/>
          <p:nvPr>
            <p:ph type="body" idx="1"/>
          </p:nvPr>
        </p:nvSpPr>
        <p:spPr>
          <a:xfrm>
            <a:off x="533400" y="1371600"/>
            <a:ext cx="8229600" cy="5105400"/>
          </a:xfrm>
          <a:prstGeom prst="rect">
            <a:avLst/>
          </a:prstGeom>
        </p:spPr>
        <p:txBody>
          <a:bodyPr/>
          <a:lstStyle/>
          <a:p>
            <a:pPr>
              <a:buSzTx/>
              <a:buFont typeface="Wingdings 3"/>
              <a:buNone/>
              <a:defRPr b="1" sz="6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අනතුරු මැදින්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buSzTx/>
              <a:buFont typeface="Wingdings 3"/>
              <a:buNone/>
              <a:defRPr b="1" sz="6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පෙරමුණට ම යන්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buSzTx/>
              <a:buFont typeface="Wingdings 3"/>
              <a:buNone/>
              <a:defRPr b="1" sz="6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දිරි දෙයි දෙව් බොදුනින්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buSzTx/>
              <a:buFont typeface="Wingdings 3"/>
              <a:buNone/>
              <a:defRPr b="1" sz="6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නිත් සටනෙහි යෙදෙන්</a:t>
            </a:r>
          </a:p>
        </p:txBody>
      </p:sp>
      <p:sp>
        <p:nvSpPr>
          <p:cNvPr id="5081" name="Rectangle 1"/>
          <p:cNvSpPr txBox="1"/>
          <p:nvPr/>
        </p:nvSpPr>
        <p:spPr>
          <a:xfrm>
            <a:off x="579120" y="457199"/>
            <a:ext cx="1150154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335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3" name="Content Placeholder 2"/>
          <p:cNvSpPr txBox="1"/>
          <p:nvPr>
            <p:ph type="body" idx="1"/>
          </p:nvPr>
        </p:nvSpPr>
        <p:spPr>
          <a:xfrm>
            <a:off x="457200" y="1143000"/>
            <a:ext cx="8229600" cy="472440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b="1" sz="5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සැලී ඉන්නෙහි ද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981075" indent="-981075">
              <a:buSzTx/>
              <a:buFont typeface="Wingdings 3"/>
              <a:buNone/>
              <a:defRPr b="1" sz="5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සටනින් ඉවත් වේ ද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981075" indent="-981075">
              <a:buSzTx/>
              <a:buFont typeface="Wingdings 3"/>
              <a:buNone/>
              <a:defRPr b="1" sz="5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බියෙන් පලා යන්නේ ද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981075" indent="-981075">
              <a:buSzTx/>
              <a:buFont typeface="Wingdings 3"/>
              <a:buNone/>
              <a:defRPr b="1" sz="5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ළග මැ</a:t>
            </a:r>
            <a:r>
              <a:t>’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ත් සෙන්පතිද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5" name="Content Placeholder 2"/>
          <p:cNvSpPr txBox="1"/>
          <p:nvPr>
            <p:ph type="body" idx="1"/>
          </p:nvPr>
        </p:nvSpPr>
        <p:spPr>
          <a:xfrm>
            <a:off x="457200" y="1143000"/>
            <a:ext cx="8229600" cy="4495800"/>
          </a:xfrm>
          <a:prstGeom prst="rect">
            <a:avLst/>
          </a:prstGeom>
        </p:spPr>
        <p:txBody>
          <a:bodyPr/>
          <a:lstStyle/>
          <a:p>
            <a:pPr marL="315468" indent="-315468" defTabSz="420623">
              <a:spcBef>
                <a:spcPts val="900"/>
              </a:spcBef>
              <a:buSzTx/>
              <a:buFont typeface="Wingdings 3"/>
              <a:buNone/>
              <a:defRPr b="1" sz="55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 තුනී වී යත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1051560" indent="-1051560" defTabSz="420623">
              <a:spcBef>
                <a:spcPts val="900"/>
              </a:spcBef>
              <a:buSzTx/>
              <a:buFont typeface="Wingdings 3"/>
              <a:buNone/>
              <a:defRPr b="1" sz="55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දෙනෙත පැහැදෙත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1051560" indent="-1051560" defTabSz="420623">
              <a:spcBef>
                <a:spcPts val="900"/>
              </a:spcBef>
              <a:buSzTx/>
              <a:buFont typeface="Wingdings 3"/>
              <a:buNone/>
              <a:defRPr b="1" sz="55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බලැත් දෙව් පිහිටැත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1051560" indent="-1051560" defTabSz="420623">
              <a:spcBef>
                <a:spcPts val="900"/>
              </a:spcBef>
              <a:buSzTx/>
              <a:buFont typeface="Wingdings 3"/>
              <a:buNone/>
              <a:defRPr b="1" sz="55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ඕනෑකම් සපිරෙත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7" name="Content Placeholder 2"/>
          <p:cNvSpPr txBox="1"/>
          <p:nvPr>
            <p:ph type="body" idx="1"/>
          </p:nvPr>
        </p:nvSpPr>
        <p:spPr>
          <a:xfrm>
            <a:off x="457200" y="685800"/>
            <a:ext cx="8229600" cy="6019800"/>
          </a:xfrm>
          <a:prstGeom prst="rect">
            <a:avLst/>
          </a:prstGeom>
        </p:spPr>
        <p:txBody>
          <a:bodyPr/>
          <a:lstStyle/>
          <a:p>
            <a:pPr marL="0" indent="0" defTabSz="402336">
              <a:spcBef>
                <a:spcPts val="800"/>
              </a:spcBef>
              <a:buSzTx/>
              <a:buFont typeface="Wingdings 3"/>
              <a:buNone/>
              <a:defRPr b="1" sz="528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යව් පෙරට තේජසින්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1005839" indent="-1005839" defTabSz="402336">
              <a:spcBef>
                <a:spcPts val="800"/>
              </a:spcBef>
              <a:buSzTx/>
              <a:buFont typeface="Wingdings 3"/>
              <a:buNone/>
              <a:defRPr b="1" sz="528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වීරෝදාර ආත්මයෙන්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1005839" indent="-1005839" defTabSz="402336">
              <a:spcBef>
                <a:spcPts val="800"/>
              </a:spcBef>
              <a:buSzTx/>
              <a:buFont typeface="Wingdings 3"/>
              <a:buNone/>
              <a:defRPr b="1" sz="528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මැඩලමින් සතුරන්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1005839" indent="-1005839" defTabSz="402336">
              <a:spcBef>
                <a:spcPts val="800"/>
              </a:spcBef>
              <a:buSzTx/>
              <a:buFont typeface="Wingdings 3"/>
              <a:buNone/>
              <a:defRPr b="1" sz="528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සිත්ව කිතුනුවන්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1005839" indent="-1005839" defTabSz="402336">
              <a:spcBef>
                <a:spcPts val="800"/>
              </a:spcBef>
              <a:buSzTx/>
              <a:buFont typeface="Wingdings 3"/>
              <a:buNone/>
              <a:defRPr b="1" sz="2464"/>
            </a:pPr>
            <a:r>
              <a:t>						</a:t>
            </a:r>
          </a:p>
          <a:p>
            <a:pPr marL="1005839" indent="-1005839" defTabSz="402336">
              <a:spcBef>
                <a:spcPts val="800"/>
              </a:spcBef>
              <a:buSzTx/>
              <a:buFont typeface="Wingdings 3"/>
              <a:buNone/>
              <a:defRPr b="1" sz="246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			එච්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කේ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වයිට්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1005839" indent="-1005839" defTabSz="402336">
              <a:spcBef>
                <a:spcPts val="800"/>
              </a:spcBef>
              <a:buSzTx/>
              <a:buFont typeface="Wingdings 3"/>
              <a:buNone/>
              <a:defRPr b="1" sz="246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	පරිවර්තක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ජේ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එස්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එස්</a:t>
            </a:r>
            <a: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9" name="TextBox 1"/>
          <p:cNvSpPr txBox="1"/>
          <p:nvPr/>
        </p:nvSpPr>
        <p:spPr>
          <a:xfrm>
            <a:off x="350519" y="2286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336</a:t>
            </a:r>
          </a:p>
        </p:txBody>
      </p:sp>
      <p:sp>
        <p:nvSpPr>
          <p:cNvPr id="5090" name="TextBox 4"/>
          <p:cNvSpPr txBox="1"/>
          <p:nvPr/>
        </p:nvSpPr>
        <p:spPr>
          <a:xfrm>
            <a:off x="1569719" y="1071718"/>
            <a:ext cx="46329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කුරුසි සේනාවෙනි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පිබිදෙන්න සැණෙන්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අසහනෙන් අධර්මෙන්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අයුත්තෙන් බේදයෙන්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යාපත පිරිහෙමින්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පිරෙයි දසතින්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මොහොතක් පමා නොවන්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අර</a:t>
            </a:r>
            <a:r>
              <a:rPr>
                <a:latin typeface="FS-Anurada"/>
                <a:ea typeface="FS-Anurada"/>
                <a:cs typeface="FS-Anurada"/>
                <a:sym typeface="FS-Anurada"/>
              </a:rPr>
              <a:t>U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න්න සටන්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2" name="TextBox 1"/>
          <p:cNvSpPr txBox="1"/>
          <p:nvPr/>
        </p:nvSpPr>
        <p:spPr>
          <a:xfrm>
            <a:off x="1569719" y="1071718"/>
            <a:ext cx="46329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කුරුසි සේනාවෙනි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කීකරු ව එන්න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අණට කන් දෙමිනි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සටන් පෙරමුණ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වෙයි ඉදිරියෙන්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විමුක්ති නායක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ජය අත් වෙයි නියතින්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එය වේ නිසැක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4" name="TextBox 1"/>
          <p:cNvSpPr txBox="1"/>
          <p:nvPr/>
        </p:nvSpPr>
        <p:spPr>
          <a:xfrm>
            <a:off x="1569719" y="1071718"/>
            <a:ext cx="46329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කුරුසි සේනාවෙනි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දුස්කර ය සටන්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රාග දෝස හා මෝහ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තුරන් කර සිතින්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දස රජ දහම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 කරවන්න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යුත් ව ඇදහිල්ලෙන් 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පෙරමුණ ගන්න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6" name="TextBox 1"/>
          <p:cNvSpPr txBox="1"/>
          <p:nvPr/>
        </p:nvSpPr>
        <p:spPr>
          <a:xfrm>
            <a:off x="1569719" y="1071718"/>
            <a:ext cx="46329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කුරුසි සේනාවෙනි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එන්න සැදෑ  සිතින්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දැඩි දිළිදුකමත්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නිවත්කමත් සතන්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නුගත්කම හා බියත්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කරන්නට තුරන්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හා එක් ව සටන්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 ලබන්න සෙත්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8" name="TextBox 1"/>
          <p:cNvSpPr txBox="1"/>
          <p:nvPr/>
        </p:nvSpPr>
        <p:spPr>
          <a:xfrm>
            <a:off x="1569719" y="1071718"/>
            <a:ext cx="46329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කුරුසි සේනාවෙනි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මරු පරදමින්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ජය ලැබි ය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 රජ වී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ඔබටැත සේවාවක්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කිතුනුවන් ලෙසින්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 වෙත ආත්මයක්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දිනන්නට ලොවින්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0" name="TextBox 1"/>
          <p:cNvSpPr txBox="1"/>
          <p:nvPr/>
        </p:nvSpPr>
        <p:spPr>
          <a:xfrm>
            <a:off x="1036319" y="951130"/>
            <a:ext cx="7376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පිඩා දුක් විපත් විදිමින්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යන මෙ ලොව මැදින්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වටලමින් මා සිව් දිගින්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සිටිත් සතුරෝ නිතින්</a:t>
            </a:r>
          </a:p>
        </p:txBody>
      </p:sp>
      <p:sp>
        <p:nvSpPr>
          <p:cNvPr id="5101" name="TextBox 2"/>
          <p:cNvSpPr txBox="1"/>
          <p:nvPr/>
        </p:nvSpPr>
        <p:spPr>
          <a:xfrm>
            <a:off x="350519" y="304802"/>
            <a:ext cx="1127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337</a:t>
            </a:r>
          </a:p>
        </p:txBody>
      </p:sp>
      <p:sp>
        <p:nvSpPr>
          <p:cNvPr id="5102" name="Rectangle 3"/>
          <p:cNvSpPr txBox="1"/>
          <p:nvPr/>
        </p:nvSpPr>
        <p:spPr>
          <a:xfrm>
            <a:off x="3703319" y="4114801"/>
            <a:ext cx="44805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මිදු</a:t>
            </a:r>
            <a:r>
              <a:t>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ජේසුනි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තුළ නීති වසන්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පෙම්වත්</a:t>
            </a:r>
            <a:r>
              <a:t>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ජේසුනි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මා නිතින් රැක දෙන්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4" name="TextBox 1"/>
          <p:cNvSpPr txBox="1"/>
          <p:nvPr/>
        </p:nvSpPr>
        <p:spPr>
          <a:xfrm>
            <a:off x="1036319" y="951130"/>
            <a:ext cx="7376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සතුරු දන සැවොම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වඩා බලවත් බැවින්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වැටෙමි දුබල මම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 ඔබ අත සැණෙන්</a:t>
            </a:r>
          </a:p>
        </p:txBody>
      </p:sp>
      <p:sp>
        <p:nvSpPr>
          <p:cNvPr id="5105" name="Rectangle 2"/>
          <p:cNvSpPr txBox="1"/>
          <p:nvPr/>
        </p:nvSpPr>
        <p:spPr>
          <a:xfrm>
            <a:off x="3703319" y="4114801"/>
            <a:ext cx="44805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මිදු</a:t>
            </a:r>
            <a:r>
              <a:t>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ජේසුනි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තුළ නීති වසන්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පෙම්වත්</a:t>
            </a:r>
            <a:r>
              <a:t>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ජේසුනි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මා නිතින් රැක දෙන්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7" name="TextBox 1"/>
          <p:cNvSpPr txBox="1"/>
          <p:nvPr/>
        </p:nvSpPr>
        <p:spPr>
          <a:xfrm>
            <a:off x="1036319" y="951130"/>
            <a:ext cx="7376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කය දෙව් හිමියෙන්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වෙහෙසයි තදිනි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සතුරත් ලොවත් නිතිනි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දෙයි මට දුක් නොමිනි</a:t>
            </a:r>
          </a:p>
        </p:txBody>
      </p:sp>
      <p:sp>
        <p:nvSpPr>
          <p:cNvPr id="5108" name="Rectangle 2"/>
          <p:cNvSpPr txBox="1"/>
          <p:nvPr/>
        </p:nvSpPr>
        <p:spPr>
          <a:xfrm>
            <a:off x="3703319" y="4114801"/>
            <a:ext cx="44805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මිදු</a:t>
            </a:r>
            <a:r>
              <a:t>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ජේසුනි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තුළ නීති වසන්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පෙම්වත්</a:t>
            </a:r>
            <a:r>
              <a:t>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ජේසුනි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මා නිතින් රැක දෙන්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0" name="TextBox 1"/>
          <p:cNvSpPr txBox="1"/>
          <p:nvPr/>
        </p:nvSpPr>
        <p:spPr>
          <a:xfrm>
            <a:off x="1036319" y="951130"/>
            <a:ext cx="7376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සතුරන් මැදින් වැරෙන්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බිය නො වී යන්නට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වගුළ ඔබ රුදිරෙන්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ලකුණක් දෙන් දැන් මට</a:t>
            </a:r>
          </a:p>
        </p:txBody>
      </p:sp>
      <p:sp>
        <p:nvSpPr>
          <p:cNvPr id="5111" name="Rectangle 2"/>
          <p:cNvSpPr txBox="1"/>
          <p:nvPr/>
        </p:nvSpPr>
        <p:spPr>
          <a:xfrm>
            <a:off x="3703319" y="4114801"/>
            <a:ext cx="44805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මිදු</a:t>
            </a:r>
            <a:r>
              <a:t>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ජේසුනි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තුළ නීති වසන්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පෙම්වත්</a:t>
            </a:r>
            <a:r>
              <a:t>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ජේසුනි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මා නිතින් රැක දෙන්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3" name="TextBox 1"/>
          <p:cNvSpPr txBox="1"/>
          <p:nvPr/>
        </p:nvSpPr>
        <p:spPr>
          <a:xfrm>
            <a:off x="225232" y="116633"/>
            <a:ext cx="1564744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338</a:t>
            </a:r>
          </a:p>
        </p:txBody>
      </p:sp>
      <p:sp>
        <p:nvSpPr>
          <p:cNvPr id="5114" name="TextBox 2"/>
          <p:cNvSpPr txBox="1"/>
          <p:nvPr/>
        </p:nvSpPr>
        <p:spPr>
          <a:xfrm>
            <a:off x="1051254" y="1124745"/>
            <a:ext cx="5093138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තුමන්ගෙන් ලැබුණු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පොරොන්දුව උතුම් වන්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යන්නට ජීවනයට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“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මග පෙන්වම් මා ඇසින්</a:t>
            </a:r>
            <a:r>
              <a:t>”</a:t>
            </a:r>
          </a:p>
        </p:txBody>
      </p:sp>
      <p:sp>
        <p:nvSpPr>
          <p:cNvPr id="5115" name="TextBox 3"/>
          <p:cNvSpPr txBox="1"/>
          <p:nvPr/>
        </p:nvSpPr>
        <p:spPr>
          <a:xfrm>
            <a:off x="4329687" y="4077072"/>
            <a:ext cx="4085026" cy="2180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“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මග පෙන්වම් මග පෙන්වම්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පෙන්වම් මා ඇසින්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ජිවනේට සදාතන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පෙන්වම් මා ඇසින්</a:t>
            </a:r>
            <a: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7" name="TextBox 1"/>
          <p:cNvSpPr txBox="1"/>
          <p:nvPr/>
        </p:nvSpPr>
        <p:spPr>
          <a:xfrm>
            <a:off x="1089328" y="1052737"/>
            <a:ext cx="5309160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පරික්ෂාවේ බල පෑමෙන්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පරාජය ලං වී නම්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පොරොන්දුව සිහි කරන්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“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මග පෙන්වම් මා ඇසින්</a:t>
            </a:r>
            <a:r>
              <a:t>”</a:t>
            </a:r>
          </a:p>
        </p:txBody>
      </p:sp>
      <p:sp>
        <p:nvSpPr>
          <p:cNvPr id="5118" name="TextBox 3"/>
          <p:cNvSpPr txBox="1"/>
          <p:nvPr/>
        </p:nvSpPr>
        <p:spPr>
          <a:xfrm>
            <a:off x="4473703" y="4149080"/>
            <a:ext cx="4901902" cy="2180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“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මග පෙන්වම් මග පෙන්වම්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පෙන්වම් මා ඇසින්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ජිවනේට සදාතන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පෙන්වම් මා ඇසින්</a:t>
            </a:r>
            <a: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" name="TextBox 1"/>
          <p:cNvSpPr txBox="1"/>
          <p:nvPr/>
        </p:nvSpPr>
        <p:spPr>
          <a:xfrm>
            <a:off x="1233343" y="980729"/>
            <a:ext cx="4445066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සිටිතොත් මළානික ව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පැතුමක් නැති ලෙසින්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බලය දෙයි පොරොන්දුව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“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මග පෙන්වම් මා ඇසින්</a:t>
            </a:r>
            <a:r>
              <a:t>”</a:t>
            </a:r>
          </a:p>
        </p:txBody>
      </p:sp>
      <p:sp>
        <p:nvSpPr>
          <p:cNvPr id="5121" name="TextBox 3"/>
          <p:cNvSpPr txBox="1"/>
          <p:nvPr/>
        </p:nvSpPr>
        <p:spPr>
          <a:xfrm>
            <a:off x="4329687" y="4005064"/>
            <a:ext cx="4901902" cy="2180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“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මග පෙන්වම් මග පෙන්වම්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පෙන්වම් මා ඇසින්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ජිවනේට සදාතන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පෙන්වම් මා ඇසින්</a:t>
            </a:r>
            <a: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Box 1"/>
          <p:cNvSpPr txBox="1"/>
          <p:nvPr/>
        </p:nvSpPr>
        <p:spPr>
          <a:xfrm>
            <a:off x="1161335" y="764705"/>
            <a:ext cx="566920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මරණ සෙවණ මැදින්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අන්තිම පැයේ තොසින්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හඩ අසන් බැතින්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“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මග පෙන්වම් මා ඇසින්</a:t>
            </a:r>
            <a:r>
              <a:t>”  </a:t>
            </a:r>
          </a:p>
        </p:txBody>
      </p:sp>
      <p:sp>
        <p:nvSpPr>
          <p:cNvPr id="5124" name="TextBox 3"/>
          <p:cNvSpPr txBox="1"/>
          <p:nvPr/>
        </p:nvSpPr>
        <p:spPr>
          <a:xfrm>
            <a:off x="4199283" y="3789040"/>
            <a:ext cx="4901902" cy="2180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“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මග පෙන්වම් මග පෙන්වම්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පෙන්වම් මා ඇසින්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ජිවනේට සදාතන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පෙන්වම් මා ඇසින්</a:t>
            </a:r>
            <a: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TextBox 1"/>
          <p:cNvSpPr txBox="1"/>
          <p:nvPr/>
        </p:nvSpPr>
        <p:spPr>
          <a:xfrm>
            <a:off x="369247" y="188641"/>
            <a:ext cx="1708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339</a:t>
            </a:r>
          </a:p>
        </p:txBody>
      </p:sp>
      <p:sp>
        <p:nvSpPr>
          <p:cNvPr id="5127" name="TextBox 2"/>
          <p:cNvSpPr txBox="1"/>
          <p:nvPr/>
        </p:nvSpPr>
        <p:spPr>
          <a:xfrm>
            <a:off x="1089327" y="908721"/>
            <a:ext cx="5669202" cy="4815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කිතු හිමි පැත්තෙන්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කවුරු වෙත් ද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මෙහෙයට රජුන්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කවුරු එත් ද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වෙන් වී ලෝකයාගෙන්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හිමිගේ නමින්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රණ බිම වෙත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කවුරු  එත් ද </a:t>
            </a:r>
          </a:p>
        </p:txBody>
      </p:sp>
      <p:sp>
        <p:nvSpPr>
          <p:cNvPr id="5128" name="TextBox 3"/>
          <p:cNvSpPr txBox="1"/>
          <p:nvPr/>
        </p:nvSpPr>
        <p:spPr>
          <a:xfrm>
            <a:off x="3681615" y="5301207"/>
            <a:ext cx="5885226" cy="991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ගේ අණින් දැන්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කරුණා බෙලෙන්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ගේ ම පැත්තෙන්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සිටිමු නිතින්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" name="TextBox 1"/>
          <p:cNvSpPr txBox="1"/>
          <p:nvPr/>
        </p:nvSpPr>
        <p:spPr>
          <a:xfrm>
            <a:off x="1161335" y="692698"/>
            <a:ext cx="4445066" cy="4815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රන් රිදී නොම වේ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ලෙය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අපගේ මිදීමේ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මිලය විය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පැමිණෙන්නන් වෙත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වගුරයි සෙත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කරන්නට සිත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 කැමැත්ත </a:t>
            </a:r>
          </a:p>
        </p:txBody>
      </p:sp>
      <p:sp>
        <p:nvSpPr>
          <p:cNvPr id="5131" name="TextBox 5"/>
          <p:cNvSpPr txBox="1"/>
          <p:nvPr/>
        </p:nvSpPr>
        <p:spPr>
          <a:xfrm>
            <a:off x="3681615" y="5296725"/>
            <a:ext cx="4901901" cy="87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ඔබ ගේ අණින් දැන් </a:t>
            </a:r>
            <a:r>
              <a:t>- 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කරුණා බෙලෙන්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ඔබ ගේ ම පැත්තෙන් </a:t>
            </a:r>
            <a:r>
              <a:t>- 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සිටිමු නිතින්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3" name="TextBox 1"/>
          <p:cNvSpPr txBox="1"/>
          <p:nvPr/>
        </p:nvSpPr>
        <p:spPr>
          <a:xfrm>
            <a:off x="1089327" y="620690"/>
            <a:ext cx="4877114" cy="4815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සේවයේ යෙදෙමින්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කැදැවූ ලෙස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සිටිමු සැදැහෙන්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පසු නො බැස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රජු ගේ අණට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මැළි නො වමු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මුළු සිත දීමෙන්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මෙහෙ කරමු  </a:t>
            </a:r>
          </a:p>
        </p:txBody>
      </p:sp>
      <p:sp>
        <p:nvSpPr>
          <p:cNvPr id="5134" name="TextBox 3"/>
          <p:cNvSpPr txBox="1"/>
          <p:nvPr/>
        </p:nvSpPr>
        <p:spPr>
          <a:xfrm>
            <a:off x="3561209" y="5013176"/>
            <a:ext cx="4901902" cy="87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ඔබ ගේ අණින් දැන් </a:t>
            </a:r>
            <a:r>
              <a:t>- 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කරුණා බෙලෙන්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ඔබ ගේ ම පැත්තෙන් </a:t>
            </a:r>
            <a:r>
              <a:t>- 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සිටිමු නිතින්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6" name="TextBox 1"/>
          <p:cNvSpPr txBox="1"/>
          <p:nvPr/>
        </p:nvSpPr>
        <p:spPr>
          <a:xfrm>
            <a:off x="274319" y="215902"/>
            <a:ext cx="13309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3</a:t>
            </a:r>
            <a:r>
              <a:t>40</a:t>
            </a:r>
          </a:p>
        </p:txBody>
      </p:sp>
      <p:sp>
        <p:nvSpPr>
          <p:cNvPr id="5137" name="TextBox 2"/>
          <p:cNvSpPr txBox="1"/>
          <p:nvPr/>
        </p:nvSpPr>
        <p:spPr>
          <a:xfrm>
            <a:off x="515619" y="1054102"/>
            <a:ext cx="4480562" cy="3322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නිතින් ඔබ ඕනෑ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පෙම් යුත්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හඩින් මිස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සතුටක් නැත්</a:t>
            </a:r>
          </a:p>
        </p:txBody>
      </p:sp>
      <p:sp>
        <p:nvSpPr>
          <p:cNvPr id="5138" name="TextBox 3"/>
          <p:cNvSpPr txBox="1"/>
          <p:nvPr/>
        </p:nvSpPr>
        <p:spPr>
          <a:xfrm>
            <a:off x="1836419" y="4546602"/>
            <a:ext cx="69697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නිතින් ඔබ ඕනෑ ය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ඕනෑ ම යි සැබවින්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වෙතට එමි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ආසිරි දෙන්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" name="TextBox 1"/>
          <p:cNvSpPr txBox="1"/>
          <p:nvPr/>
        </p:nvSpPr>
        <p:spPr>
          <a:xfrm>
            <a:off x="515619" y="1054102"/>
            <a:ext cx="4480562" cy="3322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නිතින් ඔබ ඕනෑ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ළග ම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පරික්ෂා එවිට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නැසෙයි සැම</a:t>
            </a:r>
          </a:p>
        </p:txBody>
      </p:sp>
      <p:sp>
        <p:nvSpPr>
          <p:cNvPr id="5141" name="TextBox 2"/>
          <p:cNvSpPr txBox="1"/>
          <p:nvPr/>
        </p:nvSpPr>
        <p:spPr>
          <a:xfrm>
            <a:off x="1836419" y="4546602"/>
            <a:ext cx="69697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නිතින් ඔබ ඕනෑ ය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ඕනෑ ම යි සැබවින්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වෙතට එමි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ආසිරි දෙන්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3" name="TextBox 1"/>
          <p:cNvSpPr txBox="1"/>
          <p:nvPr/>
        </p:nvSpPr>
        <p:spPr>
          <a:xfrm>
            <a:off x="515619" y="1054102"/>
            <a:ext cx="4480562" cy="3322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නිතින් ඔබ ඕනෑ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දුකෙත් සැපෙත්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නැත් නම් මට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සැපතක් නැත් </a:t>
            </a:r>
          </a:p>
        </p:txBody>
      </p:sp>
      <p:sp>
        <p:nvSpPr>
          <p:cNvPr id="5144" name="TextBox 2"/>
          <p:cNvSpPr txBox="1"/>
          <p:nvPr/>
        </p:nvSpPr>
        <p:spPr>
          <a:xfrm>
            <a:off x="1836419" y="4546602"/>
            <a:ext cx="69697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නිතින් ඔබ ඕනෑ ය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ඕනෑ ම යි සැබවින්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වෙතට එමි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ආසිරි දෙන්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6" name="TextBox 1"/>
          <p:cNvSpPr txBox="1"/>
          <p:nvPr/>
        </p:nvSpPr>
        <p:spPr>
          <a:xfrm>
            <a:off x="515619" y="1054102"/>
            <a:ext cx="4480562" cy="3322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නිතින් ඔබ ඕනෑ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උගන්වන් දැන්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කැමැත්ත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කරන මෙන්</a:t>
            </a:r>
          </a:p>
        </p:txBody>
      </p:sp>
      <p:sp>
        <p:nvSpPr>
          <p:cNvPr id="5147" name="TextBox 2"/>
          <p:cNvSpPr txBox="1"/>
          <p:nvPr/>
        </p:nvSpPr>
        <p:spPr>
          <a:xfrm>
            <a:off x="1836419" y="4546602"/>
            <a:ext cx="69697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නිතින් ඔබ ඕනෑ ය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ඕනෑ ම යි සැබවින්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වෙතට එමි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ආසිරි දෙන්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9" name="TextBox 1"/>
          <p:cNvSpPr txBox="1"/>
          <p:nvPr/>
        </p:nvSpPr>
        <p:spPr>
          <a:xfrm>
            <a:off x="515619" y="1054102"/>
            <a:ext cx="4480562" cy="3322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නිතින් ඔබ ඕනෑ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පුතුනි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ඔබගේ කරන්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 හිමි</a:t>
            </a:r>
          </a:p>
        </p:txBody>
      </p:sp>
      <p:sp>
        <p:nvSpPr>
          <p:cNvPr id="5150" name="TextBox 2"/>
          <p:cNvSpPr txBox="1"/>
          <p:nvPr/>
        </p:nvSpPr>
        <p:spPr>
          <a:xfrm>
            <a:off x="1836419" y="4546602"/>
            <a:ext cx="69697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නිතින් ඔබ ඕනෑ ය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ඕනෑ ම යි සැබවින්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වෙතට එමි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ආසිරි දෙන්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2" name="TextBox 1"/>
          <p:cNvSpPr txBox="1"/>
          <p:nvPr/>
        </p:nvSpPr>
        <p:spPr>
          <a:xfrm>
            <a:off x="515619" y="1054102"/>
            <a:ext cx="4480562" cy="3322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නිතින් ඔබ ඕනෑ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පෙම් යුත්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හඩින් මිස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සතුටක් නැත්</a:t>
            </a:r>
          </a:p>
        </p:txBody>
      </p:sp>
      <p:sp>
        <p:nvSpPr>
          <p:cNvPr id="5153" name="TextBox 2"/>
          <p:cNvSpPr txBox="1"/>
          <p:nvPr/>
        </p:nvSpPr>
        <p:spPr>
          <a:xfrm>
            <a:off x="1836419" y="4546602"/>
            <a:ext cx="6969762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නිතින් ඔබ ඕනෑ ය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ඕනෑ ම යි සැබවින්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වෙතට එමි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ආසිරි දෙන්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5" name="TextBox 1"/>
          <p:cNvSpPr txBox="1"/>
          <p:nvPr/>
        </p:nvSpPr>
        <p:spPr>
          <a:xfrm>
            <a:off x="369247" y="260647"/>
            <a:ext cx="1708762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341</a:t>
            </a:r>
          </a:p>
        </p:txBody>
      </p:sp>
      <p:sp>
        <p:nvSpPr>
          <p:cNvPr id="5156" name="TextBox 2"/>
          <p:cNvSpPr txBox="1"/>
          <p:nvPr/>
        </p:nvSpPr>
        <p:spPr>
          <a:xfrm>
            <a:off x="1377359" y="1659284"/>
            <a:ext cx="6101250" cy="466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යෙසුස්නි නියමු 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දිව් සයුර මාරුතෙන්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පෙර නොදත් රළින්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සැගැවුණු ගල් කුළින්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මං ලකුණු වෙයි ඔබෙන්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මා නියමු වන්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8" name="TextBox 2"/>
          <p:cNvSpPr txBox="1"/>
          <p:nvPr/>
        </p:nvSpPr>
        <p:spPr>
          <a:xfrm>
            <a:off x="1449367" y="1443840"/>
            <a:ext cx="4901902" cy="466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මවක් දරු නැළෙව් මෙන්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සිදු නිදයි දෙව් අණින්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යටත් වෙයි සැඩ සුළං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නිසල් වී ඔබ හඩින්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සිදු රජ ඔබ 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මා නියමු වන්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" name="TextBox 2"/>
          <p:cNvSpPr txBox="1"/>
          <p:nvPr/>
        </p:nvSpPr>
        <p:spPr>
          <a:xfrm>
            <a:off x="1377359" y="1052735"/>
            <a:ext cx="4901902" cy="46056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අන්තිමේ මූදු තෙර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ලං වෙත් මැ රළ සැර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වලක්වන වර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ළයේ වැතිර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අසම් ඔබ බස් තිර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බිය නියමු වෙම්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2" name="TextBox 3"/>
          <p:cNvSpPr txBox="1"/>
          <p:nvPr/>
        </p:nvSpPr>
        <p:spPr>
          <a:xfrm>
            <a:off x="1036319" y="1025770"/>
            <a:ext cx="7376162" cy="62566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යව් රැගෙන ජේසුස් නම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විපත් ඇති දනන්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සෙත් සැපත් සදයි ඒ නම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යන් යනෙන තැන්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අනගි</a:t>
            </a:r>
            <a:r>
              <a:t>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මිහිරි</a:t>
            </a:r>
            <a:r>
              <a:t>...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විශ්වයේ උසස්තම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අනගි</a:t>
            </a:r>
            <a:r>
              <a:t>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මිහිරි</a:t>
            </a:r>
            <a:r>
              <a:t>...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සමිදු නම</a:t>
            </a:r>
          </a:p>
        </p:txBody>
      </p:sp>
      <p:sp>
        <p:nvSpPr>
          <p:cNvPr id="5163" name="TextBox 4"/>
          <p:cNvSpPr txBox="1"/>
          <p:nvPr/>
        </p:nvSpPr>
        <p:spPr>
          <a:xfrm>
            <a:off x="350519" y="304802"/>
            <a:ext cx="1127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342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5" name="TextBox 1"/>
          <p:cNvSpPr txBox="1"/>
          <p:nvPr/>
        </p:nvSpPr>
        <p:spPr>
          <a:xfrm>
            <a:off x="960119" y="685799"/>
            <a:ext cx="7909562" cy="5989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ජේසුස්ගේ නම නීතියෙන්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මුදයි මා රැවටිල්ලෙන්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පරික්සා නැගෙත් ම වටින්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නම සිහි කරන්</a:t>
            </a:r>
          </a:p>
          <a:p>
            <a:pPr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අනගි</a:t>
            </a:r>
            <a:r>
              <a:t>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මිහිරි</a:t>
            </a:r>
            <a:r>
              <a:t>...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විශ්වයේ උසස්තම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අනගි</a:t>
            </a:r>
            <a:r>
              <a:t>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මිහිරි</a:t>
            </a:r>
            <a:r>
              <a:t>...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සමිදු නම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7" name="TextBox 1"/>
          <p:cNvSpPr txBox="1"/>
          <p:nvPr/>
        </p:nvSpPr>
        <p:spPr>
          <a:xfrm>
            <a:off x="1112519" y="609599"/>
            <a:ext cx="7985762" cy="5989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ඕහෝ ජේසුස් යන නමින්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සිත් සොම්නසින් පිබිදෙයි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වැළද ගත් සැණෙන්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මුවින් බැති ගී නැගෙයි</a:t>
            </a:r>
          </a:p>
          <a:p>
            <a:pPr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අනගි</a:t>
            </a:r>
            <a:r>
              <a:t>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මිහිරි</a:t>
            </a:r>
            <a:r>
              <a:t>...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විශ්වයේ උසස්තම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අනගි</a:t>
            </a:r>
            <a:r>
              <a:t>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මිහිරි</a:t>
            </a:r>
            <a:r>
              <a:t>...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සමිදු නම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9" name="TextBox 1"/>
          <p:cNvSpPr txBox="1"/>
          <p:nvPr/>
        </p:nvSpPr>
        <p:spPr>
          <a:xfrm>
            <a:off x="1036319" y="609599"/>
            <a:ext cx="7833362" cy="5989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ජේසුස්ට් නම කරමු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පසග පිහිටමින්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රාජාති රජුන් වනමු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කිරුළු පලදමින්</a:t>
            </a:r>
          </a:p>
          <a:p>
            <a:pPr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අනගි</a:t>
            </a:r>
            <a:r>
              <a:t>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මිහිරි</a:t>
            </a:r>
            <a:r>
              <a:t>...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විශ්වයේ උසස්තම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අනගි</a:t>
            </a:r>
            <a:r>
              <a:t>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මිහිරි</a:t>
            </a:r>
            <a:r>
              <a:t>...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සමිදු නම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" name="TextBox 1"/>
          <p:cNvSpPr txBox="1"/>
          <p:nvPr/>
        </p:nvSpPr>
        <p:spPr>
          <a:xfrm>
            <a:off x="153224" y="116633"/>
            <a:ext cx="1492736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343</a:t>
            </a:r>
          </a:p>
        </p:txBody>
      </p:sp>
      <p:sp>
        <p:nvSpPr>
          <p:cNvPr id="5172" name="TextBox 2"/>
          <p:cNvSpPr txBox="1"/>
          <p:nvPr/>
        </p:nvSpPr>
        <p:spPr>
          <a:xfrm>
            <a:off x="1449367" y="980729"/>
            <a:ext cx="5669202" cy="674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මා ගෙයි කියන්නටත්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කුරුසියේ උතුම්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මහිම පවසන්නටත්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ලජ්ජා නො වෙමි මම්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මගේ දෙව් රජු යි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හදුනම් ඒ නම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ලජ්ජා වන්නට නො හරියි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කිසි සේත් එතුම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4" name="TextBox 2"/>
          <p:cNvSpPr txBox="1"/>
          <p:nvPr/>
        </p:nvSpPr>
        <p:spPr>
          <a:xfrm>
            <a:off x="1521375" y="920620"/>
            <a:ext cx="4901902" cy="463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එතුම දුන් පොරොන්දුව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කදු ලෙසින් තිරයි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බාර දුන් දේ එතුමන්ට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නැති නොවන්නේ මැයි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  <a:p>
            <a:pPr>
              <a:defRPr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  <a:p>
            <a:pPr>
              <a:defRPr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අබිමුව පිත් සිහසුන්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පිළිගන්නේ මෙ මාත්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ජෙරුසලම් පුර අලුත්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ඉඩක් ලැබෙයි මටත් 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6" name="TextBox 1"/>
          <p:cNvSpPr txBox="1"/>
          <p:nvPr/>
        </p:nvSpPr>
        <p:spPr>
          <a:xfrm>
            <a:off x="225231" y="188641"/>
            <a:ext cx="1420730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344</a:t>
            </a:r>
          </a:p>
        </p:txBody>
      </p:sp>
      <p:sp>
        <p:nvSpPr>
          <p:cNvPr id="5177" name="TextBox 2"/>
          <p:cNvSpPr txBox="1"/>
          <p:nvPr/>
        </p:nvSpPr>
        <p:spPr>
          <a:xfrm>
            <a:off x="1233343" y="1268762"/>
            <a:ext cx="5597194" cy="533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පවිටු මෙ මට සහනය වන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දමිටු හිමි සදේ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ඔබය සරණ සුරැකෙන තැන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සාමය නිබදේ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අයැද පව් කමා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එමි ම හිස නමා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 සැපත පතන ම</a:t>
            </a:r>
            <a:r>
              <a:t>’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හද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තලිය ඔබට පා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9" name="TextBox 2"/>
          <p:cNvSpPr txBox="1"/>
          <p:nvPr/>
        </p:nvSpPr>
        <p:spPr>
          <a:xfrm>
            <a:off x="1233343" y="1196754"/>
            <a:ext cx="4901902" cy="3647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ගෝල පිරිස සමග වැලැදු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සමිදුනේ එදා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වඩිනු මැනැවි හද මුලසුල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පුදමි මම මෙදා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ඔබ ගෙ සුරතිනේ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අහර මෙ ලෙසිනේ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සහද සැහැදියන් සමගින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3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ලබම් තුතියෙනේ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" name="TextBox 1"/>
          <p:cNvSpPr txBox="1"/>
          <p:nvPr/>
        </p:nvSpPr>
        <p:spPr>
          <a:xfrm>
            <a:off x="1089328" y="908721"/>
            <a:ext cx="6245264" cy="533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උයනෙ යැදුම බැදුම තැලුම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විදුම වේදනා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සිරස දෙ අත දෙ පය ඇළය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ලෙයින සේදුණා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සමරමි මෙ ලෙසේ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මළ හිමි කුරුසේ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පවින මිදුම දෙන සමිදුගෙ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දිලෙන වත දිසේ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3" name="TextBox 2"/>
          <p:cNvSpPr txBox="1"/>
          <p:nvPr/>
        </p:nvSpPr>
        <p:spPr>
          <a:xfrm>
            <a:off x="1089327" y="980730"/>
            <a:ext cx="4901902" cy="4815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පවින දුබල සරණ නොමැති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මට පෙම් බලේ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ලැබේ කුළුණු පාන දයා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ගුනැති හිමි තුළේ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රොටිද මිදී රසේ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ලෙව්හි දි මෙ සේ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විදිත රකිම් කිතු හිමි දද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බැතින තිර ලෙසේ  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5" name="TextBox 1"/>
          <p:cNvSpPr txBox="1"/>
          <p:nvPr/>
        </p:nvSpPr>
        <p:spPr>
          <a:xfrm>
            <a:off x="655319" y="1295399"/>
            <a:ext cx="7757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හිමියෙනි අපේ අපි එමුව ඔබ වෙතේ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නිසල් හඩ අසන්ට රිසි වෙමු බැතිනේ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යොමු වූ සවන් අපට දෙන්න අසනටා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යටත් සිතක් දෙන්න ඔබ ම අනුව එන්නටා</a:t>
            </a:r>
          </a:p>
        </p:txBody>
      </p:sp>
      <p:sp>
        <p:nvSpPr>
          <p:cNvPr id="5186" name="TextBox 2"/>
          <p:cNvSpPr txBox="1"/>
          <p:nvPr/>
        </p:nvSpPr>
        <p:spPr>
          <a:xfrm>
            <a:off x="350519" y="304802"/>
            <a:ext cx="1127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345</a:t>
            </a:r>
          </a:p>
        </p:txBody>
      </p:sp>
      <p:sp>
        <p:nvSpPr>
          <p:cNvPr id="5187" name="TextBox 3"/>
          <p:cNvSpPr txBox="1"/>
          <p:nvPr/>
        </p:nvSpPr>
        <p:spPr>
          <a:xfrm>
            <a:off x="1645919" y="4348609"/>
            <a:ext cx="58521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සමිදුනේ දෙවිදුනේ සවිය දී අප වෙතේ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දිරිය දෙන්න යුහුව එන මෙනේ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9" name="TextBox 1"/>
          <p:cNvSpPr txBox="1"/>
          <p:nvPr/>
        </p:nvSpPr>
        <p:spPr>
          <a:xfrm>
            <a:off x="655319" y="1295399"/>
            <a:ext cx="7757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හිමියෙනි අපේ අපි එමුව ඔබ වෙතේ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නිසල හඩ අසන්ට රිසි වෙමු බැතිනේ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සුද්ද හඩ සවනත වැටුණු කල අපේ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දිරිය දෙන්න සිත නමන්න කීකරු සිතිනේ</a:t>
            </a:r>
          </a:p>
        </p:txBody>
      </p:sp>
      <p:sp>
        <p:nvSpPr>
          <p:cNvPr id="5190" name="TextBox 2"/>
          <p:cNvSpPr txBox="1"/>
          <p:nvPr/>
        </p:nvSpPr>
        <p:spPr>
          <a:xfrm>
            <a:off x="1645919" y="4348609"/>
            <a:ext cx="62331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හිමියෙනි අපේ සවන් දී හිදිමු සතුටිනේ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කතා කරන් අපට කුළුණිනේ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2" name="TextBox 1"/>
          <p:cNvSpPr txBox="1"/>
          <p:nvPr/>
        </p:nvSpPr>
        <p:spPr>
          <a:xfrm>
            <a:off x="225231" y="44625"/>
            <a:ext cx="1420730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346</a:t>
            </a:r>
          </a:p>
        </p:txBody>
      </p:sp>
      <p:sp>
        <p:nvSpPr>
          <p:cNvPr id="5193" name="TextBox 2"/>
          <p:cNvSpPr txBox="1"/>
          <p:nvPr/>
        </p:nvSpPr>
        <p:spPr>
          <a:xfrm>
            <a:off x="836791" y="641574"/>
            <a:ext cx="8261490" cy="580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දිව් සයුර රළ පතර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වටින් එන අතර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 කෙරෙන සැඩ සුළග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හැඩ නගා හමන වර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සිහි කරන් පෙර දවස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 දෙවිදු ඔබ සුරැකි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 සයුර කර නිසල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සිතට දුන් සුවය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5194" name="TextBox 3"/>
          <p:cNvSpPr txBox="1"/>
          <p:nvPr/>
        </p:nvSpPr>
        <p:spPr>
          <a:xfrm>
            <a:off x="5019352" y="4509120"/>
            <a:ext cx="4373057" cy="2180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ගැන බලන් ගැන බලන්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ලත් අසිරි එක එකක්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සිතට එය පුදුම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දෙ මැ යි තුති කරන්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6" name="TextBox 1"/>
          <p:cNvSpPr txBox="1"/>
          <p:nvPr/>
        </p:nvSpPr>
        <p:spPr>
          <a:xfrm>
            <a:off x="801295" y="332658"/>
            <a:ext cx="5093138" cy="4815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කම්කටොලු ඔබ සිතට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 නිතොර දෙන විටෙක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කුරුසි බර දැනෙන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 දරනු බැරි විලස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සිහි කරන කිතු සමිදු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කුරුසෙ ගිය ගමන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සිතින් ගන අදුර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යයි පහ ව සැක නොමැත   </a:t>
            </a:r>
          </a:p>
        </p:txBody>
      </p:sp>
      <p:sp>
        <p:nvSpPr>
          <p:cNvPr id="5197" name="TextBox 3"/>
          <p:cNvSpPr txBox="1"/>
          <p:nvPr/>
        </p:nvSpPr>
        <p:spPr>
          <a:xfrm>
            <a:off x="4977759" y="4509120"/>
            <a:ext cx="4901902" cy="166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ගැන බලන් ගැන බලන්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ලත් අසිරි එක එකක්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ඔබ සිතට එය පුදුම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ගෙන දෙ මැ යි තුති කරන්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9" name="TextBox 1"/>
          <p:cNvSpPr txBox="1"/>
          <p:nvPr/>
        </p:nvSpPr>
        <p:spPr>
          <a:xfrm>
            <a:off x="873303" y="548682"/>
            <a:ext cx="5741210" cy="533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ඉසි සිතක් ඇති වුවොත්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යස ඉසුරු දැක අනුන්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යේසු කී වදන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සිහි කරන ඒ සැනෙන්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අනුන් හට ඔබට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මෙන් ප්‍රේම කල යුතුය</a:t>
            </a:r>
            <a:r>
              <a:t>.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අණ උගෙන මෙත් වඩන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දිනා ගත යුතුය    </a:t>
            </a:r>
          </a:p>
        </p:txBody>
      </p:sp>
      <p:sp>
        <p:nvSpPr>
          <p:cNvPr id="5200" name="TextBox 3"/>
          <p:cNvSpPr txBox="1"/>
          <p:nvPr/>
        </p:nvSpPr>
        <p:spPr>
          <a:xfrm>
            <a:off x="4905751" y="4365104"/>
            <a:ext cx="4901902" cy="166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ගැන බලන් ගැන බලන්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ලත් අසිරි එක එකක්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ඔබ සිතට එය පුදුම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ගෙන දෙ මැ යි තුති කරන්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2" name="TextBox 1"/>
          <p:cNvSpPr txBox="1"/>
          <p:nvPr/>
        </p:nvSpPr>
        <p:spPr>
          <a:xfrm>
            <a:off x="945312" y="692698"/>
            <a:ext cx="5381168" cy="4815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බිය නො වන් දුක් ගැහැට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කොටස වන අතර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සටන ජය පතා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එඩිතර ව කල යුතු ය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සහය වන දෙවිදු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 බලැත් පිය තුම ය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සදා ඔබ රකියි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දිව් අග දි ජය තිර ය    </a:t>
            </a:r>
          </a:p>
        </p:txBody>
      </p:sp>
      <p:sp>
        <p:nvSpPr>
          <p:cNvPr id="5203" name="TextBox 3"/>
          <p:cNvSpPr txBox="1"/>
          <p:nvPr/>
        </p:nvSpPr>
        <p:spPr>
          <a:xfrm>
            <a:off x="4833743" y="4509120"/>
            <a:ext cx="4901902" cy="166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ගැන බලන් ගැන බලන්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ලත් අසිරි එක එකක්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ඔබ සිතට එය පුදුම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ගෙන දෙ මැ යි තුති කරන්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5" name="TextBox 1"/>
          <p:cNvSpPr txBox="1"/>
          <p:nvPr/>
        </p:nvSpPr>
        <p:spPr>
          <a:xfrm>
            <a:off x="297239" y="116634"/>
            <a:ext cx="1564745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347</a:t>
            </a:r>
          </a:p>
        </p:txBody>
      </p:sp>
      <p:sp>
        <p:nvSpPr>
          <p:cNvPr id="5206" name="TextBox 2"/>
          <p:cNvSpPr txBox="1"/>
          <p:nvPr/>
        </p:nvSpPr>
        <p:spPr>
          <a:xfrm>
            <a:off x="1125331" y="762964"/>
            <a:ext cx="6029242" cy="421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කිතු සමිදාණෙනි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පෙම්බර සමිදුනි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ඇත බව නිති</a:t>
            </a:r>
            <a:r>
              <a:t>-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යෙන් රකිනා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ඉහල නගී එන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දිගතින් සැඩ තල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 ගොඩ තලා ගෙන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ගග දිය එන විට </a:t>
            </a:r>
          </a:p>
        </p:txBody>
      </p:sp>
      <p:sp>
        <p:nvSpPr>
          <p:cNvPr id="5207" name="TextBox 4"/>
          <p:cNvSpPr txBox="1"/>
          <p:nvPr/>
        </p:nvSpPr>
        <p:spPr>
          <a:xfrm>
            <a:off x="5337799" y="3501009"/>
            <a:ext cx="4901902" cy="283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සගවනු සගවනු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සගවනු මැන මා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තුරුලෙහි උණුසුම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ලබන සෙ ඔබගේ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දිවියෙහි සැඩ තල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පහ වී අගැ දී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සග ලොවැ වෙතැ ගෙනැ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යන තෙක් ඔබ මා   </a:t>
            </a:r>
          </a:p>
        </p:txBody>
      </p:sp>
      <p:sp>
        <p:nvSpPr>
          <p:cNvPr id="5208" name="TextBox 5"/>
          <p:cNvSpPr txBox="1"/>
          <p:nvPr/>
        </p:nvSpPr>
        <p:spPr>
          <a:xfrm>
            <a:off x="777813" y="784758"/>
            <a:ext cx="232597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0" name="TextBox 2"/>
          <p:cNvSpPr txBox="1"/>
          <p:nvPr/>
        </p:nvSpPr>
        <p:spPr>
          <a:xfrm>
            <a:off x="873303" y="367808"/>
            <a:ext cx="4901902" cy="38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කිසි සරණක් නැති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නිවතෙක් වෙමි මම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මත එල්ලමි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අසරණ අත් බව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තනි කොට නො දමනු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මැන මා හිමියෙනි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සනසනු මැන ඔබ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ගේ දෙවි පිහිටෙනි  </a:t>
            </a:r>
          </a:p>
        </p:txBody>
      </p:sp>
      <p:sp>
        <p:nvSpPr>
          <p:cNvPr id="5211" name="TextBox 3"/>
          <p:cNvSpPr txBox="1"/>
          <p:nvPr/>
        </p:nvSpPr>
        <p:spPr>
          <a:xfrm>
            <a:off x="5409808" y="3320096"/>
            <a:ext cx="4013017" cy="3810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හැම පැතුමන්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වෙත එසැවේ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මට ඇති හැම පිහි</a:t>
            </a:r>
            <a:r>
              <a:t>-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ට ම ඔබ ගෙන් වේ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සෙවනින් පියපත්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වසමින් ඔබගේ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රැකුමක් නැති හිස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රැකැ දෙන් මාගේ  </a:t>
            </a:r>
          </a:p>
        </p:txBody>
      </p:sp>
      <p:sp>
        <p:nvSpPr>
          <p:cNvPr id="5212" name="TextBox 4"/>
          <p:cNvSpPr txBox="1"/>
          <p:nvPr/>
        </p:nvSpPr>
        <p:spPr>
          <a:xfrm>
            <a:off x="441256" y="476672"/>
            <a:ext cx="412617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4" name="TextBox 1"/>
          <p:cNvSpPr txBox="1"/>
          <p:nvPr/>
        </p:nvSpPr>
        <p:spPr>
          <a:xfrm>
            <a:off x="945311" y="548681"/>
            <a:ext cx="3869002" cy="421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කිතු සමිදේ ඔබ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මැ යි මට ඕනැ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තුල ඇත මට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සම්පත මොනවට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වැටුනන් හා සිහි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නැතියන් ඔසොවා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ලෙඩවුන් සුවකොටැ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අදවුන් පහදන්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</a:t>
            </a:r>
          </a:p>
        </p:txBody>
      </p:sp>
      <p:sp>
        <p:nvSpPr>
          <p:cNvPr id="5215" name="TextBox 2"/>
          <p:cNvSpPr txBox="1"/>
          <p:nvPr/>
        </p:nvSpPr>
        <p:spPr>
          <a:xfrm>
            <a:off x="5409808" y="3212977"/>
            <a:ext cx="3436953" cy="38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නාමය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සුදුසු යි දමිටු යි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අදමිටු වෙම් මම්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හැමතින් නොමදින්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බොරුවෙන් හා නෙක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පාපෙන් පිරුනෙමි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පිරිලයි මෙත්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කරුණා දහරින්  </a:t>
            </a:r>
          </a:p>
        </p:txBody>
      </p:sp>
      <p:sp>
        <p:nvSpPr>
          <p:cNvPr id="5216" name="TextBox 3"/>
          <p:cNvSpPr txBox="1"/>
          <p:nvPr/>
        </p:nvSpPr>
        <p:spPr>
          <a:xfrm>
            <a:off x="469239" y="620687"/>
            <a:ext cx="556633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8" name="TextBox 1"/>
          <p:cNvSpPr txBox="1"/>
          <p:nvPr/>
        </p:nvSpPr>
        <p:spPr>
          <a:xfrm>
            <a:off x="1043015" y="593300"/>
            <a:ext cx="4157034" cy="38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හැම පව්කම්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දුරු කැරැලීමට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මෙත් කරුණා පෙම්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වෙත ඇත මට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සුව දෙන දිය දහ</a:t>
            </a:r>
            <a:r>
              <a:t>-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රක වගුරවමින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පිරිසුදු කොට මා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රැකදෙනු නිතියෙන  </a:t>
            </a:r>
          </a:p>
        </p:txBody>
      </p:sp>
      <p:sp>
        <p:nvSpPr>
          <p:cNvPr id="5219" name="TextBox 2"/>
          <p:cNvSpPr txBox="1"/>
          <p:nvPr/>
        </p:nvSpPr>
        <p:spPr>
          <a:xfrm>
            <a:off x="5265792" y="3068962"/>
            <a:ext cx="3436953" cy="3810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වෙති හිමියෙනි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ජිවන උල්පත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විවරයි ඔබ ට ම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හදවත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එහි වැඩ වසනා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මෙන් මතු සදහට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අයැදිමි නම කැරැ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පෙම්බර ඔබ හට </a:t>
            </a:r>
          </a:p>
        </p:txBody>
      </p:sp>
      <p:sp>
        <p:nvSpPr>
          <p:cNvPr id="5220" name="TextBox 3"/>
          <p:cNvSpPr txBox="1"/>
          <p:nvPr/>
        </p:nvSpPr>
        <p:spPr>
          <a:xfrm>
            <a:off x="609480" y="619316"/>
            <a:ext cx="628641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" name="TextBox 1"/>
          <p:cNvSpPr txBox="1"/>
          <p:nvPr/>
        </p:nvSpPr>
        <p:spPr>
          <a:xfrm>
            <a:off x="420676" y="332657"/>
            <a:ext cx="134872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348</a:t>
            </a:r>
          </a:p>
        </p:txBody>
      </p:sp>
      <p:sp>
        <p:nvSpPr>
          <p:cNvPr id="5223" name="TextBox 2"/>
          <p:cNvSpPr txBox="1"/>
          <p:nvPr/>
        </p:nvSpPr>
        <p:spPr>
          <a:xfrm>
            <a:off x="2025431" y="1052738"/>
            <a:ext cx="4805105" cy="5412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තුම අප සරණ යි සවිය යි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දුකෙහි එක ම පිහිට යි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පොලෝ ගිලා බැස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මුහුදු ගොඩට වැද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ගිරි හෙල් කදු වන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ගමන් ගත ද සැම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නොම බිය වෙමි කිසි දා </a:t>
            </a:r>
            <a:r>
              <a:t>-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 සද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ළගැ යි මෙ මා සැම දා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5" name="TextBox 1"/>
          <p:cNvSpPr txBox="1"/>
          <p:nvPr/>
        </p:nvSpPr>
        <p:spPr>
          <a:xfrm>
            <a:off x="1953423" y="980729"/>
            <a:ext cx="6461289" cy="5412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තුම අප සරණ යි සවිය යි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දුකෙහි එකම පිහිට යි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සාගර ජාල කද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කැලැබී ගගුල ද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මහා රළ කද වැද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ගිරි කුළු සැලුණ ද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නොම බිය වෙමි කිසි දා</a:t>
            </a:r>
            <a:r>
              <a:t>-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 සද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ළගැ යි මෙ මා සැම දා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7" name="TextBox 1"/>
          <p:cNvSpPr txBox="1"/>
          <p:nvPr/>
        </p:nvSpPr>
        <p:spPr>
          <a:xfrm>
            <a:off x="297239" y="404665"/>
            <a:ext cx="1420730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349</a:t>
            </a:r>
          </a:p>
        </p:txBody>
      </p:sp>
      <p:sp>
        <p:nvSpPr>
          <p:cNvPr id="5228" name="TextBox 2"/>
          <p:cNvSpPr txBox="1"/>
          <p:nvPr/>
        </p:nvSpPr>
        <p:spPr>
          <a:xfrm>
            <a:off x="997467" y="800126"/>
            <a:ext cx="5309160" cy="1980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පවින් මුදා මා හදවත සනසා </a:t>
            </a:r>
          </a:p>
          <a:p>
            <a:pPr>
              <a:defRPr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මිහිරි සුවද දැල් වු </a:t>
            </a:r>
          </a:p>
          <a:p>
            <a:pPr>
              <a:defRPr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උතුම් යේසු සුරිදුනි ඔබ සිරි පා </a:t>
            </a:r>
          </a:p>
          <a:p>
            <a:pPr>
              <a:defRPr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බැති අදරින් වදිමු </a:t>
            </a:r>
          </a:p>
        </p:txBody>
      </p:sp>
      <p:sp>
        <p:nvSpPr>
          <p:cNvPr id="5229" name="TextBox 3"/>
          <p:cNvSpPr txBox="1"/>
          <p:nvPr/>
        </p:nvSpPr>
        <p:spPr>
          <a:xfrm>
            <a:off x="5121776" y="2492897"/>
            <a:ext cx="5309160" cy="5072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ශාන්ත ගුණ ගිහිනී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 කුමරිදුනි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දිව්‍ය පුත් ම හිමි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සවම්‍ය සිල්වතුනි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නම සිතු පමණි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මා හද පොබයන්නි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සකල සතන් හට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සුව සෙත සලසන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සසොබන සුරනිදුනි </a:t>
            </a:r>
          </a:p>
        </p:txBody>
      </p:sp>
      <p:sp>
        <p:nvSpPr>
          <p:cNvPr id="5230" name="TextBox 4"/>
          <p:cNvSpPr txBox="1"/>
          <p:nvPr/>
        </p:nvSpPr>
        <p:spPr>
          <a:xfrm>
            <a:off x="4788775" y="2564903"/>
            <a:ext cx="556633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" name="TextBox 2"/>
          <p:cNvSpPr txBox="1"/>
          <p:nvPr/>
        </p:nvSpPr>
        <p:spPr>
          <a:xfrm>
            <a:off x="729287" y="548681"/>
            <a:ext cx="4901902" cy="156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පවින් මුදා මා හදවත සනසා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මිහිරි සුවද දැල් වු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උතුම් යේසු සුරිදුනි ඔබ සිරි පා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බැති අදරින් වදිමු </a:t>
            </a:r>
          </a:p>
        </p:txBody>
      </p:sp>
      <p:sp>
        <p:nvSpPr>
          <p:cNvPr id="5233" name="TextBox 3"/>
          <p:cNvSpPr txBox="1"/>
          <p:nvPr/>
        </p:nvSpPr>
        <p:spPr>
          <a:xfrm>
            <a:off x="4905751" y="2348881"/>
            <a:ext cx="4301050" cy="5072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අනුකම්පා සිතිනි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මෙත් ගුණ පතුරමිනි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සත ගලවමිනි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මග සැලසු නිසි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සුර රද තම දිවිනි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ඔබ තුල නිත් වසම්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සකල සතන් හට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සුව සෙත සලසන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සසොබන සුරනිදුනි </a:t>
            </a:r>
          </a:p>
        </p:txBody>
      </p:sp>
      <p:sp>
        <p:nvSpPr>
          <p:cNvPr id="5234" name="TextBox 4"/>
          <p:cNvSpPr txBox="1"/>
          <p:nvPr/>
        </p:nvSpPr>
        <p:spPr>
          <a:xfrm>
            <a:off x="4473703" y="2528734"/>
            <a:ext cx="556633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6" name="TextBox 3"/>
          <p:cNvSpPr txBox="1"/>
          <p:nvPr/>
        </p:nvSpPr>
        <p:spPr>
          <a:xfrm>
            <a:off x="1264919" y="838201"/>
            <a:ext cx="7833362" cy="6352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අතේ සුරැකෙම්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සුරැකෙම් ළයේ 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 සෙවණේ ම හිදිමි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සොම්නසින් සැපෙන් ම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කන් දෙව් හඩ දෙවි දුතුන්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මට ඇසෙන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තේජ්සේ කෙත් මැදින්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මැණික් සයුරෙන </a:t>
            </a:r>
          </a:p>
        </p:txBody>
      </p:sp>
      <p:sp>
        <p:nvSpPr>
          <p:cNvPr id="5237" name="TextBox 4"/>
          <p:cNvSpPr txBox="1"/>
          <p:nvPr/>
        </p:nvSpPr>
        <p:spPr>
          <a:xfrm>
            <a:off x="655319" y="152402"/>
            <a:ext cx="2118362" cy="624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350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9" name="TextBox 1"/>
          <p:cNvSpPr txBox="1"/>
          <p:nvPr/>
        </p:nvSpPr>
        <p:spPr>
          <a:xfrm>
            <a:off x="1950719" y="1828799"/>
            <a:ext cx="5623562" cy="3355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අතේ සුරැකෙම්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සුරැකෙම් ළයේ 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 සෙවණේ ම හිදිමි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සොම්නසින් සැපෙන් මා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1" name="TextBox 2"/>
          <p:cNvSpPr txBox="1"/>
          <p:nvPr/>
        </p:nvSpPr>
        <p:spPr>
          <a:xfrm>
            <a:off x="1036319" y="914399"/>
            <a:ext cx="75285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අතේ සුරැකෙම්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කනස්සලෙන් මිදී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පරික්සාවෙන් සුරැකෙම්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පාපය තරන් වී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හා විපත් සන්සිදි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බිය සැක නැත් වී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සෝක ගිනි නිම වී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කදුළු ද සිදී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3" name="TextBox 1"/>
          <p:cNvSpPr txBox="1"/>
          <p:nvPr/>
        </p:nvSpPr>
        <p:spPr>
          <a:xfrm>
            <a:off x="1950719" y="1828799"/>
            <a:ext cx="5623562" cy="3355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අතේ සුරැකෙම්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සුරැකෙම් ළයේ 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 සෙවණේ ම හිදිමි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සොම්නසින් සැපෙන් මා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5" name="TextBox 1"/>
          <p:cNvSpPr txBox="1"/>
          <p:nvPr/>
        </p:nvSpPr>
        <p:spPr>
          <a:xfrm>
            <a:off x="1264919" y="761999"/>
            <a:ext cx="72237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මගේ පිහිට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නිසා මැරුණ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ගිරි රද පිට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වසම් සැදැහෙන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මම් මෙහි බල සිටීම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රෑ ඉකුත් වෙමින් 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අලුයම මනරම්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පැමිණෙන තෙක් ම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7" name="TextBox 1"/>
          <p:cNvSpPr txBox="1"/>
          <p:nvPr/>
        </p:nvSpPr>
        <p:spPr>
          <a:xfrm>
            <a:off x="1950719" y="1828799"/>
            <a:ext cx="5623562" cy="3355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අතේ සුරැකෙම්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සුරැකෙම් ළයේ 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 සෙවණේ ම හිදිමි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සොම්නසින් සැපෙන් මා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9" name="TextBox 1"/>
          <p:cNvSpPr txBox="1"/>
          <p:nvPr/>
        </p:nvSpPr>
        <p:spPr>
          <a:xfrm>
            <a:off x="441255" y="260649"/>
            <a:ext cx="1132698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351</a:t>
            </a:r>
          </a:p>
        </p:txBody>
      </p:sp>
      <p:sp>
        <p:nvSpPr>
          <p:cNvPr id="5250" name="TextBox 2"/>
          <p:cNvSpPr txBox="1"/>
          <p:nvPr/>
        </p:nvSpPr>
        <p:spPr>
          <a:xfrm>
            <a:off x="1953423" y="366622"/>
            <a:ext cx="5885226" cy="6752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AutoNum type="arabicPeriod" startAt="1"/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ශාන්තිය වේ පව් අදුරැත් ලොවේ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 හිමි ලෙස මා තුල පවසයි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342900" indent="-342900">
              <a:buSzPct val="100000"/>
              <a:buAutoNum type="arabicPeriod" startAt="2"/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ශාන්තිය වේ වෙහෙසෙනවුන්ට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 නිවාඩුව යි දෙවි පනත් රැක්මෙන්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342900" indent="-342900">
              <a:buSzPct val="100000"/>
              <a:buAutoNum type="arabicPeriod" startAt="3"/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ශාන්තිය වේ දුක් පීඩා අතරේ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 යේසුස් තුරුලැත  නිසලය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342900" indent="-342900">
              <a:buSzPct val="100000"/>
              <a:buAutoNum type="arabicPeriod" startAt="4"/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ශාන්තිය වේ පෙමැත්තන් ඈත් වුවත්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 ඔව්හු දෙව් පිය අතැ සුරකෙත්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2" name="TextBox 2"/>
          <p:cNvSpPr txBox="1"/>
          <p:nvPr/>
        </p:nvSpPr>
        <p:spPr>
          <a:xfrm>
            <a:off x="2025431" y="1052737"/>
            <a:ext cx="6389281" cy="487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AutoNum type="arabicPeriod" startAt="5"/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ශාන්තිය වේ නොදත් ඉදිරිය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 රජයයි යේසුස් අපි දනිමු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342900" indent="-342900">
              <a:buSzPct val="100000"/>
              <a:buAutoNum type="arabicPeriod" startAt="6"/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ශාන්තිය වේ මරු සෙවනේ දී ත්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 එහි බල බින්දේ කිතු හිමි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342900" indent="-342900">
              <a:buSzPct val="100000"/>
              <a:buAutoNum type="arabicPeriod" startAt="7"/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ලෝ දුක් පීඩා සැණෙන් නැති වෙයි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 දෙව් ශාන්තියට හිමි කැදවයි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4" name="TextBox 5"/>
          <p:cNvSpPr txBox="1"/>
          <p:nvPr/>
        </p:nvSpPr>
        <p:spPr>
          <a:xfrm>
            <a:off x="426719" y="152401"/>
            <a:ext cx="1584962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352</a:t>
            </a:r>
          </a:p>
        </p:txBody>
      </p:sp>
      <p:sp>
        <p:nvSpPr>
          <p:cNvPr id="5255" name="Content Placeholder 9"/>
          <p:cNvSpPr txBox="1"/>
          <p:nvPr>
            <p:ph type="body" idx="1"/>
          </p:nvPr>
        </p:nvSpPr>
        <p:spPr>
          <a:xfrm>
            <a:off x="457200" y="1374647"/>
            <a:ext cx="8077200" cy="4873754"/>
          </a:xfrm>
          <a:prstGeom prst="rect">
            <a:avLst/>
          </a:prstGeom>
        </p:spPr>
        <p:txBody>
          <a:bodyPr/>
          <a:lstStyle/>
          <a:p>
            <a:pPr>
              <a:buSzTx/>
              <a:buFont typeface="Wingdings 3"/>
              <a:buNone/>
              <a:defRPr sz="5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විසඳන්ට මෙලෝ නැණින්</a:t>
            </a:r>
          </a:p>
          <a:p>
            <a:pPr>
              <a:buSzTx/>
              <a:buFont typeface="Wingdings 3"/>
              <a:buNone/>
              <a:defRPr sz="5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නොහැක් පුදුම දේ </a:t>
            </a:r>
          </a:p>
          <a:p>
            <a:pPr>
              <a:buSzTx/>
              <a:buFont typeface="Wingdings 3"/>
              <a:buNone/>
              <a:defRPr sz="5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කරයි දෙවි තුම තමන් </a:t>
            </a:r>
          </a:p>
          <a:p>
            <a:pPr>
              <a:buSzTx/>
              <a:buFont typeface="Wingdings 3"/>
              <a:buNone/>
              <a:defRPr sz="5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 පා නිබඳේ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7" name="Content Placeholder 9"/>
          <p:cNvSpPr txBox="1"/>
          <p:nvPr>
            <p:ph type="body" idx="1"/>
          </p:nvPr>
        </p:nvSpPr>
        <p:spPr>
          <a:xfrm>
            <a:off x="457200" y="1374647"/>
            <a:ext cx="8077200" cy="4873754"/>
          </a:xfrm>
          <a:prstGeom prst="rect">
            <a:avLst/>
          </a:prstGeom>
        </p:spPr>
        <p:txBody>
          <a:bodyPr/>
          <a:lstStyle/>
          <a:p>
            <a:pPr marL="315468" indent="-315468" defTabSz="420623">
              <a:spcBef>
                <a:spcPts val="900"/>
              </a:spcBef>
              <a:buSzTx/>
              <a:buFont typeface="Wingdings 3"/>
              <a:buNone/>
              <a:defRPr sz="607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අතිගැඹුරෙහි ඇත </a:t>
            </a:r>
          </a:p>
          <a:p>
            <a:pPr marL="315468" indent="-315468" defTabSz="420623">
              <a:spcBef>
                <a:spcPts val="900"/>
              </a:spcBef>
              <a:buSzTx/>
              <a:buFont typeface="Wingdings 3"/>
              <a:buNone/>
              <a:defRPr sz="607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දිව්‍ය අදහස </a:t>
            </a:r>
          </a:p>
          <a:p>
            <a:pPr marL="315468" indent="-315468" defTabSz="420623">
              <a:spcBef>
                <a:spcPts val="900"/>
              </a:spcBef>
              <a:buSzTx/>
              <a:buFont typeface="Wingdings 3"/>
              <a:buNone/>
              <a:defRPr sz="607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සැලසුම නො වරදියි </a:t>
            </a:r>
          </a:p>
          <a:p>
            <a:pPr marL="315468" indent="-315468" defTabSz="420623">
              <a:spcBef>
                <a:spcPts val="900"/>
              </a:spcBef>
              <a:buSzTx/>
              <a:buFont typeface="Wingdings 3"/>
              <a:buNone/>
              <a:defRPr sz="607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සමිඳු රජ වෙයි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9" name="Content Placeholder 9"/>
          <p:cNvSpPr txBox="1"/>
          <p:nvPr>
            <p:ph type="body" idx="1"/>
          </p:nvPr>
        </p:nvSpPr>
        <p:spPr>
          <a:xfrm>
            <a:off x="457200" y="1374647"/>
            <a:ext cx="8077200" cy="4873754"/>
          </a:xfrm>
          <a:prstGeom prst="rect">
            <a:avLst/>
          </a:prstGeom>
        </p:spPr>
        <p:txBody>
          <a:bodyPr/>
          <a:lstStyle/>
          <a:p>
            <a:pPr marL="315468" indent="-315468" defTabSz="420623">
              <a:spcBef>
                <a:spcPts val="900"/>
              </a:spcBef>
              <a:buSzTx/>
              <a:buFont typeface="Wingdings 3"/>
              <a:buNone/>
              <a:defRPr sz="607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දුබල කිතුනුවෙනි </a:t>
            </a:r>
          </a:p>
          <a:p>
            <a:pPr marL="315468" indent="-315468" defTabSz="420623">
              <a:spcBef>
                <a:spcPts val="900"/>
              </a:spcBef>
              <a:buSzTx/>
              <a:buFont typeface="Wingdings 3"/>
              <a:buNone/>
              <a:defRPr sz="607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යුහුව නැගිටිව් </a:t>
            </a:r>
          </a:p>
          <a:p>
            <a:pPr marL="315468" indent="-315468" defTabSz="420623">
              <a:spcBef>
                <a:spcPts val="900"/>
              </a:spcBef>
              <a:buSzTx/>
              <a:buFont typeface="Wingdings 3"/>
              <a:buNone/>
              <a:defRPr sz="607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බිය දෙන ගන වලා </a:t>
            </a:r>
          </a:p>
          <a:p>
            <a:pPr marL="315468" indent="-315468" defTabSz="420623">
              <a:spcBef>
                <a:spcPts val="900"/>
              </a:spcBef>
              <a:buSzTx/>
              <a:buFont typeface="Wingdings 3"/>
              <a:buNone/>
              <a:defRPr sz="607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වගුරයි ආසිරි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1" name="Content Placeholder 9"/>
          <p:cNvSpPr txBox="1"/>
          <p:nvPr>
            <p:ph type="body" idx="1"/>
          </p:nvPr>
        </p:nvSpPr>
        <p:spPr>
          <a:xfrm>
            <a:off x="457200" y="1374647"/>
            <a:ext cx="8077200" cy="4873754"/>
          </a:xfrm>
          <a:prstGeom prst="rect">
            <a:avLst/>
          </a:prstGeom>
        </p:spPr>
        <p:txBody>
          <a:bodyPr/>
          <a:lstStyle/>
          <a:p>
            <a:pPr marL="315468" indent="-315468" defTabSz="420623">
              <a:spcBef>
                <a:spcPts val="900"/>
              </a:spcBef>
              <a:buSzTx/>
              <a:buFont typeface="Wingdings 3"/>
              <a:buNone/>
              <a:defRPr sz="607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දුබල් අප හැඟිම් ලෙස </a:t>
            </a:r>
          </a:p>
          <a:p>
            <a:pPr marL="315468" indent="-315468" defTabSz="420623">
              <a:spcBef>
                <a:spcPts val="900"/>
              </a:spcBef>
              <a:buSzTx/>
              <a:buFont typeface="Wingdings 3"/>
              <a:buNone/>
              <a:defRPr sz="607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උතුම් දෙවි තුමන් </a:t>
            </a:r>
          </a:p>
          <a:p>
            <a:pPr marL="315468" indent="-315468" defTabSz="420623">
              <a:spcBef>
                <a:spcPts val="900"/>
              </a:spcBef>
              <a:buSzTx/>
              <a:buFont typeface="Wingdings 3"/>
              <a:buNone/>
              <a:defRPr sz="607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ගැඹුරැති අදහස </a:t>
            </a:r>
          </a:p>
          <a:p>
            <a:pPr marL="315468" indent="-315468" defTabSz="420623">
              <a:spcBef>
                <a:spcPts val="900"/>
              </a:spcBef>
              <a:buSzTx/>
              <a:buFont typeface="Wingdings 3"/>
              <a:buNone/>
              <a:defRPr sz="607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මනිමු සිතින්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" name="Content Placeholder 9"/>
          <p:cNvSpPr txBox="1"/>
          <p:nvPr>
            <p:ph type="body" idx="1"/>
          </p:nvPr>
        </p:nvSpPr>
        <p:spPr>
          <a:xfrm>
            <a:off x="381000" y="1374647"/>
            <a:ext cx="8458200" cy="4873754"/>
          </a:xfrm>
          <a:prstGeom prst="rect">
            <a:avLst/>
          </a:prstGeom>
        </p:spPr>
        <p:txBody>
          <a:bodyPr/>
          <a:lstStyle/>
          <a:p>
            <a:pPr marL="315468" indent="-315468" defTabSz="420623">
              <a:spcBef>
                <a:spcPts val="900"/>
              </a:spcBef>
              <a:buSzTx/>
              <a:buFont typeface="Wingdings 3"/>
              <a:buNone/>
              <a:defRPr sz="607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පෙනෙතත් හිමි වූවන </a:t>
            </a:r>
          </a:p>
          <a:p>
            <a:pPr marL="315468" indent="-315468" defTabSz="420623">
              <a:spcBef>
                <a:spcPts val="900"/>
              </a:spcBef>
              <a:buSzTx/>
              <a:buFont typeface="Wingdings 3"/>
              <a:buNone/>
              <a:defRPr sz="607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සරොස් වූ අන්දම </a:t>
            </a:r>
          </a:p>
          <a:p>
            <a:pPr marL="315468" indent="-315468" defTabSz="420623">
              <a:spcBef>
                <a:spcPts val="900"/>
              </a:spcBef>
              <a:buSzTx/>
              <a:buFont typeface="Wingdings 3"/>
              <a:buNone/>
              <a:defRPr sz="607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ඇත්තේ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  සඟවා ගෙන </a:t>
            </a:r>
          </a:p>
          <a:p>
            <a:pPr marL="315468" indent="-315468" defTabSz="420623">
              <a:spcBef>
                <a:spcPts val="900"/>
              </a:spcBef>
              <a:buSzTx/>
              <a:buFont typeface="Wingdings 3"/>
              <a:buNone/>
              <a:defRPr sz="607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කරුණා මෙත් බැල්ම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5" name="Content Placeholder 9"/>
          <p:cNvSpPr txBox="1"/>
          <p:nvPr>
            <p:ph type="body" idx="1"/>
          </p:nvPr>
        </p:nvSpPr>
        <p:spPr>
          <a:xfrm>
            <a:off x="457200" y="1374647"/>
            <a:ext cx="8229600" cy="4873754"/>
          </a:xfrm>
          <a:prstGeom prst="rect">
            <a:avLst/>
          </a:prstGeom>
        </p:spPr>
        <p:txBody>
          <a:bodyPr/>
          <a:lstStyle/>
          <a:p>
            <a:pPr marL="315468" indent="-315468" defTabSz="420623">
              <a:spcBef>
                <a:spcPts val="900"/>
              </a:spcBef>
              <a:buSzTx/>
              <a:buFont typeface="Wingdings 3"/>
              <a:buNone/>
              <a:defRPr sz="607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ඇදැහිලි නැතිකමින් </a:t>
            </a:r>
          </a:p>
          <a:p>
            <a:pPr marL="315468" indent="-315468" defTabSz="420623">
              <a:spcBef>
                <a:spcPts val="900"/>
              </a:spcBef>
              <a:buSzTx/>
              <a:buFont typeface="Wingdings 3"/>
              <a:buNone/>
              <a:defRPr sz="607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මුළා වෙතත් සත </a:t>
            </a:r>
          </a:p>
          <a:p>
            <a:pPr marL="315468" indent="-315468" defTabSz="420623">
              <a:spcBef>
                <a:spcPts val="900"/>
              </a:spcBef>
              <a:buSzTx/>
              <a:buFont typeface="Wingdings 3"/>
              <a:buNone/>
              <a:defRPr sz="607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සිදු වේ මැයි හිමි මඟින් </a:t>
            </a:r>
          </a:p>
          <a:p>
            <a:pPr marL="315468" indent="-315468" defTabSz="420623">
              <a:spcBef>
                <a:spcPts val="900"/>
              </a:spcBef>
              <a:buSzTx/>
              <a:buFont typeface="Wingdings 3"/>
              <a:buNone/>
              <a:defRPr sz="607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අපේ යහපත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7" name="TextBox 3"/>
          <p:cNvSpPr txBox="1"/>
          <p:nvPr/>
        </p:nvSpPr>
        <p:spPr>
          <a:xfrm>
            <a:off x="369247" y="260650"/>
            <a:ext cx="1420730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353</a:t>
            </a:r>
          </a:p>
        </p:txBody>
      </p:sp>
      <p:sp>
        <p:nvSpPr>
          <p:cNvPr id="5268" name="TextBox 4"/>
          <p:cNvSpPr txBox="1"/>
          <p:nvPr/>
        </p:nvSpPr>
        <p:spPr>
          <a:xfrm>
            <a:off x="1701395" y="980727"/>
            <a:ext cx="5741210" cy="627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සියල්ල සෝද සේ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නැණින් කෙරෙයි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රෑ දහවල් එක ලෙසේ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දයා ලැබෙයි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දහවල් රස්නයත්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සීත රැයත් ගෙවේ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පැතුම අත්නාරිනු සිත්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ආලෝකය දිස් වේ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0" name="TextBox 4"/>
          <p:cNvSpPr txBox="1"/>
          <p:nvPr/>
        </p:nvSpPr>
        <p:spPr>
          <a:xfrm>
            <a:off x="1665391" y="692695"/>
            <a:ext cx="4901902" cy="5755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රැය දිග වුවත්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පීඩා සමග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සුවයත් හිරුත් ගීතයත්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ඔබැත් නම් මා ලග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සිනා මූනෙන් ඔබ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වත බැබැලෙයි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නොපෙනෙතොත් මූන ඔබ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 මැලවෙයි 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2" name="TextBox 3"/>
          <p:cNvSpPr txBox="1"/>
          <p:nvPr/>
        </p:nvSpPr>
        <p:spPr>
          <a:xfrm>
            <a:off x="1737400" y="1556794"/>
            <a:ext cx="6749321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තොස් කදුලැත් ඇසින්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සගය බලා යම්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විවර වූ මුතු දොරින්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දැකිම් දෙව් පෙම් කැලුම්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4" name="TextBox 3"/>
          <p:cNvSpPr txBox="1"/>
          <p:nvPr/>
        </p:nvSpPr>
        <p:spPr>
          <a:xfrm>
            <a:off x="225231" y="260649"/>
            <a:ext cx="1780770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354</a:t>
            </a:r>
          </a:p>
        </p:txBody>
      </p:sp>
      <p:sp>
        <p:nvSpPr>
          <p:cNvPr id="5275" name="TextBox 4"/>
          <p:cNvSpPr txBox="1"/>
          <p:nvPr/>
        </p:nvSpPr>
        <p:spPr>
          <a:xfrm>
            <a:off x="1305352" y="908721"/>
            <a:ext cx="6749321" cy="674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සිත් ලෙස නො ව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කැමති සේ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හරිනු මැනැවි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මා සොද සේ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පාසු හෝ අසීරු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වුනත් ඔබ මග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 වේ ඉන් සොදුර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නිවාඩුව සග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7" name="TextBox 4"/>
          <p:cNvSpPr txBox="1"/>
          <p:nvPr/>
        </p:nvSpPr>
        <p:spPr>
          <a:xfrm>
            <a:off x="1305351" y="764703"/>
            <a:ext cx="4901902" cy="5755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කැමැත්ත ම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තෝරා නො ගනිමි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කැමැත්ත ඔබේ ම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සිදු කරන් හිමි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සොයන රට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අයත් ය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පෙන්වන පාර ඊට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නැතොත් විනාසය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9" name="TextBox 3"/>
          <p:cNvSpPr txBox="1"/>
          <p:nvPr/>
        </p:nvSpPr>
        <p:spPr>
          <a:xfrm>
            <a:off x="1269348" y="764703"/>
            <a:ext cx="6605305" cy="5755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කුසලාන මගේ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සැපෙන් නොහොත් දුකින්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පුරවන් ඔබගේ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කැමැත්ත විලසින්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තෝරන්ට යාපත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මම් වෙම් අසමත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මැ යි සමත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මට දෙන්න අත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1" name="TextBox 1"/>
          <p:cNvSpPr txBox="1"/>
          <p:nvPr/>
        </p:nvSpPr>
        <p:spPr>
          <a:xfrm>
            <a:off x="502919" y="457201"/>
            <a:ext cx="8991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355</a:t>
            </a:r>
          </a:p>
        </p:txBody>
      </p:sp>
      <p:sp>
        <p:nvSpPr>
          <p:cNvPr id="5282" name="TextBox 4"/>
          <p:cNvSpPr txBox="1"/>
          <p:nvPr/>
        </p:nvSpPr>
        <p:spPr>
          <a:xfrm>
            <a:off x="1099819" y="1054673"/>
            <a:ext cx="7299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ඔබාතෙයි මගේ කාලයන්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ඊට මම් තුටු වෙම්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දිවිත් ආත්මෙත් මිතුරත්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බාර දෙමි</a:t>
            </a:r>
          </a:p>
        </p:txBody>
      </p:sp>
      <p:sp>
        <p:nvSpPr>
          <p:cNvPr id="5283" name="TextBox 6"/>
          <p:cNvSpPr txBox="1"/>
          <p:nvPr/>
        </p:nvSpPr>
        <p:spPr>
          <a:xfrm>
            <a:off x="1074419" y="3569273"/>
            <a:ext cx="7299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ඔබාතෙයි මගේ කාලයන්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 සැප වුවත්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අදුරැතත් දිලිසෙතත්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කැමැත්තයි ඒත්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5" name="TextBox 3"/>
          <p:cNvSpPr txBox="1"/>
          <p:nvPr/>
        </p:nvSpPr>
        <p:spPr>
          <a:xfrm>
            <a:off x="1099819" y="1054673"/>
            <a:ext cx="7299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ඔබාතෙයි මගේ කාලයන්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බියක් සැකක් වෙමි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පියා නොනිසි කදුලක්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නෙතින් වස්වයි ද</a:t>
            </a:r>
          </a:p>
        </p:txBody>
      </p:sp>
      <p:sp>
        <p:nvSpPr>
          <p:cNvPr id="5286" name="TextBox 4"/>
          <p:cNvSpPr txBox="1"/>
          <p:nvPr/>
        </p:nvSpPr>
        <p:spPr>
          <a:xfrm>
            <a:off x="1074419" y="3569273"/>
            <a:ext cx="7299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ඔබාතෙයි මගේ කාලයන්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කුරුසි පත්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සිදුරු කල අතින්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මා රකියි දි සෙත්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8" name="TextBox 1"/>
          <p:cNvSpPr txBox="1"/>
          <p:nvPr/>
        </p:nvSpPr>
        <p:spPr>
          <a:xfrm>
            <a:off x="297239" y="260650"/>
            <a:ext cx="1636753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356</a:t>
            </a:r>
          </a:p>
        </p:txBody>
      </p:sp>
      <p:sp>
        <p:nvSpPr>
          <p:cNvPr id="5289" name="TextBox 2"/>
          <p:cNvSpPr txBox="1"/>
          <p:nvPr/>
        </p:nvSpPr>
        <p:spPr>
          <a:xfrm>
            <a:off x="1521375" y="674399"/>
            <a:ext cx="5741210" cy="627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දෙවි පියාණෙනි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තනි ව ගමන් ගත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උගන්වන් කියන මෙනි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කැමැත්ත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ජිවිතේ අමාරු උගන්වන්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යන්නට වුවත් බෝ ඈත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නිත් කියන්නට උගන්වත්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කැමැත්ත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1" name="TextBox 2"/>
          <p:cNvSpPr txBox="1"/>
          <p:nvPr/>
        </p:nvSpPr>
        <p:spPr>
          <a:xfrm>
            <a:off x="1593383" y="620687"/>
            <a:ext cx="4901902" cy="627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මා බෝ සේ ආලේ ඇති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අත්හරින්නට කියත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කියම් හැර ඒ දුගති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කැමැත්ත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යටත් කරම් හිමියෙනි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රිසි සේ කැමැත්ත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වරම් දෙන් කියන මෙනි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කැමැත්ත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3" name="TextBox 2"/>
          <p:cNvSpPr txBox="1"/>
          <p:nvPr/>
        </p:nvSpPr>
        <p:spPr>
          <a:xfrm>
            <a:off x="1593383" y="1916833"/>
            <a:ext cx="490190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ලොවින් මා යන වර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නැතිව කදුළු නෙත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කියමි ගොස් ඒ පුර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කැමැත්ත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5" name="Rectangle 1"/>
          <p:cNvSpPr txBox="1"/>
          <p:nvPr/>
        </p:nvSpPr>
        <p:spPr>
          <a:xfrm>
            <a:off x="502919" y="533401"/>
            <a:ext cx="1167024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357</a:t>
            </a:r>
          </a:p>
        </p:txBody>
      </p:sp>
      <p:sp>
        <p:nvSpPr>
          <p:cNvPr id="5296" name="Rectangle 1"/>
          <p:cNvSpPr txBox="1"/>
          <p:nvPr/>
        </p:nvSpPr>
        <p:spPr>
          <a:xfrm>
            <a:off x="1950721" y="1210043"/>
            <a:ext cx="4801752" cy="2021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4572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cSjsf;a /&lt; .ik l,g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jsm;a meusfK;e hs is;k jsg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.kskak ,;a wdisrs tlska tl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mqoquhla fjhs Tng ksiel</a:t>
            </a:r>
          </a:p>
        </p:txBody>
      </p:sp>
      <p:sp>
        <p:nvSpPr>
          <p:cNvPr id="5297" name="Rectangle 2"/>
          <p:cNvSpPr txBox="1"/>
          <p:nvPr/>
        </p:nvSpPr>
        <p:spPr>
          <a:xfrm>
            <a:off x="2103119" y="3906333"/>
            <a:ext cx="5872521" cy="2021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457200" algn="l"/>
                <a:tab pos="6858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	wdisrs tfll .kskak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	fus ;dla ysus oqka foa is;kak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	.ek n,ka tfll ne.ska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	mqoquhla fjhs Tn is;g bka</a:t>
            </a:r>
            <a:r>
              <a:rPr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9" name="Rectangle 1"/>
          <p:cNvSpPr txBox="1"/>
          <p:nvPr/>
        </p:nvSpPr>
        <p:spPr>
          <a:xfrm>
            <a:off x="1722119" y="3505201"/>
            <a:ext cx="6766562" cy="2021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tabLst>
                <a:tab pos="457200" algn="l"/>
                <a:tab pos="6858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	wdisrs tfll .kskak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	fus ;dla ysus oqka foa is;kak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	.ek n,ka tfll ne.ska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	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පුදු</a:t>
            </a:r>
            <a:r>
              <a:t>uhla fjhs Tn is;g bka</a:t>
            </a:r>
            <a:r>
              <a:rPr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300" name="Rectangle 1"/>
          <p:cNvSpPr txBox="1"/>
          <p:nvPr/>
        </p:nvSpPr>
        <p:spPr>
          <a:xfrm>
            <a:off x="1341122" y="845631"/>
            <a:ext cx="4859298" cy="204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lrofrka fmdvs jS bkafkys o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l=refia nr jevs fuka oefka o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isys lrka ,;a wdisrs tfll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1828800" algn="l"/>
              </a:tabLst>
              <a:defRPr b="1"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rPr b="0">
                <a:latin typeface="Iskoola Pota"/>
                <a:ea typeface="Iskoola Pota"/>
                <a:cs typeface="Iskoola Pota"/>
                <a:sym typeface="Iskoola Pota"/>
              </a:rPr>
              <a:t>දු</a:t>
            </a:r>
            <a:r>
              <a:rPr b="0" sz="3200"/>
              <a:t>re jS hhs w|qr ke; iel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2" name="Rectangle 1"/>
          <p:cNvSpPr txBox="1"/>
          <p:nvPr/>
        </p:nvSpPr>
        <p:spPr>
          <a:xfrm>
            <a:off x="1569719" y="2895601"/>
            <a:ext cx="6537962" cy="2021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tabLst>
                <a:tab pos="457200" algn="l"/>
                <a:tab pos="6858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	wdisrs tfll .kskak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	fus ;dla ysus oqka foa is;kak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	.ek n,ka tfll ne.ska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	mqoquhla fjhs Tn is;g bka</a:t>
            </a:r>
            <a:r>
              <a:rPr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303" name="Rectangle 1"/>
          <p:cNvSpPr txBox="1"/>
          <p:nvPr/>
        </p:nvSpPr>
        <p:spPr>
          <a:xfrm>
            <a:off x="1264919" y="477333"/>
            <a:ext cx="5977098" cy="2021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oqgq l, iusm;a yd .us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 බිම් අනුන්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isys lrkak ius|qka lS joka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us, l, fkdyels i. isrs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fmdfrdkaoq jqKd fkd fjs o ta ysus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5" name="Rectangle 1"/>
          <p:cNvSpPr txBox="1"/>
          <p:nvPr/>
        </p:nvSpPr>
        <p:spPr>
          <a:xfrm>
            <a:off x="1722119" y="3505201"/>
            <a:ext cx="6080762" cy="2021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tabLst>
                <a:tab pos="457200" algn="l"/>
                <a:tab pos="6858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	wdisrs tfll .kskak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	fus ;dla ysus oqka foa is;kak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	.ek n,ka tfll ne.ska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	mqoquhla fjhs Tn is;g bka</a:t>
            </a:r>
            <a:r>
              <a:rPr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306" name="Rectangle 1"/>
          <p:cNvSpPr txBox="1"/>
          <p:nvPr/>
        </p:nvSpPr>
        <p:spPr>
          <a:xfrm>
            <a:off x="1188722" y="752843"/>
            <a:ext cx="5863987" cy="2021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mSvd yd igka fldf;la wdj;a jgska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ysus rc fjhs lror fkd jka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osrsu;a lrkakg tjhs oq;=ka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iod iekiqu /f.k if.ka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8" name="TextBox 4"/>
          <p:cNvSpPr txBox="1"/>
          <p:nvPr/>
        </p:nvSpPr>
        <p:spPr>
          <a:xfrm>
            <a:off x="297239" y="188642"/>
            <a:ext cx="1420730" cy="624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358</a:t>
            </a:r>
          </a:p>
        </p:txBody>
      </p:sp>
      <p:sp>
        <p:nvSpPr>
          <p:cNvPr id="5309" name="TextBox 5"/>
          <p:cNvSpPr txBox="1"/>
          <p:nvPr/>
        </p:nvSpPr>
        <p:spPr>
          <a:xfrm>
            <a:off x="2025431" y="674399"/>
            <a:ext cx="4805105" cy="627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සපිරුණු ගැලවීම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ලබන ලෙසින්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ඔබ පමණක් ම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අදහම්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කරුණාවෙන් කමා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ලබන්නට මම්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වැතිර ඔබ සිරි පා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අදහම්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1" name="TextBox 4"/>
          <p:cNvSpPr txBox="1"/>
          <p:nvPr/>
        </p:nvSpPr>
        <p:spPr>
          <a:xfrm>
            <a:off x="2025431" y="674399"/>
            <a:ext cx="4901902" cy="627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ලෙයින් උදක් ම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නිමල වීමෙන්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ලැබෙන සේ සුද්දකම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අදහම්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බල ලබන්නට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නොවරදින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වදන් සැම කල්හි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අදහම්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3" name="TextBox 4"/>
          <p:cNvSpPr txBox="1"/>
          <p:nvPr/>
        </p:nvSpPr>
        <p:spPr>
          <a:xfrm>
            <a:off x="1953423" y="1916833"/>
            <a:ext cx="4901901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වැටෙන්නට නො හැර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රකින්න දෙව්හිම්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කල් ඔබ අත් නො හැර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අදහම් 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5" name="TextBox 3"/>
          <p:cNvSpPr txBox="1"/>
          <p:nvPr/>
        </p:nvSpPr>
        <p:spPr>
          <a:xfrm>
            <a:off x="225231" y="260649"/>
            <a:ext cx="170876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359</a:t>
            </a:r>
          </a:p>
        </p:txBody>
      </p:sp>
      <p:sp>
        <p:nvSpPr>
          <p:cNvPr id="5316" name="TextBox 4"/>
          <p:cNvSpPr txBox="1"/>
          <p:nvPr/>
        </p:nvSpPr>
        <p:spPr>
          <a:xfrm>
            <a:off x="1665391" y="674399"/>
            <a:ext cx="5453178" cy="627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සාමයේ කුමර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 දෙව් පුත් තුම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හට මොක් සෙත් දෙන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දෙමු ගී බස් අම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අති විසල් පෙමින්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අපට පෙම් කෙළෙන්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උමදියි ඒ පෙම යලිත්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සිත් හි නමදින්නන්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8" name="TextBox 4"/>
          <p:cNvSpPr txBox="1"/>
          <p:nvPr/>
        </p:nvSpPr>
        <p:spPr>
          <a:xfrm>
            <a:off x="1593383" y="920620"/>
            <a:ext cx="4901902" cy="580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 විමුත් හිමි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දිව් පිදු හෙයිනි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නිමල් සිතක් ලබමිනි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සතු වෙමු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 යුත් ඒ උල්පත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සිරි පන් උනන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නිමල් දිවි ගෙවන මෙනි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 අත් කර දුනි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0" name="TextBox 4"/>
          <p:cNvSpPr txBox="1"/>
          <p:nvPr/>
        </p:nvSpPr>
        <p:spPr>
          <a:xfrm>
            <a:off x="1665391" y="1772817"/>
            <a:ext cx="490190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සගවන් ඒ සිත්හි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යේසුස්නි අප දැන්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සිරි සෙත් බෝ ලබමින්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වසන මෙන් 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2" name="TextBox 3"/>
          <p:cNvSpPr txBox="1"/>
          <p:nvPr/>
        </p:nvSpPr>
        <p:spPr>
          <a:xfrm>
            <a:off x="513263" y="260650"/>
            <a:ext cx="1420730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360</a:t>
            </a:r>
          </a:p>
        </p:txBody>
      </p:sp>
      <p:sp>
        <p:nvSpPr>
          <p:cNvPr id="5323" name="TextBox 4"/>
          <p:cNvSpPr txBox="1"/>
          <p:nvPr/>
        </p:nvSpPr>
        <p:spPr>
          <a:xfrm>
            <a:off x="1989427" y="906980"/>
            <a:ext cx="5165146" cy="674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දුන මැනවි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ඉන්ට ඔබ ලයෙහි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වරම් දෙන්න සාමිනි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හෙල්ලෙන් ඇන්න ඇලෙහි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එතත් මා වෙත ලෙව්හි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බාදා පරික්සා එක් වී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ඔබ ඇළෙහි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වසනෙම් මම් සැගැවී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" name="TextBox 4"/>
          <p:cNvSpPr txBox="1"/>
          <p:nvPr/>
        </p:nvSpPr>
        <p:spPr>
          <a:xfrm>
            <a:off x="1953423" y="764703"/>
            <a:ext cx="4901901" cy="5755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ඇති නමුත් මා සිත්හි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කෙලෙසුන් තැන්පත් වී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ඔබ ඇළෙහි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වසනෙම් මම් සැගැවී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 නමුත් දිනෙක් හි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ගන්ට මරු මා දිවි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ඔබ ලයෙහි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වසනෙම් මම් සැගැවී 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7" name="Rectangle 1"/>
          <p:cNvSpPr txBox="1"/>
          <p:nvPr/>
        </p:nvSpPr>
        <p:spPr>
          <a:xfrm>
            <a:off x="807721" y="533399"/>
            <a:ext cx="997110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361</a:t>
            </a:r>
          </a:p>
        </p:txBody>
      </p:sp>
      <p:sp>
        <p:nvSpPr>
          <p:cNvPr id="5328" name="Rectangle 1"/>
          <p:cNvSpPr txBox="1"/>
          <p:nvPr/>
        </p:nvSpPr>
        <p:spPr>
          <a:xfrm>
            <a:off x="1950721" y="1319659"/>
            <a:ext cx="5078275" cy="4968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 indent="457200">
              <a:tabLst>
                <a:tab pos="4572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mj;sus fojs fmus ;=&lt;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457200">
              <a:tabLst>
                <a:tab pos="4572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uus fkdfjus ii,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457200">
              <a:tabLst>
                <a:tab pos="4572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ud rlshs fkd mels,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457200">
              <a:tabLst>
                <a:tab pos="4572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fu jka weoys,a,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457200">
              <a:tabLst>
                <a:tab pos="4572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jgska tk udre;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457200">
              <a:tabLst>
                <a:tab pos="4572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ls|d nishs is;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457200">
              <a:tabLst>
                <a:tab pos="4572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tfy;a ysus rlS kus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457200">
              <a:tabLst>
                <a:tab pos="4572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l=ug le&lt;fUus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0" name="Rectangle 1"/>
          <p:cNvSpPr txBox="1"/>
          <p:nvPr/>
        </p:nvSpPr>
        <p:spPr>
          <a:xfrm>
            <a:off x="2026919" y="862459"/>
            <a:ext cx="5695614" cy="4968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 algn="just">
              <a:tabLst>
                <a:tab pos="4572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ud tfvsrd ud fj;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just">
              <a:tabLst>
                <a:tab pos="4572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ys.la ug ke;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just">
              <a:tabLst>
                <a:tab pos="4572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ud fld;eka hejs uq;a ysus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just">
              <a:tabLst>
                <a:tab pos="4572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miq fkd n,us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just">
              <a:tabLst>
                <a:tab pos="4572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ysus ish keKska ;=us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just">
              <a:tabLst>
                <a:tab pos="4572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imqrhs ud me;=us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just">
              <a:tabLst>
                <a:tab pos="4572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ksis ux o;a ta ysus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just">
              <a:tabLst>
                <a:tab pos="4572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wkqj uus huS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2" name="Rectangle 1"/>
          <p:cNvSpPr txBox="1"/>
          <p:nvPr/>
        </p:nvSpPr>
        <p:spPr>
          <a:xfrm>
            <a:off x="2175254" y="786261"/>
            <a:ext cx="5129323" cy="4968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 algn="just">
              <a:tabLst>
                <a:tab pos="4572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ud fmrska we; fkdysus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just">
              <a:tabLst>
                <a:tab pos="4572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ire ks,a ;K nsus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just">
              <a:tabLst>
                <a:tab pos="4572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w¥re j&lt;d hq;a uq;a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just">
              <a:tabLst>
                <a:tab pos="4572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oeka ks,a wyia h&lt;s;a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just">
              <a:tabLst>
                <a:tab pos="4572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ud us¥uslre w;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just">
              <a:tabLst>
                <a:tab pos="4572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ud jia;=j we;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just">
              <a:tabLst>
                <a:tab pos="4572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jsjr osjs ux Tiafia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just">
              <a:tabLst>
                <a:tab pos="4572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ud f.k hhs is;a fia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4" name="TextBox 1"/>
          <p:cNvSpPr txBox="1"/>
          <p:nvPr/>
        </p:nvSpPr>
        <p:spPr>
          <a:xfrm>
            <a:off x="426719" y="304802"/>
            <a:ext cx="1508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3</a:t>
            </a:r>
            <a:r>
              <a:t>62</a:t>
            </a:r>
          </a:p>
        </p:txBody>
      </p:sp>
      <p:sp>
        <p:nvSpPr>
          <p:cNvPr id="5335" name="TextBox 2"/>
          <p:cNvSpPr txBox="1"/>
          <p:nvPr/>
        </p:nvSpPr>
        <p:spPr>
          <a:xfrm>
            <a:off x="426719" y="951133"/>
            <a:ext cx="7985762" cy="3322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ඔබ සුරකියි බිය නොවන්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එළියෙත් අදුරෙත් රැකුම් දෙමින්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මුදු ගුණෙන් ඔබ රැක සිටියි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නිදැල්ලේ යන්ට නො දෙයි</a:t>
            </a:r>
          </a:p>
        </p:txBody>
      </p:sp>
      <p:sp>
        <p:nvSpPr>
          <p:cNvPr id="5336" name="TextBox 3"/>
          <p:cNvSpPr txBox="1"/>
          <p:nvPr/>
        </p:nvSpPr>
        <p:spPr>
          <a:xfrm>
            <a:off x="2865119" y="3962399"/>
            <a:ext cx="5699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අන්තය තෙක් දෙවි ඔබ රකියි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පියාත් මිදුම්කරුත් මිතුරාත් වෙයි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කතා කරන් ජේසුස් උත්තර දෙයි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අදහමු ජේසුස් අප රකියි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8" name="TextBox 1"/>
          <p:cNvSpPr txBox="1"/>
          <p:nvPr/>
        </p:nvSpPr>
        <p:spPr>
          <a:xfrm>
            <a:off x="426719" y="381001"/>
            <a:ext cx="7985762" cy="3322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දින තුළ දෙව් ඔබ සුරකියි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ඔබේ පාද හරි මඟ ගෙනෙයි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එඩේරා රැකවල් මං පෙන්වන්නායි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නිසල් දිය ළගින් දරුන් ගෙනෙයි</a:t>
            </a:r>
          </a:p>
        </p:txBody>
      </p:sp>
      <p:sp>
        <p:nvSpPr>
          <p:cNvPr id="5339" name="TextBox 3"/>
          <p:cNvSpPr txBox="1"/>
          <p:nvPr/>
        </p:nvSpPr>
        <p:spPr>
          <a:xfrm>
            <a:off x="3017519" y="3733799"/>
            <a:ext cx="6233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අන්තය තෙක් දෙවි ඔබ රකියි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පියාත් මිදුම්කරුත් මිතුරාත් වෙයි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කතා කරන් ජේසුස් උත්තර දෙයි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අදහමු ජේසුස් අප රකියි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1" name="TextBox 1"/>
          <p:cNvSpPr txBox="1"/>
          <p:nvPr/>
        </p:nvSpPr>
        <p:spPr>
          <a:xfrm>
            <a:off x="198119" y="228601"/>
            <a:ext cx="7985762" cy="3322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යව් දිවි දෙවි තුමන් ඔබ සුරකියි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කිසිවකුට නොහැකි සෙත් දෙයි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කල් ගිය මුත් හිමි ඔබ රකියි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සුවෙන් සග ලොවට ගෙන යයි</a:t>
            </a:r>
          </a:p>
        </p:txBody>
      </p:sp>
      <p:sp>
        <p:nvSpPr>
          <p:cNvPr id="5342" name="TextBox 3"/>
          <p:cNvSpPr txBox="1"/>
          <p:nvPr/>
        </p:nvSpPr>
        <p:spPr>
          <a:xfrm>
            <a:off x="2560319" y="3581399"/>
            <a:ext cx="6233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අන්තය තෙක් දෙවි ඔබ රකියි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පියාත් මිදුම්කරුත් මිතුරාත් වෙයි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කතා කරන් ජේසුස් උත්තර දෙයි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අදහමු ජේසුස් අප රකියි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4" name="TextBox 1"/>
          <p:cNvSpPr txBox="1"/>
          <p:nvPr/>
        </p:nvSpPr>
        <p:spPr>
          <a:xfrm>
            <a:off x="153224" y="188642"/>
            <a:ext cx="1564744" cy="624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363</a:t>
            </a:r>
          </a:p>
        </p:txBody>
      </p:sp>
      <p:sp>
        <p:nvSpPr>
          <p:cNvPr id="5345" name="TextBox 2"/>
          <p:cNvSpPr txBox="1"/>
          <p:nvPr/>
        </p:nvSpPr>
        <p:spPr>
          <a:xfrm>
            <a:off x="1665391" y="620690"/>
            <a:ext cx="5813218" cy="7216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දවිදු රජිද පෙර දවසේ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සතුරු බියෙන වන ලැහැබේ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සැගැවි සිටිය කල සිතුවේ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 විමන ගැන පමණේ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නැවත කෙලෙස දෙව් විමනේ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කවර දිනෙක හිමි වැදිනේ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සිතන ඔහුට දුක දැනුනේ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කදුළු නෙතින ඇද හැලුනේ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7" name="TextBox 2"/>
          <p:cNvSpPr txBox="1"/>
          <p:nvPr/>
        </p:nvSpPr>
        <p:spPr>
          <a:xfrm>
            <a:off x="1665391" y="548679"/>
            <a:ext cx="5813218" cy="627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පවස සිදවගනු රිසියෙන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දුවන මුවකු දැක මිරිගුව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ලෙසින විමන ගැන ඇල්මෙන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හැඩිණි දෙඩිණි ඉකි බිදිමින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පැවැසු පොරණ බස ඇසෙන්නේ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විමන දෙමිදු මට ඇරෙන්නේ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දොහොත මුදුන හිස තබමින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වදිමි බැතින තුති පුදමින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9" name="TextBox 2"/>
          <p:cNvSpPr txBox="1"/>
          <p:nvPr/>
        </p:nvSpPr>
        <p:spPr>
          <a:xfrm>
            <a:off x="1665391" y="1412778"/>
            <a:ext cx="5525186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 විමන මට අගේ ය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 මෙ මට මුණ ගැසේ ය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අදර බැතින සිත පිරේ ය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වැනි මොහොතැ සග සිතේය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1" name="TextBox 1"/>
          <p:cNvSpPr txBox="1"/>
          <p:nvPr/>
        </p:nvSpPr>
        <p:spPr>
          <a:xfrm>
            <a:off x="297239" y="188642"/>
            <a:ext cx="1780769" cy="624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364</a:t>
            </a:r>
          </a:p>
        </p:txBody>
      </p:sp>
      <p:sp>
        <p:nvSpPr>
          <p:cNvPr id="5352" name="TextBox 2"/>
          <p:cNvSpPr txBox="1"/>
          <p:nvPr/>
        </p:nvSpPr>
        <p:spPr>
          <a:xfrm>
            <a:off x="1233343" y="908720"/>
            <a:ext cx="4589082" cy="2180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පාපයෙන් පිරි නොමින්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අදුරු මේ ලොවේ දනන්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දමිටු සුර් ය රැස්වලින්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සමිදුනි හෙළි කරන්</a:t>
            </a:r>
          </a:p>
        </p:txBody>
      </p:sp>
      <p:sp>
        <p:nvSpPr>
          <p:cNvPr id="5353" name="TextBox 3"/>
          <p:cNvSpPr txBox="1"/>
          <p:nvPr/>
        </p:nvSpPr>
        <p:spPr>
          <a:xfrm>
            <a:off x="2169447" y="3284985"/>
            <a:ext cx="6749321" cy="339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AutoNum type="arabicPeriod" startAt="1"/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සත් දමිටු කර දෙවන් </a:t>
            </a:r>
          </a:p>
          <a:p>
            <a:pPr marL="342900" indent="-342900">
              <a:buSzPct val="100000"/>
              <a:buAutoNum type="arabicPeriod" startAt="1"/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342900" indent="-342900">
              <a:buSzPct val="100000"/>
              <a:buAutoNum type="arabicPeriod" startAt="2"/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මෙත් සිත් සතාගෙ වැඩි කරන්</a:t>
            </a:r>
          </a:p>
          <a:p>
            <a:pPr marL="342900" indent="-342900">
              <a:buSzPct val="100000"/>
              <a:buAutoNum type="arabicPeriod" startAt="2"/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342900" indent="-342900">
              <a:buSzPct val="100000"/>
              <a:buAutoNum type="arabicPeriod" startAt="3"/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පත් සැමට සෙත දෙවන් </a:t>
            </a:r>
          </a:p>
          <a:p>
            <a:pPr marL="342900" indent="-342900">
              <a:buSzPct val="100000"/>
              <a:buAutoNum type="arabicPeriod" startAt="3"/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marL="342900" indent="-342900">
              <a:buSzPct val="100000"/>
              <a:buAutoNum type="arabicPeriod" startAt="4"/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 සත් සමගියෙන් තබන්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" name="TextBox 1"/>
          <p:cNvSpPr txBox="1"/>
          <p:nvPr/>
        </p:nvSpPr>
        <p:spPr>
          <a:xfrm>
            <a:off x="369247" y="260650"/>
            <a:ext cx="1420730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365</a:t>
            </a:r>
          </a:p>
        </p:txBody>
      </p:sp>
      <p:sp>
        <p:nvSpPr>
          <p:cNvPr id="5356" name="TextBox 2"/>
          <p:cNvSpPr txBox="1"/>
          <p:nvPr/>
        </p:nvSpPr>
        <p:spPr>
          <a:xfrm>
            <a:off x="1233344" y="1124745"/>
            <a:ext cx="5309160" cy="3024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හිමිදිරියේ පියැති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පිටිසරයේ රුවැති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ගුණ පෙන්වන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ලොව රකිමින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නමදිමු ගී ගයමින්</a:t>
            </a:r>
          </a:p>
        </p:txBody>
      </p:sp>
      <p:sp>
        <p:nvSpPr>
          <p:cNvPr id="5357" name="TextBox 3"/>
          <p:cNvSpPr txBox="1"/>
          <p:nvPr/>
        </p:nvSpPr>
        <p:spPr>
          <a:xfrm>
            <a:off x="3753624" y="4509122"/>
            <a:ext cx="5309160" cy="1646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හෙළ දිවයින රජිදු හෙළ දීපේ දෙවිදු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වඩිනුව මෙහි දැන් ආසිරි ගෙනෙමින්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හෙළ දිව ඔබ රජිදු 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9" name="TextBox 1"/>
          <p:cNvSpPr txBox="1"/>
          <p:nvPr/>
        </p:nvSpPr>
        <p:spPr>
          <a:xfrm>
            <a:off x="1305351" y="620689"/>
            <a:ext cx="4949122" cy="3024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මීදුම ඒ සිරිය යි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මිහිකත ඒ තරුව යි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ආසිරි වැසි පිනි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ආසිරි වැසි දෙනු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  අප සැමට ම මැනැවින්</a:t>
            </a:r>
          </a:p>
        </p:txBody>
      </p:sp>
      <p:sp>
        <p:nvSpPr>
          <p:cNvPr id="5360" name="TextBox 3"/>
          <p:cNvSpPr txBox="1"/>
          <p:nvPr/>
        </p:nvSpPr>
        <p:spPr>
          <a:xfrm>
            <a:off x="3681615" y="4437114"/>
            <a:ext cx="4901901" cy="1272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හෙළ දිවයින රජිදු හෙළ දීපේ දෙවිදු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වඩිනුව මෙහි දැන් ආසිරි ගෙනෙමින්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හෙළ දිව ඔබ රජිදු 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2" name="TextBox 1"/>
          <p:cNvSpPr txBox="1"/>
          <p:nvPr/>
        </p:nvSpPr>
        <p:spPr>
          <a:xfrm>
            <a:off x="1305351" y="1196753"/>
            <a:ext cx="4589082" cy="3024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දෙවියනි දෙන්න අනේ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පිහිට ඔබේ නිතිනේ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හැරදා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කදුළු හෙළ ඔබ 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   පා ලග වැද වැටෙමු </a:t>
            </a:r>
          </a:p>
        </p:txBody>
      </p:sp>
      <p:sp>
        <p:nvSpPr>
          <p:cNvPr id="5363" name="TextBox 3"/>
          <p:cNvSpPr txBox="1"/>
          <p:nvPr/>
        </p:nvSpPr>
        <p:spPr>
          <a:xfrm>
            <a:off x="3753623" y="4581130"/>
            <a:ext cx="4901901" cy="1272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හෙළ දිවයින රජිදු හෙළ දීපේ දෙවිදු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වඩිනුව මෙහි දැන් ආසිරි ගෙනෙමින්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හෙළ දිව ඔබ රජිදු 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" name="TextBox 1"/>
          <p:cNvSpPr txBox="1"/>
          <p:nvPr/>
        </p:nvSpPr>
        <p:spPr>
          <a:xfrm>
            <a:off x="1305351" y="836714"/>
            <a:ext cx="5453178" cy="3024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 දිග සත් මුනිදු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 මහ තුන් සමිදු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වඩිනුව මා තුල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බල මඩිමින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     මා සමිදු ව රජිදු  </a:t>
            </a:r>
          </a:p>
        </p:txBody>
      </p:sp>
      <p:sp>
        <p:nvSpPr>
          <p:cNvPr id="5366" name="TextBox 3"/>
          <p:cNvSpPr txBox="1"/>
          <p:nvPr/>
        </p:nvSpPr>
        <p:spPr>
          <a:xfrm>
            <a:off x="3609607" y="4725146"/>
            <a:ext cx="4901901" cy="1272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හෙළ දිවයින රජිදු හෙළ දීපේ දෙවිදු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වඩිනුව මෙහි දැන් ආසිරි ගෙනෙමින්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හෙළ දිව ඔබ රජිදු 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8" name="TextBox 3"/>
          <p:cNvSpPr txBox="1"/>
          <p:nvPr/>
        </p:nvSpPr>
        <p:spPr>
          <a:xfrm>
            <a:off x="274319" y="215902"/>
            <a:ext cx="13309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3</a:t>
            </a:r>
            <a:r>
              <a:t>66</a:t>
            </a:r>
          </a:p>
        </p:txBody>
      </p:sp>
      <p:sp>
        <p:nvSpPr>
          <p:cNvPr id="5369" name="TextBox 4"/>
          <p:cNvSpPr txBox="1"/>
          <p:nvPr/>
        </p:nvSpPr>
        <p:spPr>
          <a:xfrm>
            <a:off x="515619" y="1054099"/>
            <a:ext cx="4480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මුවා ඇළ දොළ වෙත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යන්නේ පිපාසයෙන්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ඇලෙයි ඔබ ට මා සිත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දෙවිදුනි එ මෙන්</a:t>
            </a:r>
          </a:p>
        </p:txBody>
      </p:sp>
      <p:sp>
        <p:nvSpPr>
          <p:cNvPr id="5370" name="TextBox 5"/>
          <p:cNvSpPr txBox="1"/>
          <p:nvPr/>
        </p:nvSpPr>
        <p:spPr>
          <a:xfrm>
            <a:off x="4605019" y="3924299"/>
            <a:ext cx="4201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ට තද ඇල්මෙන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හද පෙළෙන්නා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දෙවිදු අබිමුව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පෙනෙම් කවර දා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2" name="TextBox 3"/>
          <p:cNvSpPr txBox="1"/>
          <p:nvPr/>
        </p:nvSpPr>
        <p:spPr>
          <a:xfrm>
            <a:off x="515619" y="1054099"/>
            <a:ext cx="4480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කොතෙක් කලක් සුරිදුනි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සිටිමි ද සෝ පත් ව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පීඩාකරුගේ අතිනි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මීදුමක් නැති ව</a:t>
            </a:r>
          </a:p>
        </p:txBody>
      </p:sp>
      <p:sp>
        <p:nvSpPr>
          <p:cNvPr id="5373" name="TextBox 4"/>
          <p:cNvSpPr txBox="1"/>
          <p:nvPr/>
        </p:nvSpPr>
        <p:spPr>
          <a:xfrm>
            <a:off x="3830319" y="3924299"/>
            <a:ext cx="49758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සිත් මැලැවෙන්නේ මන්ද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ඇදැහිල්ලෙන් සිටින්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ලැබෙයි සුව මනනද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පුදන්නට පසන්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5" name="TextBox 3"/>
          <p:cNvSpPr txBox="1"/>
          <p:nvPr/>
        </p:nvSpPr>
        <p:spPr>
          <a:xfrm>
            <a:off x="350519" y="381002"/>
            <a:ext cx="8991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367</a:t>
            </a:r>
          </a:p>
        </p:txBody>
      </p:sp>
      <p:sp>
        <p:nvSpPr>
          <p:cNvPr id="5376" name="TextBox 4"/>
          <p:cNvSpPr txBox="1"/>
          <p:nvPr/>
        </p:nvSpPr>
        <p:spPr>
          <a:xfrm>
            <a:off x="731519" y="1067672"/>
            <a:ext cx="77571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ජේසුනි මා සමිදු දෙවි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සගෙන් අසා මා යැදුම් සව්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මිදුම්කරුනි සිරි ලත්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වගුරන් ඔබ සිරි සෙත්</a:t>
            </a:r>
          </a:p>
        </p:txBody>
      </p:sp>
      <p:sp>
        <p:nvSpPr>
          <p:cNvPr id="5377" name="TextBox 5"/>
          <p:cNvSpPr txBox="1"/>
          <p:nvPr/>
        </p:nvSpPr>
        <p:spPr>
          <a:xfrm>
            <a:off x="3627119" y="4568935"/>
            <a:ext cx="5090162" cy="1233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ඔබ නමදිමි මම්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බෝ පෙම් කරම් මම්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9" name="TextBox 1"/>
          <p:cNvSpPr txBox="1"/>
          <p:nvPr/>
        </p:nvSpPr>
        <p:spPr>
          <a:xfrm>
            <a:off x="3627119" y="4568935"/>
            <a:ext cx="5090162" cy="1233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ඔබ නමදිමි මම්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බෝ පෙම් කරම් මම්</a:t>
            </a:r>
          </a:p>
        </p:txBody>
      </p:sp>
      <p:sp>
        <p:nvSpPr>
          <p:cNvPr id="5380" name="TextBox 2"/>
          <p:cNvSpPr txBox="1"/>
          <p:nvPr/>
        </p:nvSpPr>
        <p:spPr>
          <a:xfrm>
            <a:off x="731519" y="1066799"/>
            <a:ext cx="5699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පමා වී ඔබ සෙවුයෙන්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කෙසේ ඇලෙම් යුතු ලෙසින්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නමෙහි කිත් ලකල්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කෙසේ පසසම් ද මෙ කල්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2" name="TextBox 1"/>
          <p:cNvSpPr txBox="1"/>
          <p:nvPr/>
        </p:nvSpPr>
        <p:spPr>
          <a:xfrm>
            <a:off x="3627119" y="4568935"/>
            <a:ext cx="5090162" cy="1233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ඔබ නමදිමි මම්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බෝ පෙම් කරම් මම්</a:t>
            </a:r>
          </a:p>
        </p:txBody>
      </p:sp>
      <p:sp>
        <p:nvSpPr>
          <p:cNvPr id="5383" name="TextBox 2"/>
          <p:cNvSpPr txBox="1"/>
          <p:nvPr/>
        </p:nvSpPr>
        <p:spPr>
          <a:xfrm>
            <a:off x="731519" y="914399"/>
            <a:ext cx="5623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ජේසුනි මා තුල හොදක්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නිසාද පෙම් කෙළේ මෙ තෙක්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සිතුම් පැතුම් ඉක්මවා තොස්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අත්කැරැ දුන්නේ ය වෙසෙස්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5" name="TextBox 1"/>
          <p:cNvSpPr txBox="1"/>
          <p:nvPr/>
        </p:nvSpPr>
        <p:spPr>
          <a:xfrm>
            <a:off x="3627119" y="4568935"/>
            <a:ext cx="5090162" cy="1233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ඔබ නමදිමි මම්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බෝ පෙම් කරම් මම්</a:t>
            </a:r>
          </a:p>
        </p:txBody>
      </p:sp>
      <p:sp>
        <p:nvSpPr>
          <p:cNvPr id="5386" name="TextBox 2"/>
          <p:cNvSpPr txBox="1"/>
          <p:nvPr/>
        </p:nvSpPr>
        <p:spPr>
          <a:xfrm>
            <a:off x="807719" y="609599"/>
            <a:ext cx="5775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ගැන කියම් කවි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සිත් මනැස් අයත් දෙවි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සතු හැම ඔබගෙයි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මිදුම්කරු ඔබ මගෙයි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8" name="TextBox 2"/>
          <p:cNvSpPr txBox="1"/>
          <p:nvPr/>
        </p:nvSpPr>
        <p:spPr>
          <a:xfrm>
            <a:off x="297239" y="260650"/>
            <a:ext cx="1564745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368</a:t>
            </a:r>
          </a:p>
        </p:txBody>
      </p:sp>
      <p:sp>
        <p:nvSpPr>
          <p:cNvPr id="5389" name="TextBox 1"/>
          <p:cNvSpPr txBox="1"/>
          <p:nvPr/>
        </p:nvSpPr>
        <p:spPr>
          <a:xfrm>
            <a:off x="1593383" y="764703"/>
            <a:ext cx="5741210" cy="627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අහෝ ඇත්නම් සැදෑ සිතක්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රුපු බියක් නොමැත්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හිග කරදර විපත්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පැමිණෙන කලත්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නොපැකිල ඉපලටත්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දරා ගන්න සිතක්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රෝ දුකෙහි දෙවිදු වෙත්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ලගා වන සිතක්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1" name="TextBox 2"/>
          <p:cNvSpPr txBox="1"/>
          <p:nvPr/>
        </p:nvSpPr>
        <p:spPr>
          <a:xfrm>
            <a:off x="1665391" y="548679"/>
            <a:ext cx="4901902" cy="5755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පටු මග යන සිතක්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දිවිහිමි නොනැවත්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මරු මුව සැපත් විට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නිමල් එළියක් ඇත්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එවන් හිමි මෙවන් සිතක්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මතු කුමක් වෙතත්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සෙතෙහි රසයක්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විදිමි මම් මේ දැනුත් 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3" name="TextBox 1"/>
          <p:cNvSpPr txBox="1"/>
          <p:nvPr/>
        </p:nvSpPr>
        <p:spPr>
          <a:xfrm>
            <a:off x="441256" y="116632"/>
            <a:ext cx="1780769" cy="688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369</a:t>
            </a:r>
          </a:p>
        </p:txBody>
      </p:sp>
      <p:sp>
        <p:nvSpPr>
          <p:cNvPr id="5394" name="TextBox 2"/>
          <p:cNvSpPr txBox="1"/>
          <p:nvPr/>
        </p:nvSpPr>
        <p:spPr>
          <a:xfrm>
            <a:off x="1377360" y="404664"/>
            <a:ext cx="5309160" cy="334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ලොව සුරදුනි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 බට දෙවිදුනි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පෙම්බර සුමිතුරු යේසුනි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අපි ඔබ නමදිමු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 ඔබ නමදිමු 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 මුල වැටෙනෙමු</a:t>
            </a:r>
          </a:p>
          <a:p>
            <a:pPr>
              <a:defRPr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මුළු ලොව රජ තුමෙනි   </a:t>
            </a:r>
          </a:p>
        </p:txBody>
      </p:sp>
      <p:sp>
        <p:nvSpPr>
          <p:cNvPr id="5395" name="TextBox 3"/>
          <p:cNvSpPr txBox="1"/>
          <p:nvPr/>
        </p:nvSpPr>
        <p:spPr>
          <a:xfrm>
            <a:off x="5481816" y="2564905"/>
            <a:ext cx="5309160" cy="5072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ලෙව් මැවීමට පෙර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දෙවිදුන් සමගින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ලොව සිටි යේසුනි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 බට නෙක දුක්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කරදර විද කුරු</a:t>
            </a:r>
            <a:r>
              <a:t>-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සෙට පිට දුන් යේසුනි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අපි ඔබ නමදිමු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ට ම කැප වෙමු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සුනිමල් දෙව් සාමිනි  </a:t>
            </a:r>
          </a:p>
        </p:txBody>
      </p:sp>
      <p:sp>
        <p:nvSpPr>
          <p:cNvPr id="5396" name="TextBox 4"/>
          <p:cNvSpPr txBox="1"/>
          <p:nvPr/>
        </p:nvSpPr>
        <p:spPr>
          <a:xfrm>
            <a:off x="5157780" y="2737392"/>
            <a:ext cx="556633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8" name="TextBox 1"/>
          <p:cNvSpPr txBox="1"/>
          <p:nvPr/>
        </p:nvSpPr>
        <p:spPr>
          <a:xfrm>
            <a:off x="5481816" y="2348881"/>
            <a:ext cx="4157033" cy="5072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පවිටු ලෙවන් දැහැ</a:t>
            </a:r>
            <a:r>
              <a:t>-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මිටු කැරුමට දුක්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විදි පෙම්බර යේසුනි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මනු වෙස් අරැගෙන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දම් දෙසමින් මිහි පිට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සැරි සැරු යේසුනි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ඔබේ ගුණ කියමුව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අනුව ම යමු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සුමිතුරු ගුරු තුමෙනි  </a:t>
            </a:r>
          </a:p>
        </p:txBody>
      </p:sp>
      <p:sp>
        <p:nvSpPr>
          <p:cNvPr id="5399" name="TextBox 3"/>
          <p:cNvSpPr txBox="1"/>
          <p:nvPr/>
        </p:nvSpPr>
        <p:spPr>
          <a:xfrm>
            <a:off x="1122484" y="404663"/>
            <a:ext cx="5170842" cy="249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සග ලොව සුරදුනි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මිහි බට දෙවිදුනි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පෙම්බර සුමිතුරු යේසුනි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අපි ඔබ නමදිමු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පා ඔබ නමදිමු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පා මුල වැටෙනෙමු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මුළු ලොව රජ තුමෙනි   </a:t>
            </a:r>
          </a:p>
        </p:txBody>
      </p:sp>
      <p:sp>
        <p:nvSpPr>
          <p:cNvPr id="5400" name="TextBox 4"/>
          <p:cNvSpPr txBox="1"/>
          <p:nvPr/>
        </p:nvSpPr>
        <p:spPr>
          <a:xfrm>
            <a:off x="5049768" y="2492896"/>
            <a:ext cx="628641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2" name="TextBox 1"/>
          <p:cNvSpPr txBox="1"/>
          <p:nvPr/>
        </p:nvSpPr>
        <p:spPr>
          <a:xfrm>
            <a:off x="5386942" y="2276873"/>
            <a:ext cx="3724985" cy="5072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පාපෙන් දුරු වී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හැම විට නිමල ව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දුගී වෙස් ගත් යේසුනි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නරපති කිරුල</a:t>
            </a:r>
            <a:r>
              <a:t>’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රුවනිත් නිරතුරු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පුදනු ලැබූ යේසුනි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ඔබේ නම පතුරමු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ලොවට ම දන්වමු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තෙදවන් දෙව් තුමෙනි  </a:t>
            </a:r>
          </a:p>
        </p:txBody>
      </p:sp>
      <p:sp>
        <p:nvSpPr>
          <p:cNvPr id="5403" name="TextBox 3"/>
          <p:cNvSpPr txBox="1"/>
          <p:nvPr/>
        </p:nvSpPr>
        <p:spPr>
          <a:xfrm>
            <a:off x="945312" y="116631"/>
            <a:ext cx="4910864" cy="249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සග ලොව සුරදුනි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මිහි බට දෙවිදුනි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පෙම්බර සුමිතුරු යේසුනි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අපි ඔබ නමදිමු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පා ඔබ නමදිමු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පා මුල වැටෙනෙමු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මුළු ලොව රජ තුමෙනි   </a:t>
            </a:r>
          </a:p>
        </p:txBody>
      </p:sp>
      <p:sp>
        <p:nvSpPr>
          <p:cNvPr id="5404" name="TextBox 4"/>
          <p:cNvSpPr txBox="1"/>
          <p:nvPr/>
        </p:nvSpPr>
        <p:spPr>
          <a:xfrm>
            <a:off x="4833745" y="2420888"/>
            <a:ext cx="605776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6" name="TextBox 1"/>
          <p:cNvSpPr txBox="1"/>
          <p:nvPr/>
        </p:nvSpPr>
        <p:spPr>
          <a:xfrm>
            <a:off x="5337800" y="2149020"/>
            <a:ext cx="3580969" cy="556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අදුරු ව තුබූ ලොව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එළියක් නො මවා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එලි කල යේසුනි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 බල හෙළි කල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රුපුනට පෙම් පෑ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ගුණ බර හිමි යේසුනි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වෙනුවෙන් අප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වුව පුදනෙමු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තුන් ලෝ කතු තුමෙනි   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</a:t>
            </a:r>
          </a:p>
        </p:txBody>
      </p:sp>
      <p:sp>
        <p:nvSpPr>
          <p:cNvPr id="5407" name="TextBox 3"/>
          <p:cNvSpPr txBox="1"/>
          <p:nvPr/>
        </p:nvSpPr>
        <p:spPr>
          <a:xfrm>
            <a:off x="873303" y="404663"/>
            <a:ext cx="4915350" cy="249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සග ලොව සුරදුනි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මිහි බට දෙවිදුනි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පෙම්බර සුමිතුරු යේසුනි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අපි ඔබ නමදිමු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පා ඔබ නමදිමු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පා මුල වැටෙනෙමු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මුළු ලොව රජ තුමෙනි   </a:t>
            </a:r>
          </a:p>
        </p:txBody>
      </p:sp>
      <p:sp>
        <p:nvSpPr>
          <p:cNvPr id="5408" name="TextBox 4"/>
          <p:cNvSpPr txBox="1"/>
          <p:nvPr/>
        </p:nvSpPr>
        <p:spPr>
          <a:xfrm>
            <a:off x="4833744" y="2276872"/>
            <a:ext cx="556633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0" name="TextBox 1"/>
          <p:cNvSpPr txBox="1"/>
          <p:nvPr/>
        </p:nvSpPr>
        <p:spPr>
          <a:xfrm>
            <a:off x="369247" y="116634"/>
            <a:ext cx="1420730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370</a:t>
            </a:r>
          </a:p>
        </p:txBody>
      </p:sp>
      <p:sp>
        <p:nvSpPr>
          <p:cNvPr id="5411" name="TextBox 2"/>
          <p:cNvSpPr txBox="1"/>
          <p:nvPr/>
        </p:nvSpPr>
        <p:spPr>
          <a:xfrm>
            <a:off x="1953423" y="797206"/>
            <a:ext cx="5237154" cy="678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දිලිදු බව සිය සිතින් දරනා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අය ලබත් ආසිරි නිතින්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ඔවුන් සතු වේ සදා සැප පිරි සග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ලොවේ සිරි නිසැකයෙන්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 දුකින් සිත දැවෙන අය වෙත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වැගිර ආසිරි වැසි ලෙසින්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ඔව්හු සැනසෙති අගේ නිම නැති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හිමිගේ සැනැසිලි සිලිලයෙන්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3" name="TextBox 2"/>
          <p:cNvSpPr txBox="1"/>
          <p:nvPr/>
        </p:nvSpPr>
        <p:spPr>
          <a:xfrm>
            <a:off x="2025431" y="692695"/>
            <a:ext cx="4901902" cy="5895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මොලොක් ගුණදම් දමින් බැදී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සිත් සුවද ආසිරි පතුරුවයි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වැනි අය හට දෙරණ හා සැම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වත ද නියතින් උරුම වෙයි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දමිටු දේ ගැන සාපිපාස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වන්නෝ ලබති ය ආසිරි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ඔව්හු තොස් වී නිතින් සෑහී</a:t>
            </a:r>
            <a:r>
              <a:t>-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මට ද පත් වෙති හද පිරි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5" name="TextBox 2"/>
          <p:cNvSpPr txBox="1"/>
          <p:nvPr/>
        </p:nvSpPr>
        <p:spPr>
          <a:xfrm>
            <a:off x="2121049" y="404665"/>
            <a:ext cx="4901902" cy="6339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කුළුණු ආදර දයා ගුණ ඇති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අය ලබත් ආසිරි රැසේ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පතුරනා එම දයා ගුණ කද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ලබත පෙරලා නොවලසේ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සිතිනි පිවිතුරු වී සිටින්නෝ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ලබති දෙව් ආසිරි නොමින්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දකිති මහිමැති තෙද බෙලෙන්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යුතු පෙමැති කුලුනැති දෙව් තුමන්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7" name="TextBox 2"/>
          <p:cNvSpPr txBox="1"/>
          <p:nvPr/>
        </p:nvSpPr>
        <p:spPr>
          <a:xfrm>
            <a:off x="2121049" y="764705"/>
            <a:ext cx="4901902" cy="5402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සාමදානය කරන සැම අය ලබති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ආසිරි රැස සගෙන්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මනු ලොවේ දිවි ගෙවති එම අය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තුමන්ගේ ලෙස පුතුන්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ලබති ආසිරි පෙළුම් වින්දෝ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දමිටුකම නිති රකිමිනේ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අමර දිවි මග දෙවන සග ලොව 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ඔවුගේ ම ය සැබැවිනේ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9" name="TextBox 2"/>
          <p:cNvSpPr txBox="1"/>
          <p:nvPr/>
        </p:nvSpPr>
        <p:spPr>
          <a:xfrm>
            <a:off x="225231" y="116634"/>
            <a:ext cx="134872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371</a:t>
            </a:r>
          </a:p>
        </p:txBody>
      </p:sp>
      <p:sp>
        <p:nvSpPr>
          <p:cNvPr id="5420" name="TextBox 3"/>
          <p:cNvSpPr txBox="1"/>
          <p:nvPr/>
        </p:nvSpPr>
        <p:spPr>
          <a:xfrm>
            <a:off x="1685608" y="762965"/>
            <a:ext cx="6389281" cy="674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කසල සත් වග නිවා සනහන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ලෝක පාලක සමිදු නමදින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ලෙසින දෙවිදුන් විමනෙ එක් වුණ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සැමට ආසිරි කුළුණු දෙනු මැන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පවට බර වුනු අපගේ සිත්වල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කෙලෙස් සෝදා සහන රජ කල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හදක් සමගින් ඔබට කැප කල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ඉන්ට දෙනු මැන වරම් සැම කළ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2" name="TextBox 2"/>
          <p:cNvSpPr txBox="1"/>
          <p:nvPr/>
        </p:nvSpPr>
        <p:spPr>
          <a:xfrm>
            <a:off x="1665391" y="920620"/>
            <a:ext cx="5741210" cy="5755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නවමු සුවදක් හමන ලෙසිනේ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කිළුටු දෑතින් අපගෙ නිතිනේ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කුරුසෙ උසුලා යනෙන ලෙසිනේ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අලුත් කල මැන අප ව තුටිනේ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පරණ දැය සදහට ම පහ විනි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මෙන්න සියලුම දැය අලුත් විනි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සියලු සිදුවීම් ඔබෙනි දෙවිදුනි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පිහිට දුන මැනැ කියන විලසිනි 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4" name="TextBox 1"/>
          <p:cNvSpPr txBox="1"/>
          <p:nvPr/>
        </p:nvSpPr>
        <p:spPr>
          <a:xfrm>
            <a:off x="225231" y="116634"/>
            <a:ext cx="1636753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372</a:t>
            </a:r>
          </a:p>
        </p:txBody>
      </p:sp>
      <p:sp>
        <p:nvSpPr>
          <p:cNvPr id="5425" name="TextBox 2"/>
          <p:cNvSpPr txBox="1"/>
          <p:nvPr/>
        </p:nvSpPr>
        <p:spPr>
          <a:xfrm>
            <a:off x="873303" y="1124745"/>
            <a:ext cx="4733098" cy="1113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යේසුස්ට පෙම්බර වු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දෙම් සිත මා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යේසුස්ට පෙම්බර  වු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  </a:t>
            </a:r>
          </a:p>
        </p:txBody>
      </p:sp>
      <p:sp>
        <p:nvSpPr>
          <p:cNvPr id="5426" name="TextBox 3"/>
          <p:cNvSpPr txBox="1"/>
          <p:nvPr/>
        </p:nvSpPr>
        <p:spPr>
          <a:xfrm>
            <a:off x="4649549" y="3178712"/>
            <a:ext cx="5525185" cy="3024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ගන්න නොවේ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සගයේ උරුමේ මා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දුන්න බැවින් මැ යි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මා සන්දා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          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යේසුස්ට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8" name="TextBox 2"/>
          <p:cNvSpPr txBox="1"/>
          <p:nvPr/>
        </p:nvSpPr>
        <p:spPr>
          <a:xfrm>
            <a:off x="873303" y="764706"/>
            <a:ext cx="4901902" cy="955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යේසුස්ට පෙම්බර වු </a:t>
            </a:r>
            <a:r>
              <a:t>- 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දෙම් සිත මා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යේසුස්ට පෙම්බර  වු </a:t>
            </a:r>
            <a:r>
              <a:t>- 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ක්‍රිස්තු  </a:t>
            </a:r>
          </a:p>
        </p:txBody>
      </p:sp>
      <p:sp>
        <p:nvSpPr>
          <p:cNvPr id="5429" name="TextBox 3"/>
          <p:cNvSpPr txBox="1"/>
          <p:nvPr/>
        </p:nvSpPr>
        <p:spPr>
          <a:xfrm>
            <a:off x="4627846" y="3284985"/>
            <a:ext cx="4517073" cy="3024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නෑ ගැලවෙන්ට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වේ නිරයෙන් වත්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පෑ පෙමට යි මට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කල්වරියේ දී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           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යේසුස්ට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1" name="TextBox 2"/>
          <p:cNvSpPr txBox="1"/>
          <p:nvPr/>
        </p:nvSpPr>
        <p:spPr>
          <a:xfrm>
            <a:off x="873303" y="620690"/>
            <a:ext cx="4901902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යේසුස්ට පෙම්බර වු </a:t>
            </a:r>
            <a:r>
              <a:t>- 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දෙම් සිත මා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යේසුස්ට පෙම්බර  වු </a:t>
            </a:r>
            <a:r>
              <a:t>- 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ක්‍රිස්තු  </a:t>
            </a:r>
          </a:p>
        </p:txBody>
      </p:sp>
      <p:sp>
        <p:nvSpPr>
          <p:cNvPr id="5432" name="TextBox 3"/>
          <p:cNvSpPr txBox="1"/>
          <p:nvPr/>
        </p:nvSpPr>
        <p:spPr>
          <a:xfrm>
            <a:off x="4617719" y="3068962"/>
            <a:ext cx="4445066" cy="3024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ගැන දුක් හිරි </a:t>
            </a:r>
            <a:r>
              <a:t>-</a:t>
            </a:r>
          </a:p>
          <a:p>
            <a:pPr marL="285750" indent="-285750">
              <a:buSzPct val="100000"/>
              <a:buChar char="-"/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හැර හා නින්දා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පේම සිතින් කුරු </a:t>
            </a:r>
            <a:r>
              <a:t>-</a:t>
            </a:r>
          </a:p>
          <a:p>
            <a:pPr marL="285750" indent="-285750">
              <a:buSzPct val="100000"/>
              <a:buChar char="-"/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සේ මත වින්දා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             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යේසුස්ට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4" name="TextBox 2"/>
          <p:cNvSpPr txBox="1"/>
          <p:nvPr/>
        </p:nvSpPr>
        <p:spPr>
          <a:xfrm>
            <a:off x="873303" y="548682"/>
            <a:ext cx="4901902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යේසුස්ට පෙම්බර වු </a:t>
            </a:r>
            <a:r>
              <a:t>- 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දෙම් සිත මා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යේසුස්ට පෙම්බර  වු </a:t>
            </a:r>
            <a:r>
              <a:t>- 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ක්‍රිස්තු  </a:t>
            </a:r>
          </a:p>
        </p:txBody>
      </p:sp>
      <p:sp>
        <p:nvSpPr>
          <p:cNvPr id="5435" name="TextBox 3"/>
          <p:cNvSpPr txBox="1"/>
          <p:nvPr/>
        </p:nvSpPr>
        <p:spPr>
          <a:xfrm>
            <a:off x="4617719" y="3284985"/>
            <a:ext cx="4085026" cy="3024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විද ලේ මුසු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ඩාදිය වගුරා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නිසා ඒ කුරු </a:t>
            </a:r>
            <a:r>
              <a:t>-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සේ දුක් වින්දා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        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යේසුස්ට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" name="TextBox 4"/>
          <p:cNvSpPr txBox="1"/>
          <p:nvPr/>
        </p:nvSpPr>
        <p:spPr>
          <a:xfrm>
            <a:off x="801295" y="548682"/>
            <a:ext cx="4901902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යේසුස්ට පෙම්බර වු </a:t>
            </a:r>
            <a:r>
              <a:t>- 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දෙම් සිත මා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යේසුස්ට පෙම්බර  වු </a:t>
            </a:r>
            <a:r>
              <a:t>- 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ක්‍රිස්තු  </a:t>
            </a:r>
          </a:p>
        </p:txBody>
      </p:sp>
      <p:sp>
        <p:nvSpPr>
          <p:cNvPr id="5438" name="TextBox 5"/>
          <p:cNvSpPr txBox="1"/>
          <p:nvPr/>
        </p:nvSpPr>
        <p:spPr>
          <a:xfrm>
            <a:off x="4617719" y="3212977"/>
            <a:ext cx="4085026" cy="3024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වෙනුවෙන් දැක්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වු සැන්දා පෙම්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දිවි හිමි කර </a:t>
            </a:r>
            <a:r>
              <a:t>-</a:t>
            </a:r>
          </a:p>
          <a:p>
            <a:pPr marL="285750" indent="-285750">
              <a:buSzPct val="100000"/>
              <a:buChar char="-"/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නෙම් ඔබ ට ත් පෙම්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           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යේසුස්ට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0" name="TextBox 1"/>
          <p:cNvSpPr txBox="1"/>
          <p:nvPr/>
        </p:nvSpPr>
        <p:spPr>
          <a:xfrm>
            <a:off x="960119" y="990599"/>
            <a:ext cx="73761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දිවි ඔබ රැගෙනා සමිනේ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කැප කර ගන් ඔබටා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මෙලොව මගේ ඇති කලේ ඔබටා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නිතොර පසස් දේවා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අතුත් ඔබ රැගෙනා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ඔබෙ ම පෙමින් දිරි වේ වා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දෙපා නීති ඔබ අණ යෑමට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කඩිසර ලෙස යේ වා</a:t>
            </a:r>
          </a:p>
        </p:txBody>
      </p:sp>
      <p:sp>
        <p:nvSpPr>
          <p:cNvPr id="5441" name="TextBox 2"/>
          <p:cNvSpPr txBox="1"/>
          <p:nvPr/>
        </p:nvSpPr>
        <p:spPr>
          <a:xfrm>
            <a:off x="426719" y="228599"/>
            <a:ext cx="166116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373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3" name="TextBox 1"/>
          <p:cNvSpPr txBox="1"/>
          <p:nvPr/>
        </p:nvSpPr>
        <p:spPr>
          <a:xfrm>
            <a:off x="960119" y="914399"/>
            <a:ext cx="76047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ගී හඩ නිතොර ම මා රජ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හට ගී දේ වා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මුවේ ඔබගේ යහ පණිවිඩ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කල් ඇති වේ වා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මෙලොව මගේ ඇති සම්පත්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සියලු දෙය ම දෙමි ඔබටා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</a:t>
            </a:r>
            <a:r>
              <a:t> </a:t>
            </a:r>
            <a:r>
              <a:rPr>
                <a:latin typeface="FS-Chami."/>
                <a:ea typeface="FS-Chami."/>
                <a:cs typeface="FS-Chami."/>
                <a:sym typeface="FS-Chami."/>
              </a:rPr>
              <a:t>{dkh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ඔබ හට සිත් සේ</a:t>
            </a:r>
          </a:p>
          <a:p>
            <a:pPr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ඔබ වැඩ එළි කෙරෙ වා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5" name="TextBox 1"/>
          <p:cNvSpPr txBox="1"/>
          <p:nvPr/>
        </p:nvSpPr>
        <p:spPr>
          <a:xfrm>
            <a:off x="1036319" y="838199"/>
            <a:ext cx="68427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ඉටු බල ඔබගේ කර  ගෙන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රිසි බල වේ වා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හදවත ඔබ වැඩහිදුමට යස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රාජාසන වේ වා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පෙමි කද ඔබ රැගෙනා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පා මුල වගුර ලා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සමිනේ මා ගන් ඔබට ම කරගන්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එවිට සමිද ඔබෙ මා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" name="TextBox 1"/>
          <p:cNvSpPr txBox="1"/>
          <p:nvPr/>
        </p:nvSpPr>
        <p:spPr>
          <a:xfrm>
            <a:off x="369247" y="188642"/>
            <a:ext cx="1348722" cy="624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374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9" name="TextBox 3"/>
          <p:cNvSpPr txBox="1"/>
          <p:nvPr/>
        </p:nvSpPr>
        <p:spPr>
          <a:xfrm>
            <a:off x="1417319" y="304803"/>
            <a:ext cx="9372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375</a:t>
            </a:r>
          </a:p>
        </p:txBody>
      </p:sp>
      <p:sp>
        <p:nvSpPr>
          <p:cNvPr id="5450" name="TextBox 4"/>
          <p:cNvSpPr txBox="1"/>
          <p:nvPr/>
        </p:nvSpPr>
        <p:spPr>
          <a:xfrm>
            <a:off x="1703069" y="1143003"/>
            <a:ext cx="4804412" cy="3773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ළං වෙමි ඔබට මම්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තව ළං වෙමි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කුරුසියක මුත්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ඉන්නේ මෙ</a:t>
            </a:r>
            <a:r>
              <a:t>’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එත් මා ගී වෙයි නිතින්</a:t>
            </a:r>
          </a:p>
        </p:txBody>
      </p:sp>
      <p:sp>
        <p:nvSpPr>
          <p:cNvPr id="5451" name="Rectangle 6"/>
          <p:cNvSpPr txBox="1"/>
          <p:nvPr/>
        </p:nvSpPr>
        <p:spPr>
          <a:xfrm>
            <a:off x="4617719" y="4876803"/>
            <a:ext cx="3947162" cy="1525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ළං වෙමි ඔබට මම්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තව ළං වෙමි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3" name="TextBox 4"/>
          <p:cNvSpPr txBox="1"/>
          <p:nvPr/>
        </p:nvSpPr>
        <p:spPr>
          <a:xfrm>
            <a:off x="1703069" y="838203"/>
            <a:ext cx="4880612" cy="3773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මුළා මගී ලෙසින්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හිරු බැස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නිදන්ට ගල් පිට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තිබ්බත් හිස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එත් හීනෙන්වත් තොසින්</a:t>
            </a:r>
          </a:p>
        </p:txBody>
      </p:sp>
      <p:sp>
        <p:nvSpPr>
          <p:cNvPr id="5454" name="Rectangle 5"/>
          <p:cNvSpPr txBox="1"/>
          <p:nvPr/>
        </p:nvSpPr>
        <p:spPr>
          <a:xfrm>
            <a:off x="4617719" y="4572003"/>
            <a:ext cx="4023362" cy="1525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ළං වෙමි ඔබට මම්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තව ළං වෙමි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6" name="TextBox 4"/>
          <p:cNvSpPr txBox="1"/>
          <p:nvPr/>
        </p:nvSpPr>
        <p:spPr>
          <a:xfrm>
            <a:off x="1714499" y="685803"/>
            <a:ext cx="3680461" cy="3773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එහි වේ වා සගෙන්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හිණි මගක්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ආසිරි ඔබගෙන්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එන්නේ උදක්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දුත හඩ අසමි</a:t>
            </a:r>
          </a:p>
        </p:txBody>
      </p:sp>
      <p:sp>
        <p:nvSpPr>
          <p:cNvPr id="5457" name="Rectangle 5"/>
          <p:cNvSpPr txBox="1"/>
          <p:nvPr/>
        </p:nvSpPr>
        <p:spPr>
          <a:xfrm>
            <a:off x="4629149" y="4419603"/>
            <a:ext cx="3707131" cy="1525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ළං වෙමි ඔබට මම්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තව ළං වෙමි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9" name="TextBox 3"/>
          <p:cNvSpPr txBox="1"/>
          <p:nvPr/>
        </p:nvSpPr>
        <p:spPr>
          <a:xfrm>
            <a:off x="1714499" y="685803"/>
            <a:ext cx="3680461" cy="3773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පිබිදී විට මා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තුති සිතින්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දැඩි දුක් රැසින් මා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බෙතෙල් නගම්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විපත් ඇති වුවත්</a:t>
            </a:r>
          </a:p>
        </p:txBody>
      </p:sp>
      <p:sp>
        <p:nvSpPr>
          <p:cNvPr id="5460" name="Rectangle 4"/>
          <p:cNvSpPr txBox="1"/>
          <p:nvPr/>
        </p:nvSpPr>
        <p:spPr>
          <a:xfrm>
            <a:off x="4629149" y="4419603"/>
            <a:ext cx="4088131" cy="1525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ළං වෙමි ඔබට මම්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තව ළං වෙමි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2" name="TextBox 3"/>
          <p:cNvSpPr txBox="1"/>
          <p:nvPr/>
        </p:nvSpPr>
        <p:spPr>
          <a:xfrm>
            <a:off x="1714499" y="685803"/>
            <a:ext cx="6252211" cy="3773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මින් ගොස් පියාසරින්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අහස් මැද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පසු කර යමි නම්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හිර සද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එත් මා ගී වෙයි නිතින්</a:t>
            </a:r>
          </a:p>
        </p:txBody>
      </p:sp>
      <p:sp>
        <p:nvSpPr>
          <p:cNvPr id="5463" name="Rectangle 4"/>
          <p:cNvSpPr txBox="1"/>
          <p:nvPr/>
        </p:nvSpPr>
        <p:spPr>
          <a:xfrm>
            <a:off x="4629149" y="4419603"/>
            <a:ext cx="4011931" cy="1525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ළං වෙමි ඔබට මම්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තව ළං වෙමි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5" name="Rectangle 3"/>
          <p:cNvSpPr txBox="1"/>
          <p:nvPr/>
        </p:nvSpPr>
        <p:spPr>
          <a:xfrm>
            <a:off x="502921" y="380999"/>
            <a:ext cx="997110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377</a:t>
            </a:r>
          </a:p>
        </p:txBody>
      </p:sp>
      <p:sp>
        <p:nvSpPr>
          <p:cNvPr id="5466" name="Rectangle 1"/>
          <p:cNvSpPr txBox="1"/>
          <p:nvPr/>
        </p:nvSpPr>
        <p:spPr>
          <a:xfrm>
            <a:off x="883922" y="1837265"/>
            <a:ext cx="6855530" cy="278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 indent="228600">
              <a:tabLst>
                <a:tab pos="4572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fcaiqia fuka jkakg f;dia fjus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228600">
              <a:tabLst>
                <a:tab pos="4572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iquqÿ .=Kfhks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228600">
              <a:tabLst>
                <a:tab pos="4572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fkd kslaus h reÿ joka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228600">
              <a:tabLst>
                <a:tab pos="4572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wm ysus uqfjks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" name="Rectangle 1"/>
          <p:cNvSpPr txBox="1"/>
          <p:nvPr/>
        </p:nvSpPr>
        <p:spPr>
          <a:xfrm>
            <a:off x="960119" y="1837265"/>
            <a:ext cx="7084131" cy="278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4572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fcaiqia fuka jkakg f;dia fjus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ks;r wheoSfuka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ÿgq f,i msh ;uka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lÿ msg kS;sfhka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0" name="Rectangle 1"/>
          <p:cNvSpPr txBox="1"/>
          <p:nvPr/>
        </p:nvSpPr>
        <p:spPr>
          <a:xfrm>
            <a:off x="960121" y="1761065"/>
            <a:ext cx="6626931" cy="278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4572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fcaiqia fuka jkakg f;dia fjus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fkl ks.d ,enqj;a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ldgj;a fkd fmkajSh hus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wjlreKdjl=;a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2" name="Rectangle 1"/>
          <p:cNvSpPr txBox="1"/>
          <p:nvPr/>
        </p:nvSpPr>
        <p:spPr>
          <a:xfrm>
            <a:off x="960121" y="1913465"/>
            <a:ext cx="6626931" cy="278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4572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fcaiqia fuka jkakg f;dia fjus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hym;alus lsrSfuka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wEg yels foa l&lt;d he 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ud .ek;a lshk fuka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4" name="TextBox 4"/>
          <p:cNvSpPr txBox="1"/>
          <p:nvPr/>
        </p:nvSpPr>
        <p:spPr>
          <a:xfrm>
            <a:off x="1036319" y="1447802"/>
            <a:ext cx="6995162" cy="421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 </a:t>
            </a:r>
            <a:r>
              <a:rPr b="1"/>
              <a:t>අහෝ නොවෙම් මම</a:t>
            </a:r>
            <a:r>
              <a:t> </a:t>
            </a:r>
            <a:r>
              <a:rPr>
                <a:latin typeface="FS-Chami."/>
                <a:ea typeface="FS-Chami."/>
                <a:cs typeface="FS-Chami."/>
                <a:sym typeface="FS-Chami."/>
              </a:rPr>
              <a:t>fcaiqia fuka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oksus ta nj fydoska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fcaiqiaks ug l=ˆKska</a:t>
            </a:r>
          </a:p>
          <a:p>
            <a:pPr>
              <a:defRPr b="1" sz="4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rPr b="0">
                <a:latin typeface="Iskoola Pota"/>
                <a:ea typeface="Iskoola Pota"/>
                <a:cs typeface="Iskoola Pota"/>
                <a:sym typeface="Iskoola Pota"/>
              </a:rPr>
              <a:t>ඔබ සේ වන්නට දෙන්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6" name="TextBox 3"/>
          <p:cNvSpPr txBox="1"/>
          <p:nvPr/>
        </p:nvSpPr>
        <p:spPr>
          <a:xfrm>
            <a:off x="397585" y="304803"/>
            <a:ext cx="9372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380</a:t>
            </a:r>
          </a:p>
        </p:txBody>
      </p:sp>
      <p:sp>
        <p:nvSpPr>
          <p:cNvPr id="5477" name="TextBox 4"/>
          <p:cNvSpPr txBox="1"/>
          <p:nvPr/>
        </p:nvSpPr>
        <p:spPr>
          <a:xfrm>
            <a:off x="498438" y="1371600"/>
            <a:ext cx="5871211" cy="2180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පෙම්බර ජේසු තුමනේ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සලකන බැවිනේ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අසරණ අපි ඔබෙ පිහිට පතා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එන්නෙමු ඔබගේ පා සෙවණේ</a:t>
            </a:r>
          </a:p>
        </p:txBody>
      </p:sp>
      <p:sp>
        <p:nvSpPr>
          <p:cNvPr id="5478" name="Rectangle 5"/>
          <p:cNvSpPr txBox="1"/>
          <p:nvPr/>
        </p:nvSpPr>
        <p:spPr>
          <a:xfrm>
            <a:off x="1426284" y="3810000"/>
            <a:ext cx="7299961" cy="2275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එතුමන් වෙත එන කිසි කෙනෙකුන්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කිසි විට අහකට නො දමන බැව්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කිවේ යහපත් ජේසු තුමා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0" name="TextBox 1"/>
          <p:cNvSpPr txBox="1"/>
          <p:nvPr/>
        </p:nvSpPr>
        <p:spPr>
          <a:xfrm>
            <a:off x="498438" y="1371600"/>
            <a:ext cx="5871211" cy="2180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පෙම්බර ජේසු තුමනේ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සලකන බැවිනේ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අසරණ අපි ඔබෙ පිහිට පතා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එන්නෙමු ඔබගේ පා සෙවණේ</a:t>
            </a:r>
          </a:p>
        </p:txBody>
      </p:sp>
      <p:sp>
        <p:nvSpPr>
          <p:cNvPr id="5481" name="Rectangle 2"/>
          <p:cNvSpPr txBox="1"/>
          <p:nvPr/>
        </p:nvSpPr>
        <p:spPr>
          <a:xfrm>
            <a:off x="1426284" y="3810000"/>
            <a:ext cx="7299961" cy="2275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ඉල්ලන සැම දේ ලැබුණේ ය 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අදහා ඒ ගැන අයදින මෙන්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කිවේ බලවත් ජේසු තුමා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3" name="TextBox 1"/>
          <p:cNvSpPr txBox="1"/>
          <p:nvPr/>
        </p:nvSpPr>
        <p:spPr>
          <a:xfrm>
            <a:off x="498438" y="1371600"/>
            <a:ext cx="5871211" cy="2180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පෙම්බර ජේසු තුමනේ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සලකන බැවිනේ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අසරණ අපි ඔබෙ පිහිට පතා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එන්නෙමු ඔබගේ පා සෙවණේ</a:t>
            </a:r>
          </a:p>
        </p:txBody>
      </p:sp>
      <p:sp>
        <p:nvSpPr>
          <p:cNvPr id="5484" name="Rectangle 2"/>
          <p:cNvSpPr txBox="1"/>
          <p:nvPr/>
        </p:nvSpPr>
        <p:spPr>
          <a:xfrm>
            <a:off x="1188721" y="3810000"/>
            <a:ext cx="7537527" cy="2275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කැලබිලි සිත ඇති කර නො ගෙන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තුමන් අදහන ලෙස කිවේ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ගැන සලකන ජේසු තුමා ජේසු තුමා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6" name="TextBox 1"/>
          <p:cNvSpPr txBox="1"/>
          <p:nvPr/>
        </p:nvSpPr>
        <p:spPr>
          <a:xfrm>
            <a:off x="498438" y="1371600"/>
            <a:ext cx="5871211" cy="2180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පෙම්බර ජේසු තුමනේ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සලකන බැවිනේ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අසරණ අපි ඔබෙ පිහිට පතා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එන්නෙමු ඔබගේ පා සෙවණේ</a:t>
            </a:r>
          </a:p>
        </p:txBody>
      </p:sp>
      <p:sp>
        <p:nvSpPr>
          <p:cNvPr id="5487" name="Rectangle 2"/>
          <p:cNvSpPr txBox="1"/>
          <p:nvPr/>
        </p:nvSpPr>
        <p:spPr>
          <a:xfrm>
            <a:off x="1426284" y="3810000"/>
            <a:ext cx="7299961" cy="2275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නෙක ලෙඩ දුක් ඇති සැම අය 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එතුමන් වෙත ගෙනෙනට කිවේ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ගුණවත් වෙදැදුරු ජේසු තුමා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9" name="TextBox 1"/>
          <p:cNvSpPr txBox="1"/>
          <p:nvPr/>
        </p:nvSpPr>
        <p:spPr>
          <a:xfrm>
            <a:off x="498438" y="1371600"/>
            <a:ext cx="5871211" cy="2180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පෙම්බර ජේසු තුමනේ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සලකන බැවිනේ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අසරණ අපි ඔබෙ පිහිට පතා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එන්නෙමු ඔබගේ පා සෙවණේ</a:t>
            </a:r>
          </a:p>
        </p:txBody>
      </p:sp>
      <p:sp>
        <p:nvSpPr>
          <p:cNvPr id="5490" name="Rectangle 2"/>
          <p:cNvSpPr txBox="1"/>
          <p:nvPr/>
        </p:nvSpPr>
        <p:spPr>
          <a:xfrm>
            <a:off x="1426284" y="3810000"/>
            <a:ext cx="7299961" cy="2275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නැණවත්කම අඩු සැම දෙන 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යා යුත්තේ නො මැලි ව අද 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වෙතට ය නැණවත් ජේසු තුමා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2" name="TextBox 1"/>
          <p:cNvSpPr txBox="1"/>
          <p:nvPr/>
        </p:nvSpPr>
        <p:spPr>
          <a:xfrm>
            <a:off x="153224" y="116634"/>
            <a:ext cx="1564744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381</a:t>
            </a:r>
          </a:p>
        </p:txBody>
      </p:sp>
      <p:sp>
        <p:nvSpPr>
          <p:cNvPr id="5493" name="TextBox 3"/>
          <p:cNvSpPr txBox="1"/>
          <p:nvPr/>
        </p:nvSpPr>
        <p:spPr>
          <a:xfrm>
            <a:off x="981315" y="1238810"/>
            <a:ext cx="8477514" cy="654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සුමිහිරි යාච්ඤා පැය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සිත් සනසන පැය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ඉන් මා ඕනෑකම් හිමිට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හැකි වේ ය පවසන්ට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පීඩා පැමිනි විට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ආත්මය ලැබී පිහිට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සාතන්ගෙන් ද මා මිදී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සුමිහිරි යාච්ඤා පැය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5" name="TextBox 2"/>
          <p:cNvSpPr txBox="1"/>
          <p:nvPr/>
        </p:nvSpPr>
        <p:spPr>
          <a:xfrm>
            <a:off x="1017319" y="908721"/>
            <a:ext cx="4901902" cy="5418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සුමිහිරි යාච්ඤා පැය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නැති කරයි මා සිත් බිය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කන්නලව් හිමි වෙත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යයි ඔබ නියත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 මා කැදවයි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අදහන්නට දෙව් වදන්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තබමි බර වෙත ස්වාමිනි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සුමිහිරි යාච්ඤා පැය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7" name="TextBox 2"/>
          <p:cNvSpPr txBox="1"/>
          <p:nvPr/>
        </p:nvSpPr>
        <p:spPr>
          <a:xfrm>
            <a:off x="1017319" y="980729"/>
            <a:ext cx="4901902" cy="5418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සුමිහිරි යාච්ඤා පැය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සැනැසුම් ඕනෑ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ඉකුත් වන මොහොත එයි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නිවෙස් මට දිස් වෙයි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ඉගිලි යන තෙක් එ දෙස්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ලබනට සග තේජස්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හඩ නගම් අවසර 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සුමිහිරි යාච්ඤා පැය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9" name="Title 1"/>
          <p:cNvSpPr txBox="1"/>
          <p:nvPr>
            <p:ph type="title"/>
          </p:nvPr>
        </p:nvSpPr>
        <p:spPr>
          <a:xfrm>
            <a:off x="1187623" y="1772815"/>
            <a:ext cx="6347717" cy="2664298"/>
          </a:xfrm>
          <a:prstGeom prst="rect">
            <a:avLst/>
          </a:prstGeom>
        </p:spPr>
        <p:txBody>
          <a:bodyPr/>
          <a:lstStyle/>
          <a:p>
            <a:pPr defTabSz="402336">
              <a:defRPr sz="35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සැඩ සුළං සේ හමන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සැඩ පාරක් මෙන් ගලන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විපතින් අප රකෙන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තැන වේ කරුණාසන</a:t>
            </a:r>
          </a:p>
        </p:txBody>
      </p:sp>
      <p:sp>
        <p:nvSpPr>
          <p:cNvPr id="5500" name="TextBox 4"/>
          <p:cNvSpPr txBox="1"/>
          <p:nvPr/>
        </p:nvSpPr>
        <p:spPr>
          <a:xfrm>
            <a:off x="585271" y="764703"/>
            <a:ext cx="98868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383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2" name="Title 1"/>
          <p:cNvSpPr txBox="1"/>
          <p:nvPr>
            <p:ph type="title"/>
          </p:nvPr>
        </p:nvSpPr>
        <p:spPr>
          <a:xfrm>
            <a:off x="827583" y="2132856"/>
            <a:ext cx="6347717" cy="1826582"/>
          </a:xfrm>
          <a:prstGeom prst="rect">
            <a:avLst/>
          </a:prstGeom>
        </p:spPr>
        <p:txBody>
          <a:bodyPr/>
          <a:lstStyle/>
          <a:p>
            <a:pPr defTabSz="246888">
              <a:defRPr sz="237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සිරින් අලෙවූ කෙරෙන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සොම්නසින් සිත් පිරවෙන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රුහිරෙන් තෙමෙන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තැන වේ කරුනසනේ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4" name="Title 1"/>
          <p:cNvSpPr txBox="1"/>
          <p:nvPr>
            <p:ph type="title"/>
          </p:nvPr>
        </p:nvSpPr>
        <p:spPr>
          <a:xfrm>
            <a:off x="1187623" y="3212976"/>
            <a:ext cx="6347717" cy="1826581"/>
          </a:xfrm>
          <a:prstGeom prst="rect">
            <a:avLst/>
          </a:prstGeom>
        </p:spPr>
        <p:txBody>
          <a:bodyPr/>
          <a:lstStyle/>
          <a:p>
            <a:pPr defTabSz="246888">
              <a:defRPr sz="237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මිතුරන් එක්තැන් කෙරෙන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ඈත සිටින්නන් ලං වන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අප හවුලක් කෙරෙන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තැන වේ කරුනසනේ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6" name="Title 1"/>
          <p:cNvSpPr txBox="1"/>
          <p:nvPr>
            <p:ph type="title"/>
          </p:nvPr>
        </p:nvSpPr>
        <p:spPr>
          <a:xfrm>
            <a:off x="609597" y="2700868"/>
            <a:ext cx="6347717" cy="1826582"/>
          </a:xfrm>
          <a:prstGeom prst="rect">
            <a:avLst/>
          </a:prstGeom>
        </p:spPr>
        <p:txBody>
          <a:bodyPr/>
          <a:lstStyle/>
          <a:p>
            <a:pPr defTabSz="301752">
              <a:defRPr sz="237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සග නැග යන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සග මෙහි බැසැ එන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දෙව් පරිසරය වන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තැන වී කරුනසනේ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8" name="Title 1"/>
          <p:cNvSpPr txBox="1"/>
          <p:nvPr>
            <p:ph type="title"/>
          </p:nvPr>
        </p:nvSpPr>
        <p:spPr>
          <a:xfrm>
            <a:off x="611560" y="1844824"/>
            <a:ext cx="6345753" cy="2682626"/>
          </a:xfrm>
          <a:prstGeom prst="rect">
            <a:avLst/>
          </a:prstGeom>
        </p:spPr>
        <p:txBody>
          <a:bodyPr/>
          <a:lstStyle/>
          <a:p>
            <a:pPr defTabSz="402336">
              <a:defRPr sz="35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පියාණෙනි අප යැදුම්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සුව උදෙසා නොවෙයි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දැහැමින් වැරෙන් එඩියෙන්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දිවි ගත කරන්ට යි</a:t>
            </a:r>
          </a:p>
        </p:txBody>
      </p:sp>
      <p:sp>
        <p:nvSpPr>
          <p:cNvPr id="5509" name="Text Placeholder 2"/>
          <p:cNvSpPr txBox="1"/>
          <p:nvPr>
            <p:ph type="body" sz="quarter" idx="1"/>
          </p:nvPr>
        </p:nvSpPr>
        <p:spPr>
          <a:xfrm>
            <a:off x="251519" y="260647"/>
            <a:ext cx="6347717" cy="860401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/>
            <a:r>
              <a:t>385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1" name="Title 1"/>
          <p:cNvSpPr txBox="1"/>
          <p:nvPr>
            <p:ph type="title"/>
          </p:nvPr>
        </p:nvSpPr>
        <p:spPr>
          <a:xfrm>
            <a:off x="611560" y="2060848"/>
            <a:ext cx="6345753" cy="2466602"/>
          </a:xfrm>
          <a:prstGeom prst="rect">
            <a:avLst/>
          </a:prstGeom>
        </p:spPr>
        <p:txBody>
          <a:bodyPr/>
          <a:lstStyle/>
          <a:p>
            <a:pPr defTabSz="411479">
              <a:defRPr sz="32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පතමු අපි නිතින්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නිල් තණ මත ලැගුම්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මාවත් මදින් රළු බෑවුම්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පා නඟන්ට දෙන් වරම්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3" name="Title 1"/>
          <p:cNvSpPr txBox="1"/>
          <p:nvPr>
            <p:ph type="title"/>
          </p:nvPr>
        </p:nvSpPr>
        <p:spPr>
          <a:xfrm>
            <a:off x="609597" y="2700868"/>
            <a:ext cx="6347717" cy="1826582"/>
          </a:xfrm>
          <a:prstGeom prst="rect">
            <a:avLst/>
          </a:prstGeom>
        </p:spPr>
        <p:txBody>
          <a:bodyPr/>
          <a:lstStyle/>
          <a:p>
            <a:pPr defTabSz="301752">
              <a:defRPr sz="237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නිසල දිය අසලත්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මැලි ව නො හිඳිමු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මඟැති කඳු බිඳිමු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ගලන්නට දිවි උල්පත්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5" name="Title 1"/>
          <p:cNvSpPr txBox="1"/>
          <p:nvPr>
            <p:ph type="title"/>
          </p:nvPr>
        </p:nvSpPr>
        <p:spPr>
          <a:xfrm>
            <a:off x="609597" y="2700868"/>
            <a:ext cx="6347717" cy="1826582"/>
          </a:xfrm>
          <a:prstGeom prst="rect">
            <a:avLst/>
          </a:prstGeom>
        </p:spPr>
        <p:txBody>
          <a:bodyPr/>
          <a:lstStyle/>
          <a:p>
            <a:pPr defTabSz="301752">
              <a:defRPr sz="237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දුබල කල්හි දිරි දෙන්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මුළාවේ දී මං පෙන් වන්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අනතුරු බිය මැදින්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පිය දෙව් අප වෙත් වන්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7" name="TextBox 3"/>
          <p:cNvSpPr txBox="1"/>
          <p:nvPr/>
        </p:nvSpPr>
        <p:spPr>
          <a:xfrm>
            <a:off x="350519" y="177226"/>
            <a:ext cx="12801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389</a:t>
            </a:r>
          </a:p>
        </p:txBody>
      </p:sp>
      <p:sp>
        <p:nvSpPr>
          <p:cNvPr id="5518" name="TextBox 4"/>
          <p:cNvSpPr txBox="1"/>
          <p:nvPr/>
        </p:nvSpPr>
        <p:spPr>
          <a:xfrm>
            <a:off x="1188719" y="914399"/>
            <a:ext cx="7909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මා දෙවි බැව් දනිම්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මම් යළි උපනෙම්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උරුම අත් නො හරිම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ම ඇලෙම්</a:t>
            </a:r>
          </a:p>
        </p:txBody>
      </p:sp>
      <p:sp>
        <p:nvSpPr>
          <p:cNvPr id="5519" name="TextBox 5"/>
          <p:cNvSpPr txBox="1"/>
          <p:nvPr/>
        </p:nvSpPr>
        <p:spPr>
          <a:xfrm>
            <a:off x="1188719" y="3448049"/>
            <a:ext cx="7680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වෙවුලන මා දැතින් 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අල්ලා ගනිමි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සෙතක් මට දෙන තෙක් 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යන්නට නො හරිම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1" name="TextBox 3"/>
          <p:cNvSpPr txBox="1"/>
          <p:nvPr/>
        </p:nvSpPr>
        <p:spPr>
          <a:xfrm>
            <a:off x="1188719" y="914399"/>
            <a:ext cx="7909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ජේසුස්නි ඔබ පෙම් ගින්න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තුළ දල්වන්න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පෑහි වසන්න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 ජිවත් වන්න</a:t>
            </a:r>
          </a:p>
        </p:txBody>
      </p:sp>
      <p:sp>
        <p:nvSpPr>
          <p:cNvPr id="5522" name="TextBox 4"/>
          <p:cNvSpPr txBox="1"/>
          <p:nvPr/>
        </p:nvSpPr>
        <p:spPr>
          <a:xfrm>
            <a:off x="1188719" y="3448049"/>
            <a:ext cx="7680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සුද්ද ගිනි මෙ දැන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බසී වා මා පිට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සුද්දාත්ම දෙවිදු වඩින්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පව් දවන්නට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4" name="TextBox 3"/>
          <p:cNvSpPr txBox="1"/>
          <p:nvPr/>
        </p:nvSpPr>
        <p:spPr>
          <a:xfrm>
            <a:off x="1188719" y="914399"/>
            <a:ext cx="7909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සුද්ද ගින්නෙන් මා සිත්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ඒකාලෝක වේ 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සියල්ල ම ඔබ බෙලෙන්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පිරිසිදු වේ වා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6" name="Rectangle 1"/>
          <p:cNvSpPr txBox="1"/>
          <p:nvPr/>
        </p:nvSpPr>
        <p:spPr>
          <a:xfrm>
            <a:off x="883920" y="1701572"/>
            <a:ext cx="7543984" cy="410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</a:tabLst>
              <a:defRPr sz="6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TSfyda udf.a fojs|qg</a:t>
            </a:r>
            <a:endParaRPr sz="4400"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</a:tabLst>
              <a:defRPr sz="6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meiiqus fokakg</a:t>
            </a:r>
            <a:endParaRPr sz="4400"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</a:tabLst>
              <a:defRPr sz="6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f,hska fiaoqKq fid|g</a:t>
            </a:r>
            <a:endParaRPr sz="4400"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</a:tabLst>
              <a:defRPr sz="6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we;a kus is;la ug </a:t>
            </a:r>
          </a:p>
        </p:txBody>
      </p:sp>
      <p:sp>
        <p:nvSpPr>
          <p:cNvPr id="5527" name="Rectangle 4"/>
          <p:cNvSpPr txBox="1"/>
          <p:nvPr/>
        </p:nvSpPr>
        <p:spPr>
          <a:xfrm>
            <a:off x="579121" y="381001"/>
            <a:ext cx="1175704" cy="802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390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" name="Rectangle 1"/>
          <p:cNvSpPr txBox="1"/>
          <p:nvPr/>
        </p:nvSpPr>
        <p:spPr>
          <a:xfrm>
            <a:off x="1036320" y="1244372"/>
            <a:ext cx="7078227" cy="410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  <a:tab pos="914400" algn="l"/>
              </a:tabLst>
              <a:defRPr sz="6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is;la ;e,qKq ns|qqK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914400" algn="l"/>
              </a:tabLst>
              <a:defRPr sz="6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jkafka isyiqk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914400" algn="l"/>
              </a:tabLst>
              <a:defRPr sz="6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fcaiqia rclus lrk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914400" algn="l"/>
              </a:tabLst>
              <a:defRPr sz="6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wK m;=rk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1" name="Rectangle 1"/>
          <p:cNvSpPr txBox="1"/>
          <p:nvPr/>
        </p:nvSpPr>
        <p:spPr>
          <a:xfrm>
            <a:off x="1417319" y="1168172"/>
            <a:ext cx="6485185" cy="410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</a:tabLst>
              <a:defRPr sz="6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is;la hg;a woyk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</a:tabLst>
              <a:defRPr sz="6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ysusg we,qK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</a:tabLst>
              <a:defRPr sz="6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kis;;a ysus fmusk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</a:tabLst>
              <a:defRPr sz="6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fjka l&lt; fkdfyk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3" name="Rectangle 1"/>
          <p:cNvSpPr txBox="1"/>
          <p:nvPr/>
        </p:nvSpPr>
        <p:spPr>
          <a:xfrm>
            <a:off x="731522" y="1701572"/>
            <a:ext cx="8862266" cy="410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</a:tabLst>
              <a:defRPr sz="6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is;la ls</a:t>
            </a:r>
            <a:r>
              <a:rPr>
                <a:latin typeface="0KDARALIYA"/>
                <a:ea typeface="0KDARALIYA"/>
                <a:cs typeface="0KDARALIYA"/>
                <a:sym typeface="0KDARALIYA"/>
              </a:rPr>
              <a:t>ˆ</a:t>
            </a:r>
            <a:r>
              <a:t>fgka usoqK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</a:tabLst>
              <a:defRPr sz="6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fojs fmus imsreK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</a:tabLst>
              <a:defRPr sz="6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hdm;ska oeuska msreK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</a:tabLst>
              <a:defRPr sz="6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Tn is; fuk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5" name="Rectangle 1"/>
          <p:cNvSpPr txBox="1"/>
          <p:nvPr/>
        </p:nvSpPr>
        <p:spPr>
          <a:xfrm>
            <a:off x="655320" y="558572"/>
            <a:ext cx="8024885" cy="410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</a:tabLst>
              <a:defRPr sz="6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ysusfhks is;la fu jka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</a:tabLst>
              <a:defRPr sz="6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if.ka ug tjka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</a:tabLst>
              <a:defRPr sz="6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fm%auh kus w,q;a ku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</a:tabLst>
              <a:defRPr sz="6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,shka ud is;ays u</a:t>
            </a:r>
          </a:p>
        </p:txBody>
      </p:sp>
      <p:sp>
        <p:nvSpPr>
          <p:cNvPr id="5536" name="TextBox 4"/>
          <p:cNvSpPr txBox="1"/>
          <p:nvPr/>
        </p:nvSpPr>
        <p:spPr>
          <a:xfrm>
            <a:off x="4617719" y="5562601"/>
            <a:ext cx="4251962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             pd,aia fjia,s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2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mrsj¾;l </a:t>
            </a:r>
            <a:r>
              <a:rPr>
                <a:latin typeface="Trebuchet MS"/>
                <a:ea typeface="Trebuchet MS"/>
                <a:cs typeface="Trebuchet MS"/>
                <a:sym typeface="Trebuchet MS"/>
              </a:rPr>
              <a:t>:</a:t>
            </a:r>
            <a:r>
              <a:t> fca</a:t>
            </a:r>
            <a:r>
              <a:rPr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r>
              <a:t> Mia</a:t>
            </a:r>
            <a:r>
              <a:rPr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r>
              <a:t> o  Mia</a:t>
            </a:r>
            <a:r>
              <a:rPr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8" name="TextBox 3"/>
          <p:cNvSpPr txBox="1"/>
          <p:nvPr/>
        </p:nvSpPr>
        <p:spPr>
          <a:xfrm>
            <a:off x="301358" y="228602"/>
            <a:ext cx="12801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39</a:t>
            </a:r>
            <a:r>
              <a:t>2</a:t>
            </a:r>
          </a:p>
        </p:txBody>
      </p:sp>
      <p:sp>
        <p:nvSpPr>
          <p:cNvPr id="5539" name="TextBox 4"/>
          <p:cNvSpPr txBox="1"/>
          <p:nvPr/>
        </p:nvSpPr>
        <p:spPr>
          <a:xfrm>
            <a:off x="731521" y="520987"/>
            <a:ext cx="7757161" cy="3399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ස්වාමිනේ මම එමි මේ දිනේ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කැඳවන සැම තැන යන ලෙසිනේ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ගෝලයෝ ගියෝ තොසින්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බලේ ලැබූ සෙදින්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සේවයේ යොදන්න අවසර දෙන්න ඒ ලෙසින් </a:t>
            </a:r>
          </a:p>
        </p:txBody>
      </p:sp>
      <p:sp>
        <p:nvSpPr>
          <p:cNvPr id="5540" name="TextBox 8"/>
          <p:cNvSpPr txBox="1"/>
          <p:nvPr/>
        </p:nvSpPr>
        <p:spPr>
          <a:xfrm>
            <a:off x="694650" y="3474523"/>
            <a:ext cx="8251230" cy="3399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සාමිනේ මම එමි මේ දිනේ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දුන් ආසිරි ගෙන එමි තුටු සිතිනේ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සේවයේ යෙදී සිටීම්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උතුම් දෙව් ස්වාමිගේ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නැත්තේ කිසි සැනසුම නොලැබේ නම් ඒ සැපේ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2" name="TextBox 4"/>
          <p:cNvSpPr txBox="1"/>
          <p:nvPr/>
        </p:nvSpPr>
        <p:spPr>
          <a:xfrm>
            <a:off x="579119" y="152400"/>
            <a:ext cx="8366762" cy="3399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සාමිනේ මම එමි මේ දිනේ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පුදනට පාමුල තලෙන්ත මගේ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සෑම දේ මැදින් ජයෙන්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යන්නෙමි බෙලෙන් ඔබේ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විපත් ඇති දනන් සොයා යමි මේ මාර්ගයේ</a:t>
            </a:r>
          </a:p>
        </p:txBody>
      </p:sp>
      <p:sp>
        <p:nvSpPr>
          <p:cNvPr id="5543" name="TextBox 8"/>
          <p:cNvSpPr txBox="1"/>
          <p:nvPr/>
        </p:nvSpPr>
        <p:spPr>
          <a:xfrm>
            <a:off x="579119" y="3581400"/>
            <a:ext cx="8366762" cy="3399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සාමිනේ මම එමි මේ දිනේ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අණ ලෙස සත කැඳවන සේ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 ආත්මයෙන් දැවී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ලෝක ආසා යයි ගෙවී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යන්නෙම් ඔබ පස්සේ කුරුසිය ගෙන තොස් වෙවී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5" name="TextBox 4"/>
          <p:cNvSpPr txBox="1"/>
          <p:nvPr/>
        </p:nvSpPr>
        <p:spPr>
          <a:xfrm>
            <a:off x="731521" y="609600"/>
            <a:ext cx="7501523" cy="3399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සාමිනේ මම එමි මේ දිනේ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දේවාසිරින් මෙම ලොව සරසන සේ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නොවෙයි ඔබේ පෙමයි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ලොවේ උතුම් එයයි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ප්‍රේමයේ ඒ මහිමය විශ්වයේ බැබළේවා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7" name="TextBox 3"/>
          <p:cNvSpPr txBox="1"/>
          <p:nvPr/>
        </p:nvSpPr>
        <p:spPr>
          <a:xfrm>
            <a:off x="301358" y="228602"/>
            <a:ext cx="12801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395</a:t>
            </a:r>
          </a:p>
        </p:txBody>
      </p:sp>
      <p:sp>
        <p:nvSpPr>
          <p:cNvPr id="5548" name="TextBox 4"/>
          <p:cNvSpPr txBox="1"/>
          <p:nvPr/>
        </p:nvSpPr>
        <p:spPr>
          <a:xfrm>
            <a:off x="987160" y="1219202"/>
            <a:ext cx="7501523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මුතු කැට  සොයනට ඇයි වෙහෙසෙන්නේ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මුතු එකමුතු බව නොමැති ද දන්නේ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ලක් මව දියුණුව අප අත වන්නේ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කිතු තුම ගිය මග අපි යන්නේ</a:t>
            </a:r>
          </a:p>
        </p:txBody>
      </p:sp>
      <p:sp>
        <p:nvSpPr>
          <p:cNvPr id="5549" name="TextBox 5"/>
          <p:cNvSpPr txBox="1"/>
          <p:nvPr/>
        </p:nvSpPr>
        <p:spPr>
          <a:xfrm>
            <a:off x="2103119" y="3657599"/>
            <a:ext cx="6614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මිතුරන් සමගින දුක සැප බෙදමින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දියුණුවට යි අපි අත දෙන්නේ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සතුරන් අප හට නැත කිසි විට ලොව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සාමෙන් අපි ජීවත් වන්නේ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1" name="TextBox 3"/>
          <p:cNvSpPr txBox="1"/>
          <p:nvPr/>
        </p:nvSpPr>
        <p:spPr>
          <a:xfrm>
            <a:off x="987160" y="1219202"/>
            <a:ext cx="7501523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මුතු කැට  සොයනට ඇයි වෙහෙසෙන්නේ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මුතු එකමුතු බව නොමැති ද දන්නේ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ලක් මව දියුණුව අප අත වන්නේ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කිතු තුම ගිය මග අපි යන්නේ</a:t>
            </a:r>
          </a:p>
        </p:txBody>
      </p:sp>
      <p:sp>
        <p:nvSpPr>
          <p:cNvPr id="5552" name="TextBox 4"/>
          <p:cNvSpPr txBox="1"/>
          <p:nvPr/>
        </p:nvSpPr>
        <p:spPr>
          <a:xfrm>
            <a:off x="2103119" y="3657599"/>
            <a:ext cx="6614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සමිදුන් අප හට දී ඇති ශක්තිය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යොදමින් හෙළ බිම සුරකින්නේ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 දින අප හට ලැබෙනා දුක සැප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සමිදුන්ට යි පුද දෙන්නේ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4" name="TextBox 3"/>
          <p:cNvSpPr txBox="1"/>
          <p:nvPr/>
        </p:nvSpPr>
        <p:spPr>
          <a:xfrm>
            <a:off x="987160" y="1219202"/>
            <a:ext cx="7501523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මුතු කැට  සොයනට ඇයි වෙහෙසෙන්නේ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මුතු එකමුතු බව නොමැති ද දන්නේ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ලක් මව දියුණුව අප අත වන්නේ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කිතු තුම ගිය මග අපි යන්නේ</a:t>
            </a:r>
          </a:p>
        </p:txBody>
      </p:sp>
      <p:sp>
        <p:nvSpPr>
          <p:cNvPr id="5555" name="TextBox 4"/>
          <p:cNvSpPr txBox="1"/>
          <p:nvPr/>
        </p:nvSpPr>
        <p:spPr>
          <a:xfrm>
            <a:off x="2103119" y="3657599"/>
            <a:ext cx="6614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 පවුලක දරුවන් ලෙස අපි සැම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කිසි විට නැහැ පසුබට වන්නේ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කිතු දම දස අත පතුරන විලසින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අත්වැල් බැඳ පෙරට යි එන්නේ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7" name="TextBox 3"/>
          <p:cNvSpPr txBox="1"/>
          <p:nvPr/>
        </p:nvSpPr>
        <p:spPr>
          <a:xfrm>
            <a:off x="350519" y="304802"/>
            <a:ext cx="1356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398</a:t>
            </a:r>
          </a:p>
        </p:txBody>
      </p:sp>
      <p:sp>
        <p:nvSpPr>
          <p:cNvPr id="5558" name="TextBox 4"/>
          <p:cNvSpPr txBox="1"/>
          <p:nvPr/>
        </p:nvSpPr>
        <p:spPr>
          <a:xfrm>
            <a:off x="1074419" y="1295399"/>
            <a:ext cx="6271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බාරයි උතුම් වැඩක්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දෙවිදුගෙන් මට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අමරණිය ආත්මයක්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දිනා ගැනීමට</a:t>
            </a:r>
          </a:p>
        </p:txBody>
      </p:sp>
      <p:sp>
        <p:nvSpPr>
          <p:cNvPr id="5559" name="TextBox 5"/>
          <p:cNvSpPr txBox="1"/>
          <p:nvPr/>
        </p:nvSpPr>
        <p:spPr>
          <a:xfrm>
            <a:off x="3264048" y="4114799"/>
            <a:ext cx="54711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මගේ කැදවීම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සපුරාලන්නට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ගත සිත පුදනට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 වරම මට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1" name="TextBox 1"/>
          <p:cNvSpPr txBox="1"/>
          <p:nvPr/>
        </p:nvSpPr>
        <p:spPr>
          <a:xfrm>
            <a:off x="1074419" y="1295399"/>
            <a:ext cx="6271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වටින් වසන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සියලු සතට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යුතුකම් සපිරෙන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ලෙස දෙන් පිහිට</a:t>
            </a:r>
          </a:p>
        </p:txBody>
      </p:sp>
      <p:sp>
        <p:nvSpPr>
          <p:cNvPr id="5562" name="TextBox 2"/>
          <p:cNvSpPr txBox="1"/>
          <p:nvPr/>
        </p:nvSpPr>
        <p:spPr>
          <a:xfrm>
            <a:off x="3264048" y="4114799"/>
            <a:ext cx="54711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උනන්දු ආත්මයෙන්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පුරවන් මා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යුතු ගණනක් දෙන මෙන්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සුදානම් කරන් මා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4" name="TextBox 1"/>
          <p:cNvSpPr txBox="1"/>
          <p:nvPr/>
        </p:nvSpPr>
        <p:spPr>
          <a:xfrm>
            <a:off x="1074419" y="1295399"/>
            <a:ext cx="6271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නිතර යාච්ඤාවෙන්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පිබිද ඉන්නටත්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කෙරේ විශ්වාසයෙන්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වසන්ට වරම් දෙන්</a:t>
            </a:r>
          </a:p>
        </p:txBody>
      </p:sp>
      <p:sp>
        <p:nvSpPr>
          <p:cNvPr id="5565" name="TextBox 2"/>
          <p:cNvSpPr txBox="1"/>
          <p:nvPr/>
        </p:nvSpPr>
        <p:spPr>
          <a:xfrm>
            <a:off x="3264048" y="4114799"/>
            <a:ext cx="54711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පිහිට වෙන් මට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මෙහෙය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පැහැර නො හරින්නට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නැත් නම් මා නසී ය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7" name="TextBox 1"/>
          <p:cNvSpPr txBox="1"/>
          <p:nvPr/>
        </p:nvSpPr>
        <p:spPr>
          <a:xfrm>
            <a:off x="579119" y="457199"/>
            <a:ext cx="188976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401</a:t>
            </a:r>
          </a:p>
        </p:txBody>
      </p:sp>
      <p:sp>
        <p:nvSpPr>
          <p:cNvPr id="5568" name="TextBox 2"/>
          <p:cNvSpPr txBox="1"/>
          <p:nvPr/>
        </p:nvSpPr>
        <p:spPr>
          <a:xfrm>
            <a:off x="1264919" y="1120675"/>
            <a:ext cx="6461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වැඩ කරන් පියාණන්ගේ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හිමි කල ලෙසින්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අඩි පාරේ එතුමන්ගේ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යන්නට යුතු යි  නීතියෙන් </a:t>
            </a:r>
          </a:p>
        </p:txBody>
      </p:sp>
      <p:sp>
        <p:nvSpPr>
          <p:cNvPr id="5569" name="TextBox 3"/>
          <p:cNvSpPr txBox="1"/>
          <p:nvPr/>
        </p:nvSpPr>
        <p:spPr>
          <a:xfrm>
            <a:off x="1264919" y="3733799"/>
            <a:ext cx="6385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වැඩ කරන් බෝ විරියෙන්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ලාබය ම යි ඉන් අත්වන්නේ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අනුන් ඔබ ගරහතත්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සදා පසසන්නේ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1" name="TextBox 3"/>
          <p:cNvSpPr txBox="1"/>
          <p:nvPr/>
        </p:nvSpPr>
        <p:spPr>
          <a:xfrm>
            <a:off x="1188719" y="685799"/>
            <a:ext cx="6918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වැඩ කරන් උනන්දුවෙන්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 රැය බෝ ලං වන්නේ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අලසකම් පහ කරන්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ආත්ම නැති වෙවී යන්නේ </a:t>
            </a:r>
          </a:p>
        </p:txBody>
      </p:sp>
      <p:sp>
        <p:nvSpPr>
          <p:cNvPr id="5572" name="TextBox 4"/>
          <p:cNvSpPr txBox="1"/>
          <p:nvPr/>
        </p:nvSpPr>
        <p:spPr>
          <a:xfrm>
            <a:off x="1188719" y="3428999"/>
            <a:ext cx="7223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වටින් නැසෙති සත්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කිසි පැතුමක්  නැති ව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දන්වන් සැණෙන් යේසුස්  දෙවි පුත්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ජිවනාලෝකය  බව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4" name="TextBox 1"/>
          <p:cNvSpPr txBox="1"/>
          <p:nvPr/>
        </p:nvSpPr>
        <p:spPr>
          <a:xfrm>
            <a:off x="960119" y="533399"/>
            <a:ext cx="7376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වැඩ කරන් මැලි නො වී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අවදි ව යාච්ඤා කරන්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දස දිගින් මුළා වෙවී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යන්නන්  හිමි  වෙත ගෙනෙන් </a:t>
            </a:r>
          </a:p>
        </p:txBody>
      </p:sp>
      <p:sp>
        <p:nvSpPr>
          <p:cNvPr id="5575" name="TextBox 4"/>
          <p:cNvSpPr txBox="1"/>
          <p:nvPr/>
        </p:nvSpPr>
        <p:spPr>
          <a:xfrm>
            <a:off x="960119" y="3428999"/>
            <a:ext cx="6918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වැඩ කරන් සොම්නස් සිතින්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වෙහෙස ඉකුත් වන්නේ ය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ඇසෙන්නේ ය හඩක් සැණෙන්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යලිත් වඩින්නේ ය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7" name="Content Placeholder 2"/>
          <p:cNvSpPr txBox="1"/>
          <p:nvPr>
            <p:ph type="body" idx="1"/>
          </p:nvPr>
        </p:nvSpPr>
        <p:spPr>
          <a:xfrm>
            <a:off x="457200" y="381000"/>
            <a:ext cx="8229600" cy="6248400"/>
          </a:xfrm>
          <a:prstGeom prst="rect">
            <a:avLst/>
          </a:prstGeom>
        </p:spPr>
        <p:txBody>
          <a:bodyPr/>
          <a:lstStyle/>
          <a:p>
            <a:pPr marL="0" indent="0" defTabSz="425195">
              <a:lnSpc>
                <a:spcPct val="80000"/>
              </a:lnSpc>
              <a:spcBef>
                <a:spcPts val="900"/>
              </a:spcBef>
              <a:buSzTx/>
              <a:buFont typeface="Wingdings 3"/>
              <a:buNone/>
              <a:defRPr sz="3441"/>
            </a:pPr>
            <a:r>
              <a:t>402</a:t>
            </a:r>
            <a:r>
              <a:rPr sz="1488"/>
              <a:t> </a:t>
            </a:r>
            <a:endParaRPr sz="1488"/>
          </a:p>
          <a:p>
            <a:pPr marL="0" indent="0" defTabSz="425195">
              <a:lnSpc>
                <a:spcPct val="80000"/>
              </a:lnSpc>
              <a:spcBef>
                <a:spcPts val="900"/>
              </a:spcBef>
              <a:buSzTx/>
              <a:buFont typeface="Wingdings 3"/>
              <a:buNone/>
              <a:defRPr sz="1488"/>
            </a:pPr>
          </a:p>
          <a:p>
            <a:pPr marL="0" indent="0" defTabSz="425195">
              <a:lnSpc>
                <a:spcPct val="80000"/>
              </a:lnSpc>
              <a:spcBef>
                <a:spcPts val="900"/>
              </a:spcBef>
              <a:buSzTx/>
              <a:buFont typeface="Wingdings 3"/>
              <a:buNone/>
              <a:defRPr sz="3627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උදය දවාල</a:t>
            </a:r>
            <a:endParaRPr sz="1488"/>
          </a:p>
          <a:p>
            <a:pPr marL="0" indent="0" defTabSz="425195">
              <a:lnSpc>
                <a:spcPct val="80000"/>
              </a:lnSpc>
              <a:spcBef>
                <a:spcPts val="900"/>
              </a:spcBef>
              <a:buSzTx/>
              <a:buFont typeface="Wingdings 3"/>
              <a:buNone/>
              <a:defRPr sz="3627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සවස කදුලෙන් </a:t>
            </a:r>
            <a:endParaRPr sz="1488"/>
          </a:p>
          <a:p>
            <a:pPr marL="0" indent="0" defTabSz="425195">
              <a:lnSpc>
                <a:spcPct val="80000"/>
              </a:lnSpc>
              <a:spcBef>
                <a:spcPts val="900"/>
              </a:spcBef>
              <a:buSzTx/>
              <a:buFont typeface="Wingdings 3"/>
              <a:buNone/>
              <a:defRPr sz="3627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කරුණාවේ බිජ </a:t>
            </a:r>
            <a:endParaRPr sz="1488"/>
          </a:p>
          <a:p>
            <a:pPr marL="0" indent="0" defTabSz="425195">
              <a:lnSpc>
                <a:spcPct val="80000"/>
              </a:lnSpc>
              <a:spcBef>
                <a:spcPts val="900"/>
              </a:spcBef>
              <a:buSzTx/>
              <a:buFont typeface="Wingdings 3"/>
              <a:buNone/>
              <a:defRPr sz="3627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වපුරන් නිතින් </a:t>
            </a:r>
            <a:endParaRPr sz="1488"/>
          </a:p>
          <a:p>
            <a:pPr marL="0" indent="0" defTabSz="425195">
              <a:lnSpc>
                <a:spcPct val="80000"/>
              </a:lnSpc>
              <a:spcBef>
                <a:spcPts val="900"/>
              </a:spcBef>
              <a:buSzTx/>
              <a:buFont typeface="Wingdings 3"/>
              <a:buNone/>
              <a:defRPr sz="3627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කැපෙන අස්වැන්නෙන් </a:t>
            </a:r>
            <a:endParaRPr sz="1488"/>
          </a:p>
          <a:p>
            <a:pPr marL="0" indent="0" defTabSz="425195">
              <a:lnSpc>
                <a:spcPct val="80000"/>
              </a:lnSpc>
              <a:spcBef>
                <a:spcPts val="900"/>
              </a:spcBef>
              <a:buSzTx/>
              <a:buFont typeface="Wingdings 3"/>
              <a:buNone/>
              <a:defRPr sz="3627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පිරෙන සොම්නසින් </a:t>
            </a:r>
            <a:endParaRPr sz="1488"/>
          </a:p>
          <a:p>
            <a:pPr marL="0" indent="0" defTabSz="425195">
              <a:lnSpc>
                <a:spcPct val="80000"/>
              </a:lnSpc>
              <a:spcBef>
                <a:spcPts val="900"/>
              </a:spcBef>
              <a:buSzTx/>
              <a:buFont typeface="Wingdings 3"/>
              <a:buNone/>
              <a:defRPr sz="3627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රැස් කර ගෙනෙමු </a:t>
            </a:r>
            <a:endParaRPr sz="1488"/>
          </a:p>
          <a:p>
            <a:pPr marL="0" indent="0" defTabSz="425195">
              <a:lnSpc>
                <a:spcPct val="80000"/>
              </a:lnSpc>
              <a:spcBef>
                <a:spcPts val="900"/>
              </a:spcBef>
              <a:buSzTx/>
              <a:buFont typeface="Wingdings 3"/>
              <a:buNone/>
              <a:defRPr sz="3627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මිටි බදිමින්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9" name="Content Placeholder 2"/>
          <p:cNvSpPr txBox="1"/>
          <p:nvPr>
            <p:ph type="body" idx="1"/>
          </p:nvPr>
        </p:nvSpPr>
        <p:spPr>
          <a:xfrm>
            <a:off x="304800" y="228602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මිටි බදිමින්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මිටි බදිමින් </a:t>
            </a: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රැස් කර ගෙනෙමු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සතුටු සිතින්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1" name="Content Placeholder 2"/>
          <p:cNvSpPr txBox="1"/>
          <p:nvPr>
            <p:ph type="body" idx="1"/>
          </p:nvPr>
        </p:nvSpPr>
        <p:spPr>
          <a:xfrm>
            <a:off x="304800" y="304802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 defTabSz="269747">
              <a:spcBef>
                <a:spcPts val="500"/>
              </a:spcBef>
              <a:buSzTx/>
              <a:buFont typeface="Wingdings 3"/>
              <a:buNone/>
              <a:defRPr sz="23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හිරු රැස් කල ද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269747">
              <a:spcBef>
                <a:spcPts val="500"/>
              </a:spcBef>
              <a:buSzTx/>
              <a:buFont typeface="Wingdings 3"/>
              <a:buNone/>
              <a:defRPr sz="23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වපුරා සෙවණේ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269747">
              <a:spcBef>
                <a:spcPts val="500"/>
              </a:spcBef>
              <a:buSzTx/>
              <a:buFont typeface="Wingdings 3"/>
              <a:buNone/>
              <a:defRPr sz="23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වැසි සුළගේ දී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269747">
              <a:spcBef>
                <a:spcPts val="500"/>
              </a:spcBef>
              <a:buSzTx/>
              <a:buFont typeface="Wingdings 3"/>
              <a:buNone/>
              <a:defRPr sz="23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බිය නො ගෙන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269747">
              <a:spcBef>
                <a:spcPts val="500"/>
              </a:spcBef>
              <a:buSzTx/>
              <a:buFont typeface="Wingdings 3"/>
              <a:buNone/>
              <a:defRPr sz="23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ඉක්මනින් කැපුමත්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269747">
              <a:spcBef>
                <a:spcPts val="500"/>
              </a:spcBef>
              <a:buSzTx/>
              <a:buFont typeface="Wingdings 3"/>
              <a:buNone/>
              <a:defRPr sz="23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වෙහෙසත් ඉකුත් වී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269747">
              <a:spcBef>
                <a:spcPts val="500"/>
              </a:spcBef>
              <a:buSzTx/>
              <a:buFont typeface="Wingdings 3"/>
              <a:buNone/>
              <a:defRPr sz="23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රැස් කර ගෙනෙමු </a:t>
            </a:r>
            <a:endParaRPr b="1"/>
          </a:p>
          <a:p>
            <a:pPr marL="0" indent="0" defTabSz="269747">
              <a:spcBef>
                <a:spcPts val="500"/>
              </a:spcBef>
              <a:buSzTx/>
              <a:buFont typeface="Wingdings 3"/>
              <a:buNone/>
              <a:defRPr sz="23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මිටි බදිමින් </a:t>
            </a:r>
          </a:p>
          <a:p>
            <a:pPr marL="0" indent="0" defTabSz="269747">
              <a:spcBef>
                <a:spcPts val="500"/>
              </a:spcBef>
              <a:buSzTx/>
              <a:buFont typeface="Wingdings 3"/>
              <a:buNone/>
              <a:defRPr sz="2359"/>
            </a:pPr>
            <a: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3" name="Content Placeholder 2"/>
          <p:cNvSpPr txBox="1"/>
          <p:nvPr>
            <p:ph type="body" idx="1"/>
          </p:nvPr>
        </p:nvSpPr>
        <p:spPr>
          <a:xfrm>
            <a:off x="228600" y="228602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5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මිටි බදිමින්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5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මිටි බදිමින් </a:t>
            </a:r>
          </a:p>
          <a:p>
            <a:pPr marL="0" indent="0">
              <a:buSzTx/>
              <a:buFont typeface="Wingdings 3"/>
              <a:buNone/>
              <a:defRPr sz="5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රැස් කර ගෙනෙමු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5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සතුටු සිතින්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5" name="Content Placeholder 2"/>
          <p:cNvSpPr txBox="1"/>
          <p:nvPr>
            <p:ph type="body" idx="1"/>
          </p:nvPr>
        </p:nvSpPr>
        <p:spPr>
          <a:xfrm>
            <a:off x="152400" y="152402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 defTabSz="269747">
              <a:spcBef>
                <a:spcPts val="500"/>
              </a:spcBef>
              <a:buSzTx/>
              <a:buFont typeface="Wingdings 3"/>
              <a:buNone/>
              <a:defRPr sz="23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නිසා කදුලෙන්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269747">
              <a:spcBef>
                <a:spcPts val="500"/>
              </a:spcBef>
              <a:buSzTx/>
              <a:buFont typeface="Wingdings 3"/>
              <a:buNone/>
              <a:defRPr sz="23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හිමිගේ නමින් ගොස්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269747">
              <a:spcBef>
                <a:spcPts val="500"/>
              </a:spcBef>
              <a:buSzTx/>
              <a:buFont typeface="Wingdings 3"/>
              <a:buNone/>
              <a:defRPr sz="23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වපුරන් අමාරු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269747">
              <a:spcBef>
                <a:spcPts val="500"/>
              </a:spcBef>
              <a:buSzTx/>
              <a:buFont typeface="Wingdings 3"/>
              <a:buNone/>
              <a:defRPr sz="23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පැමිණෙන මුත්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269747">
              <a:spcBef>
                <a:spcPts val="500"/>
              </a:spcBef>
              <a:buSzTx/>
              <a:buFont typeface="Wingdings 3"/>
              <a:buNone/>
              <a:defRPr sz="23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කදුළු සිදී ගොස්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269747">
              <a:spcBef>
                <a:spcPts val="500"/>
              </a:spcBef>
              <a:buSzTx/>
              <a:buFont typeface="Wingdings 3"/>
              <a:buNone/>
              <a:defRPr sz="23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කැදවයි හිමි තොස්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269747">
              <a:spcBef>
                <a:spcPts val="500"/>
              </a:spcBef>
              <a:buSzTx/>
              <a:buFont typeface="Wingdings 3"/>
              <a:buNone/>
              <a:defRPr sz="23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රැස් කර ගෙනෙමු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269747">
              <a:spcBef>
                <a:spcPts val="500"/>
              </a:spcBef>
              <a:buSzTx/>
              <a:buFont typeface="Wingdings 3"/>
              <a:buNone/>
              <a:defRPr sz="235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මිටි බදිමින් </a:t>
            </a:r>
          </a:p>
          <a:p>
            <a:pPr marL="0" indent="0" defTabSz="269747">
              <a:spcBef>
                <a:spcPts val="500"/>
              </a:spcBef>
              <a:buSzTx/>
              <a:buFont typeface="Wingdings 3"/>
              <a:buNone/>
              <a:defRPr sz="2359"/>
            </a:pPr>
            <a: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7" name="Content Placeholder 2"/>
          <p:cNvSpPr txBox="1"/>
          <p:nvPr>
            <p:ph type="body" idx="1"/>
          </p:nvPr>
        </p:nvSpPr>
        <p:spPr>
          <a:xfrm>
            <a:off x="228600" y="228600"/>
            <a:ext cx="8229600" cy="6477000"/>
          </a:xfrm>
          <a:prstGeom prst="rect">
            <a:avLst/>
          </a:prstGeom>
        </p:spPr>
        <p:txBody>
          <a:bodyPr/>
          <a:lstStyle/>
          <a:p>
            <a:pPr marL="0" indent="0" defTabSz="420623">
              <a:spcBef>
                <a:spcPts val="900"/>
              </a:spcBef>
              <a:buSzTx/>
              <a:buFont typeface="Wingdings 3"/>
              <a:buNone/>
              <a:defRPr sz="441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මිටි බදිමින්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20623">
              <a:spcBef>
                <a:spcPts val="900"/>
              </a:spcBef>
              <a:buSzTx/>
              <a:buFont typeface="Wingdings 3"/>
              <a:buNone/>
              <a:defRPr sz="441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මිටි බදිමින් </a:t>
            </a:r>
          </a:p>
          <a:p>
            <a:pPr marL="0" indent="0" defTabSz="420623">
              <a:spcBef>
                <a:spcPts val="900"/>
              </a:spcBef>
              <a:buSzTx/>
              <a:buFont typeface="Wingdings 3"/>
              <a:buNone/>
              <a:defRPr sz="441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රැස් කර ගෙනෙමු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20623">
              <a:spcBef>
                <a:spcPts val="900"/>
              </a:spcBef>
              <a:buSzTx/>
              <a:buFont typeface="Wingdings 3"/>
              <a:buNone/>
              <a:defRPr sz="441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සතුටු සිතින්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20623">
              <a:spcBef>
                <a:spcPts val="900"/>
              </a:spcBef>
              <a:buSzTx/>
              <a:buFont typeface="Wingdings 3"/>
              <a:buNone/>
              <a:defRPr sz="4416"/>
            </a:pPr>
          </a:p>
          <a:p>
            <a:pPr marL="0" indent="0" defTabSz="420623">
              <a:spcBef>
                <a:spcPts val="900"/>
              </a:spcBef>
              <a:buSzTx/>
              <a:buFont typeface="Wingdings 3"/>
              <a:buNone/>
              <a:defRPr sz="4416"/>
            </a:pPr>
          </a:p>
          <a:p>
            <a:pPr marL="0" indent="0" algn="r" defTabSz="420623">
              <a:spcBef>
                <a:spcPts val="900"/>
              </a:spcBef>
              <a:buSzTx/>
              <a:buFont typeface="Wingdings 3"/>
              <a:buNone/>
              <a:defRPr sz="257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ඒ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මයිනර්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r" defTabSz="420623">
              <a:spcBef>
                <a:spcPts val="900"/>
              </a:spcBef>
              <a:buSzTx/>
              <a:buFont typeface="Wingdings 3"/>
              <a:buNone/>
              <a:defRPr sz="257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පරිවර්තනය 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ජේ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එස්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එස්</a:t>
            </a:r>
            <a:r>
              <a:t>.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9" name="TextBox 3"/>
          <p:cNvSpPr txBox="1"/>
          <p:nvPr/>
        </p:nvSpPr>
        <p:spPr>
          <a:xfrm>
            <a:off x="426719" y="304802"/>
            <a:ext cx="12801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404</a:t>
            </a:r>
          </a:p>
        </p:txBody>
      </p:sp>
      <p:sp>
        <p:nvSpPr>
          <p:cNvPr id="5590" name="TextBox 4"/>
          <p:cNvSpPr txBox="1"/>
          <p:nvPr/>
        </p:nvSpPr>
        <p:spPr>
          <a:xfrm>
            <a:off x="883919" y="1143002"/>
            <a:ext cx="77571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හිමි හමු වන්නට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හිස් අතින් යන්ට වේ 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හිමී නිසා මෙ මට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සේවයක් කරන්ටැත් ද</a:t>
            </a:r>
          </a:p>
        </p:txBody>
      </p:sp>
      <p:sp>
        <p:nvSpPr>
          <p:cNvPr id="5591" name="TextBox 5"/>
          <p:cNvSpPr txBox="1"/>
          <p:nvPr/>
        </p:nvSpPr>
        <p:spPr>
          <a:xfrm>
            <a:off x="3246119" y="4114801"/>
            <a:ext cx="51663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යන්ට වේ ද හිස් අතින් ම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හිමි හමුවන්ට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යන්ට සැබවින් ම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නැද්ද කිසිවක් මට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3" name="TextBox 3"/>
          <p:cNvSpPr txBox="1"/>
          <p:nvPr/>
        </p:nvSpPr>
        <p:spPr>
          <a:xfrm>
            <a:off x="883919" y="1143002"/>
            <a:ext cx="77571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මරණේ පැමිණි විට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 සිත බිය නො වෙයි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හිස් අතින් ගියහොත් මට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මහත් දුකක් ම වෙයි</a:t>
            </a:r>
          </a:p>
        </p:txBody>
      </p:sp>
      <p:sp>
        <p:nvSpPr>
          <p:cNvPr id="5594" name="TextBox 4"/>
          <p:cNvSpPr txBox="1"/>
          <p:nvPr/>
        </p:nvSpPr>
        <p:spPr>
          <a:xfrm>
            <a:off x="3246119" y="4114801"/>
            <a:ext cx="51663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යන්ට වේ ද හිස් අතින් ම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හිමි හමුවන්ට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යන්ට සැබවින් ම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නැද්ද කිසිවක් මට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6" name="TextBox 1"/>
          <p:cNvSpPr txBox="1"/>
          <p:nvPr/>
        </p:nvSpPr>
        <p:spPr>
          <a:xfrm>
            <a:off x="883919" y="1143002"/>
            <a:ext cx="77571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පාපයේ ගැලී තුටින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නිස්පලේ ගත වුණ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කාලයන් ලදහොතින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කැප කරම් බැතින</a:t>
            </a:r>
          </a:p>
        </p:txBody>
      </p:sp>
      <p:sp>
        <p:nvSpPr>
          <p:cNvPr id="5597" name="TextBox 2"/>
          <p:cNvSpPr txBox="1"/>
          <p:nvPr/>
        </p:nvSpPr>
        <p:spPr>
          <a:xfrm>
            <a:off x="3246119" y="4114801"/>
            <a:ext cx="51663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යන්ට වේ ද හිස් අතින් ම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හිමි හමුවන්ට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යන්ට සැබවින් ම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නැද්ද කිසිවක් මට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9" name="TextBox 1"/>
          <p:cNvSpPr txBox="1"/>
          <p:nvPr/>
        </p:nvSpPr>
        <p:spPr>
          <a:xfrm>
            <a:off x="883919" y="1143002"/>
            <a:ext cx="77571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 දරුවෙනි නැගිටිව්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සේවයට යුහුවව්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තොර වන්නට පෙර දිව්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ආත්මයන් දිනා ගනිව්</a:t>
            </a:r>
          </a:p>
        </p:txBody>
      </p:sp>
      <p:sp>
        <p:nvSpPr>
          <p:cNvPr id="5600" name="TextBox 2"/>
          <p:cNvSpPr txBox="1"/>
          <p:nvPr/>
        </p:nvSpPr>
        <p:spPr>
          <a:xfrm>
            <a:off x="3246119" y="4114801"/>
            <a:ext cx="51663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යන්ට වේ ද හිස් අතින් ම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හිමි හමුවන්ට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යන්ට සැබවින් ම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නැද්ද කිසිවක් මට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2" name="TextBox 1"/>
          <p:cNvSpPr txBox="1"/>
          <p:nvPr/>
        </p:nvSpPr>
        <p:spPr>
          <a:xfrm>
            <a:off x="274319" y="304802"/>
            <a:ext cx="12039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406</a:t>
            </a:r>
          </a:p>
        </p:txBody>
      </p:sp>
      <p:sp>
        <p:nvSpPr>
          <p:cNvPr id="5603" name="TextBox 2"/>
          <p:cNvSpPr txBox="1"/>
          <p:nvPr/>
        </p:nvSpPr>
        <p:spPr>
          <a:xfrm>
            <a:off x="1341119" y="1066802"/>
            <a:ext cx="70713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පුරවන් දෙවි ස්වාමිනි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ජිවිතය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ලොවට දන්වන මෙනි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පෙම් බලය</a:t>
            </a:r>
          </a:p>
        </p:txBody>
      </p:sp>
      <p:sp>
        <p:nvSpPr>
          <p:cNvPr id="5604" name="TextBox 3"/>
          <p:cNvSpPr txBox="1"/>
          <p:nvPr/>
        </p:nvSpPr>
        <p:spPr>
          <a:xfrm>
            <a:off x="1341119" y="3733801"/>
            <a:ext cx="56235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තුති දීම තොල් හා හදෙන්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පමණක් මා නො වෙයි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මුළු ජිවිතයෙන්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නික්මීම යුතු මැයි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6" name="TextBox 1"/>
          <p:cNvSpPr txBox="1"/>
          <p:nvPr/>
        </p:nvSpPr>
        <p:spPr>
          <a:xfrm>
            <a:off x="1341119" y="609601"/>
            <a:ext cx="68427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කරන කියන දෙයක්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ඉතා සුළු වුවත්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හැම දෙය ම තුලින්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වේ පසස්</a:t>
            </a:r>
          </a:p>
        </p:txBody>
      </p:sp>
      <p:sp>
        <p:nvSpPr>
          <p:cNvPr id="5607" name="TextBox 2"/>
          <p:cNvSpPr txBox="1"/>
          <p:nvPr/>
        </p:nvSpPr>
        <p:spPr>
          <a:xfrm>
            <a:off x="1341119" y="3581401"/>
            <a:ext cx="7071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දිලිදු මා දුබල මුත්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මහිම පෙම්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පවසන්නට සව් ලෝ සත්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දෙන්න මට වරම්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9" name="TextBox 1"/>
          <p:cNvSpPr txBox="1"/>
          <p:nvPr/>
        </p:nvSpPr>
        <p:spPr>
          <a:xfrm>
            <a:off x="1264919" y="685801"/>
            <a:ext cx="67665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වේ මහිමය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පැසසූම පිදේ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මෙහි ඇර</a:t>
            </a:r>
            <a:r>
              <a:rPr>
                <a:latin typeface="0KDARALIYA"/>
                <a:ea typeface="0KDARALIYA"/>
                <a:cs typeface="0KDARALIYA"/>
                <a:sym typeface="0KDARALIYA"/>
              </a:rP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ගීතය</a:t>
            </a:r>
          </a:p>
          <a:p>
            <a:pPr>
              <a:defRPr sz="40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සදහට ගැයේ</a:t>
            </a:r>
          </a:p>
        </p:txBody>
      </p:sp>
      <p:sp>
        <p:nvSpPr>
          <p:cNvPr id="5610" name="TextBox 2"/>
          <p:cNvSpPr txBox="1"/>
          <p:nvPr/>
        </p:nvSpPr>
        <p:spPr>
          <a:xfrm>
            <a:off x="1341119" y="3505201"/>
            <a:ext cx="45567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දිවා රැයේ හැම පැය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සිරින් පිරේ ය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පියවරින් පියවර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සමග ය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2" name="Rectangle 3"/>
          <p:cNvSpPr txBox="1"/>
          <p:nvPr/>
        </p:nvSpPr>
        <p:spPr>
          <a:xfrm>
            <a:off x="1417319" y="1219199"/>
            <a:ext cx="64617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ගෙන යන් ආලෝකයාණෙනි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මඟ පෙන්වන්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රෑ අඳුරුයි ඈත් වෙම් ගෙදරිනි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මඟ පෙන්වන්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පාද රකින් දුර දේ නො සොයම්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අඩියක් පෙනුණොත් මටැති</a:t>
            </a:r>
          </a:p>
        </p:txBody>
      </p:sp>
      <p:sp>
        <p:nvSpPr>
          <p:cNvPr id="5613" name="TextBox 4"/>
          <p:cNvSpPr txBox="1"/>
          <p:nvPr/>
        </p:nvSpPr>
        <p:spPr>
          <a:xfrm>
            <a:off x="502919" y="228599"/>
            <a:ext cx="173736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409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5" name="Rectangle 3"/>
          <p:cNvSpPr txBox="1"/>
          <p:nvPr/>
        </p:nvSpPr>
        <p:spPr>
          <a:xfrm>
            <a:off x="883919" y="1066799"/>
            <a:ext cx="82143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කවර දාත් මා ගෙන යන මෙන්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යෑදුවෙම්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තාක් කල් මා සිත් සේ ගිය මුත් දැන්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මඟ පෙන්වන්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බියෙන් නමුත් මා උඩඟු ලෙසින්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ගෙවූ දින අමතක කරන්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7" name="Rectangle 3"/>
          <p:cNvSpPr txBox="1"/>
          <p:nvPr/>
        </p:nvSpPr>
        <p:spPr>
          <a:xfrm>
            <a:off x="807719" y="380999"/>
            <a:ext cx="8061962" cy="5869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දක්වා මෙන් මතුත් ඔබ පෙමින්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ගෙන යයි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ගං හෝ විල් හෙල් කඳු මැදින් ගොස් රෑ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ගෙවී ගොසින්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කලක් නුදුටු මා පෙමැත්තන්ගේ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දිමුත් මූණු දකිම් අලුයමේ</a:t>
            </a:r>
          </a:p>
          <a:p>
            <a:pPr algn="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algn="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ජේ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එච්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නිව්මන්</a:t>
            </a:r>
            <a:r>
              <a:t>-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9" name="Content Placeholder 2"/>
          <p:cNvSpPr txBox="1"/>
          <p:nvPr>
            <p:ph type="body" idx="1"/>
          </p:nvPr>
        </p:nvSpPr>
        <p:spPr>
          <a:xfrm>
            <a:off x="381000" y="1066800"/>
            <a:ext cx="8229600" cy="533400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ප්‍රීතිමත් මගියෙනි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වන්දනා ගමන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යමු ජේසුස් වෙත් එක්ව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මුලිකව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</a:pPr>
          </a:p>
          <a:p>
            <a:pPr marL="0" indent="0">
              <a:buSzTx/>
              <a:buFont typeface="Wingdings 3"/>
              <a:buNone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කළ මෙන් අනුන්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උදෙසා සේවාකම්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කලොත් සැපතයි එමෙන්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ඇති මුත් දුක් රිදුම් </a:t>
            </a:r>
          </a:p>
        </p:txBody>
      </p:sp>
      <p:sp>
        <p:nvSpPr>
          <p:cNvPr id="5620" name="TextBox 3"/>
          <p:cNvSpPr txBox="1"/>
          <p:nvPr/>
        </p:nvSpPr>
        <p:spPr>
          <a:xfrm>
            <a:off x="579119" y="457201"/>
            <a:ext cx="12039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2" name="Rectangle 3"/>
          <p:cNvSpPr txBox="1"/>
          <p:nvPr/>
        </p:nvSpPr>
        <p:spPr>
          <a:xfrm>
            <a:off x="960119" y="838202"/>
            <a:ext cx="4937762" cy="5285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කුරුසිය දරුවෙත්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වෙනුවෙන්ය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කිරුළ පලදින්නෙත්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උදෙසාය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අවටින් වන විපත්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හා උවදුරුත්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පහ වෙයි යකු පිඩාත්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මරණයෙන් දෙව් පුත්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4" name="Rectangle 3"/>
          <p:cNvSpPr txBox="1"/>
          <p:nvPr/>
        </p:nvSpPr>
        <p:spPr>
          <a:xfrm>
            <a:off x="1036319" y="990602"/>
            <a:ext cx="4480562" cy="5285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ඒවා හිමිගෙන් ලැබූ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අගනා මැණික් වේ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මගට නැගු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ඉනිමං බදු වේ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ප්‍රීතිමත් මගියෙනි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යමු සග බලා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මෙවන් සුළු දුක් තුලින්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ලැබෙයි සෙත් විපුල 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6" name="Rectangle 1"/>
          <p:cNvSpPr txBox="1"/>
          <p:nvPr/>
        </p:nvSpPr>
        <p:spPr>
          <a:xfrm>
            <a:off x="1341119" y="1219202"/>
            <a:ext cx="6614162" cy="5184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කතර  මැදින් යන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වන්දනා මගී මෙමා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බලවත් අතින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දෙන් මග පෙන්වා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සගමන්නා </a:t>
            </a:r>
            <a:r>
              <a:t>//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 දැනුත් සැම කල්හිත් </a:t>
            </a:r>
          </a:p>
        </p:txBody>
      </p:sp>
      <p:sp>
        <p:nvSpPr>
          <p:cNvPr id="5627" name="Rectangle 2"/>
          <p:cNvSpPr txBox="1"/>
          <p:nvPr/>
        </p:nvSpPr>
        <p:spPr>
          <a:xfrm>
            <a:off x="579121" y="381002"/>
            <a:ext cx="907813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413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9" name="Rectangle 1"/>
          <p:cNvSpPr txBox="1"/>
          <p:nvPr/>
        </p:nvSpPr>
        <p:spPr>
          <a:xfrm>
            <a:off x="1341119" y="914402"/>
            <a:ext cx="5928362" cy="5184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වලා ටැඹ පෙරටුවෙන්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පෙන්වා ගෙන යන්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සුව වීමේ සුද්ද දිය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උල්පත මතු කරන්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මිදුම්කරු </a:t>
            </a:r>
            <a:r>
              <a:t>//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සවියත් පලිහත් වන්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1" name="Rectangle 1"/>
          <p:cNvSpPr txBox="1"/>
          <p:nvPr/>
        </p:nvSpPr>
        <p:spPr>
          <a:xfrm>
            <a:off x="1493519" y="1142999"/>
            <a:ext cx="52425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 කල තෙරට යොර්දන්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හැම බිය දුරැ ලන්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මරු බල වනසමින්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යන් රට කානාන්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පැසසුම් ගී </a:t>
            </a:r>
            <a:r>
              <a:t>//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ගයන්නෙම් හැම කල්ම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3" name="Rectangle 1"/>
          <p:cNvSpPr txBox="1"/>
          <p:nvPr/>
        </p:nvSpPr>
        <p:spPr>
          <a:xfrm>
            <a:off x="655320" y="1389905"/>
            <a:ext cx="7559313" cy="3749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</a:tabLst>
              <a:defRPr sz="6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ish,af,a ish,a, jk</a:t>
            </a:r>
          </a:p>
          <a:p>
            <a:pPr>
              <a:tabLst>
                <a:tab pos="228600" algn="l"/>
              </a:tabLst>
              <a:defRPr sz="6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iajdus fi;a foka ohd jS </a:t>
            </a:r>
          </a:p>
          <a:p>
            <a:pPr>
              <a:tabLst>
                <a:tab pos="228600" algn="l"/>
              </a:tabLst>
              <a:defRPr sz="6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uqˆ jkaokdj udf.a</a:t>
            </a:r>
          </a:p>
          <a:p>
            <a:pPr>
              <a:tabLst>
                <a:tab pos="228600" algn="l"/>
              </a:tabLst>
              <a:defRPr sz="6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tkag Tng &lt;x jS</a:t>
            </a:r>
          </a:p>
        </p:txBody>
      </p:sp>
      <p:sp>
        <p:nvSpPr>
          <p:cNvPr id="5634" name="Rectangle 5"/>
          <p:cNvSpPr txBox="1"/>
          <p:nvPr/>
        </p:nvSpPr>
        <p:spPr>
          <a:xfrm>
            <a:off x="807721" y="304799"/>
            <a:ext cx="997110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6" name="Rectangle 1"/>
          <p:cNvSpPr txBox="1"/>
          <p:nvPr/>
        </p:nvSpPr>
        <p:spPr>
          <a:xfrm>
            <a:off x="1569719" y="1535439"/>
            <a:ext cx="6537962" cy="339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tabLst>
                <a:tab pos="228600" algn="l"/>
              </a:tabLst>
              <a:defRPr sz="5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&lt;x u jS &lt;x u jS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</a:tabLst>
              <a:defRPr sz="5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&lt;x u jS &lt;x u jS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</a:tabLst>
              <a:defRPr sz="5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uqˆ jkaokdj udf.a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</a:tabLst>
              <a:defRPr sz="5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tkag Tng &lt;x jS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8" name="Rectangle 1"/>
          <p:cNvSpPr txBox="1"/>
          <p:nvPr/>
        </p:nvSpPr>
        <p:spPr>
          <a:xfrm>
            <a:off x="350522" y="1237505"/>
            <a:ext cx="7777347" cy="3749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</a:tabLst>
              <a:defRPr sz="6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iem fkd fjs ud b,a,Su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</a:tabLst>
              <a:defRPr sz="6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bkag;a fkd fjs  Wiia jS	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</a:tabLst>
              <a:defRPr sz="6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js|sus wudrelus ;=gska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</a:tabLst>
              <a:defRPr sz="6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jrus foka hkag &lt;x jS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0" name="Rectangle 3"/>
          <p:cNvSpPr txBox="1"/>
          <p:nvPr/>
        </p:nvSpPr>
        <p:spPr>
          <a:xfrm>
            <a:off x="1493519" y="1523999"/>
            <a:ext cx="6461762" cy="339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tabLst>
                <a:tab pos="228600" algn="l"/>
              </a:tabLst>
              <a:defRPr sz="5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&lt;x u jS &lt;x u jS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</a:tabLst>
              <a:defRPr sz="5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&lt;x u jS &lt;x u jS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</a:tabLst>
              <a:defRPr sz="5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uqˆ jkaokdj udf.a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</a:tabLst>
              <a:defRPr sz="5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tkag Tng &lt;x jS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" name="Rectangle 1"/>
          <p:cNvSpPr txBox="1"/>
          <p:nvPr/>
        </p:nvSpPr>
        <p:spPr>
          <a:xfrm>
            <a:off x="1112520" y="1244372"/>
            <a:ext cx="7232524" cy="410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</a:tabLst>
              <a:defRPr sz="6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cSjsf;a ier uqyqfoa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</a:tabLst>
              <a:defRPr sz="6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urK fijfka oS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</a:tabLst>
              <a:defRPr sz="6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cSjkfha fodrlvska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228600" algn="l"/>
              </a:tabLst>
              <a:defRPr sz="6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hus jd Tng &lt;x jS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4" name="Rectangle 4"/>
          <p:cNvSpPr txBox="1"/>
          <p:nvPr/>
        </p:nvSpPr>
        <p:spPr>
          <a:xfrm>
            <a:off x="1722119" y="1752599"/>
            <a:ext cx="5852162" cy="339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tabLst>
                <a:tab pos="228600" algn="l"/>
              </a:tabLst>
              <a:defRPr sz="5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&lt;x u jS &lt;x u jS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</a:tabLst>
              <a:defRPr sz="5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&lt;x u jS &lt;x u jS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</a:tabLst>
              <a:defRPr sz="5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uqˆ jkaokdj udf.a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</a:tabLst>
              <a:defRPr sz="54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tkag Tng &lt;x jS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6" name="TextBox 3"/>
          <p:cNvSpPr txBox="1"/>
          <p:nvPr/>
        </p:nvSpPr>
        <p:spPr>
          <a:xfrm>
            <a:off x="1036319" y="990602"/>
            <a:ext cx="69951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ළග මෙ මා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ජේසුස්නි රැක දෙන්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ජිවනේ පැන් එයි ගලා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කල්වරියේ කන්දෙන්</a:t>
            </a:r>
          </a:p>
        </p:txBody>
      </p:sp>
      <p:sp>
        <p:nvSpPr>
          <p:cNvPr id="5647" name="TextBox 4"/>
          <p:cNvSpPr txBox="1"/>
          <p:nvPr/>
        </p:nvSpPr>
        <p:spPr>
          <a:xfrm>
            <a:off x="579119" y="228602"/>
            <a:ext cx="1889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417</a:t>
            </a:r>
          </a:p>
        </p:txBody>
      </p:sp>
      <p:sp>
        <p:nvSpPr>
          <p:cNvPr id="5648" name="TextBox 5"/>
          <p:cNvSpPr txBox="1"/>
          <p:nvPr/>
        </p:nvSpPr>
        <p:spPr>
          <a:xfrm>
            <a:off x="3169919" y="3886199"/>
            <a:ext cx="6233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කුරුසේ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වෙයි මගේ පැතීම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තොස් යුත් ආත්මය මගේ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ලොවින් යන තෙක් ම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0" name="TextBox 1"/>
          <p:cNvSpPr txBox="1"/>
          <p:nvPr/>
        </p:nvSpPr>
        <p:spPr>
          <a:xfrm>
            <a:off x="1036319" y="990602"/>
            <a:ext cx="69951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ළග බියෙන්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සිටි අතර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 කුළුණු මා මිදී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කැලුම් විහිදී</a:t>
            </a:r>
          </a:p>
        </p:txBody>
      </p:sp>
      <p:sp>
        <p:nvSpPr>
          <p:cNvPr id="5651" name="TextBox 2"/>
          <p:cNvSpPr txBox="1"/>
          <p:nvPr/>
        </p:nvSpPr>
        <p:spPr>
          <a:xfrm>
            <a:off x="3169919" y="3886199"/>
            <a:ext cx="6233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කුරුසේ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වෙයි මගේ පැතීම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තොස් යුත් ආත්මය මගේ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ලොවින් යන තෙක් ම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3" name="TextBox 1"/>
          <p:cNvSpPr txBox="1"/>
          <p:nvPr/>
        </p:nvSpPr>
        <p:spPr>
          <a:xfrm>
            <a:off x="1036319" y="990602"/>
            <a:ext cx="69951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ළග ඇති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විස්ම පත් දේ දක්නෙම්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මේසපොව් උතුමෙනි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සෙවනක් කරන්</a:t>
            </a:r>
          </a:p>
        </p:txBody>
      </p:sp>
      <p:sp>
        <p:nvSpPr>
          <p:cNvPr id="5654" name="TextBox 2"/>
          <p:cNvSpPr txBox="1"/>
          <p:nvPr/>
        </p:nvSpPr>
        <p:spPr>
          <a:xfrm>
            <a:off x="3169919" y="3886199"/>
            <a:ext cx="6233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කුරුසේ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වෙයි මගේ පැතීම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තොස් යුත් ආත්මය මගේ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ලොවින් යන තෙක් ම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6" name="TextBox 1"/>
          <p:cNvSpPr txBox="1"/>
          <p:nvPr/>
        </p:nvSpPr>
        <p:spPr>
          <a:xfrm>
            <a:off x="1036319" y="990602"/>
            <a:ext cx="69951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දෙස බලම්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 ඇදැහිල්ලෙන්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එතෙර රන් වෙරළ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පිවිසෙන තෙක් ම</a:t>
            </a:r>
          </a:p>
        </p:txBody>
      </p:sp>
      <p:sp>
        <p:nvSpPr>
          <p:cNvPr id="5657" name="TextBox 2"/>
          <p:cNvSpPr txBox="1"/>
          <p:nvPr/>
        </p:nvSpPr>
        <p:spPr>
          <a:xfrm>
            <a:off x="3169919" y="3886199"/>
            <a:ext cx="6233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 කුරුසේ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වෙයි මගේ පැතීම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තොස් යුත් ආත්මය මගේ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ලොවින් යන තෙක් ම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9" name="TextBox 1"/>
          <p:cNvSpPr txBox="1"/>
          <p:nvPr/>
        </p:nvSpPr>
        <p:spPr>
          <a:xfrm>
            <a:off x="1569719" y="574179"/>
            <a:ext cx="6995162" cy="4815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නංගා කොඩි පෑපත්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වියන් මං දෙසේ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නංගා සිත් හා පාදත්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යව් දෙවි ලෝ දෙසේ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යමින් වන මැදින්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අයදුම් කරව්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යමින් සිත් එකගින්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ලෝ දෙස යව්</a:t>
            </a:r>
          </a:p>
        </p:txBody>
      </p:sp>
      <p:sp>
        <p:nvSpPr>
          <p:cNvPr id="5660" name="TextBox 2"/>
          <p:cNvSpPr txBox="1"/>
          <p:nvPr/>
        </p:nvSpPr>
        <p:spPr>
          <a:xfrm>
            <a:off x="426719" y="253082"/>
            <a:ext cx="1889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418</a:t>
            </a:r>
          </a:p>
        </p:txBody>
      </p:sp>
      <p:sp>
        <p:nvSpPr>
          <p:cNvPr id="5661" name="TextBox 3"/>
          <p:cNvSpPr txBox="1"/>
          <p:nvPr/>
        </p:nvSpPr>
        <p:spPr>
          <a:xfrm>
            <a:off x="4617719" y="4606049"/>
            <a:ext cx="6233162" cy="2180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නංගා කොඩි පෑපත්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වියන් මං දෙසේ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නංගා සිත් හා පාදත්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යව් දෙවි ලෝ දෙසේ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3" name="TextBox 1"/>
          <p:cNvSpPr txBox="1"/>
          <p:nvPr/>
        </p:nvSpPr>
        <p:spPr>
          <a:xfrm>
            <a:off x="1569719" y="574179"/>
            <a:ext cx="6995162" cy="4815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උතුම් සමිදුන් වන්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දිවි ගුරු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මෙහි සිත් සතොසින්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රැස්වෙන්නෝ දරූ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ගියෙමු මුළා මං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අතැ</a:t>
            </a:r>
            <a:r>
              <a:t>’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රකින් අප නිත්තෙන්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පටු මගෙහි</a:t>
            </a:r>
          </a:p>
        </p:txBody>
      </p:sp>
      <p:sp>
        <p:nvSpPr>
          <p:cNvPr id="5664" name="TextBox 2"/>
          <p:cNvSpPr txBox="1"/>
          <p:nvPr/>
        </p:nvSpPr>
        <p:spPr>
          <a:xfrm>
            <a:off x="4617719" y="4606049"/>
            <a:ext cx="6233162" cy="2180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නංගා කොඩි පෑපත්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වියන් මං දෙසේ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නංගා සිත් හා පාදත්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යව් දෙවි ලෝ දෙසේ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6" name="TextBox 1"/>
          <p:cNvSpPr txBox="1"/>
          <p:nvPr/>
        </p:nvSpPr>
        <p:spPr>
          <a:xfrm>
            <a:off x="1569719" y="574179"/>
            <a:ext cx="6995162" cy="4815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හැම දා ගෙන යන්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තුමන් කෙරේ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ජයත් සලසා දෙන්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රුපුන් කෙරේ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එවන් අරක් ගත් සෙන්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විපත් කාලයේ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කමා දී ගලවන්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අන්තිම පැයේ</a:t>
            </a:r>
          </a:p>
        </p:txBody>
      </p:sp>
      <p:sp>
        <p:nvSpPr>
          <p:cNvPr id="5667" name="TextBox 2"/>
          <p:cNvSpPr txBox="1"/>
          <p:nvPr/>
        </p:nvSpPr>
        <p:spPr>
          <a:xfrm>
            <a:off x="4617719" y="4606049"/>
            <a:ext cx="6233162" cy="2180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නංගා කොඩි පෑපත්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වියන් මං දෙසේ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නංගා සිත් හා පාදත්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යව් දෙවි ලෝ දෙසේ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9" name="TextBox 1"/>
          <p:cNvSpPr txBox="1"/>
          <p:nvPr/>
        </p:nvSpPr>
        <p:spPr>
          <a:xfrm>
            <a:off x="1569719" y="574179"/>
            <a:ext cx="6995162" cy="4815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සුදු සෙන් සුර සෙන්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ව එ කල්හි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දෙමු තුති වදන්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 සිහසුන්හි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නිම වූ කල්හි දුක්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සෙතක් ඇති වේ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තොර නො වූ ගීයක්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එකල ගැයේ</a:t>
            </a:r>
          </a:p>
        </p:txBody>
      </p:sp>
      <p:sp>
        <p:nvSpPr>
          <p:cNvPr id="5670" name="TextBox 2"/>
          <p:cNvSpPr txBox="1"/>
          <p:nvPr/>
        </p:nvSpPr>
        <p:spPr>
          <a:xfrm>
            <a:off x="4617719" y="4606049"/>
            <a:ext cx="6233162" cy="2180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නංගා කොඩි පෑපත්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වියන් මං දෙසේ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නංගා සිත් හා පාදත්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යව් දෙවි ලෝ දෙසේ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2" name="TextBox 1"/>
          <p:cNvSpPr txBox="1"/>
          <p:nvPr/>
        </p:nvSpPr>
        <p:spPr>
          <a:xfrm>
            <a:off x="1036319" y="990602"/>
            <a:ext cx="69951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මට මග පෙන්වයි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තොස් යුත් සැනසුම් වදන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කුමක් කලත් කොතැන් වුවත්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අතින් මග පෙන්වයි  </a:t>
            </a:r>
          </a:p>
        </p:txBody>
      </p:sp>
      <p:sp>
        <p:nvSpPr>
          <p:cNvPr id="5673" name="TextBox 2"/>
          <p:cNvSpPr txBox="1"/>
          <p:nvPr/>
        </p:nvSpPr>
        <p:spPr>
          <a:xfrm>
            <a:off x="579119" y="228602"/>
            <a:ext cx="1889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419</a:t>
            </a:r>
          </a:p>
        </p:txBody>
      </p:sp>
      <p:sp>
        <p:nvSpPr>
          <p:cNvPr id="5674" name="TextBox 3"/>
          <p:cNvSpPr txBox="1"/>
          <p:nvPr/>
        </p:nvSpPr>
        <p:spPr>
          <a:xfrm>
            <a:off x="3169919" y="3886199"/>
            <a:ext cx="6233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පෙන්වයි මග පෙන්වයි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අතින් මග පෙන්වයි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අනුගාමී වෙමි මම්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අතින් මග පෙන්වයි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6" name="TextBox 2"/>
          <p:cNvSpPr txBox="1"/>
          <p:nvPr/>
        </p:nvSpPr>
        <p:spPr>
          <a:xfrm>
            <a:off x="960119" y="609601"/>
            <a:ext cx="79095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දුකදුරු වන මැදත්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එදන්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හි මල් ගොමු තුලත්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නිසල් දියේත් රළු මුදේත්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අතින් මා ගෙන යයි </a:t>
            </a:r>
          </a:p>
        </p:txBody>
      </p:sp>
      <p:sp>
        <p:nvSpPr>
          <p:cNvPr id="5677" name="TextBox 3"/>
          <p:cNvSpPr txBox="1"/>
          <p:nvPr/>
        </p:nvSpPr>
        <p:spPr>
          <a:xfrm>
            <a:off x="3169919" y="3886199"/>
            <a:ext cx="6233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පෙන්වයි මග පෙන්වයි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අතින් මග පෙන්වයි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අනුගාමී වෙමි මම්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අතින් මග පෙන්වයි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9" name="TextBox 2"/>
          <p:cNvSpPr txBox="1"/>
          <p:nvPr/>
        </p:nvSpPr>
        <p:spPr>
          <a:xfrm>
            <a:off x="960119" y="569656"/>
            <a:ext cx="69951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අත අල්ලා ගනිමි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කොදුරම් බිය නො වෙමි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තුටු වෙමි මටැති දෙයින්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ගෙන යන බැවින්</a:t>
            </a:r>
          </a:p>
        </p:txBody>
      </p:sp>
      <p:sp>
        <p:nvSpPr>
          <p:cNvPr id="5680" name="TextBox 3"/>
          <p:cNvSpPr txBox="1"/>
          <p:nvPr/>
        </p:nvSpPr>
        <p:spPr>
          <a:xfrm>
            <a:off x="3169919" y="3886199"/>
            <a:ext cx="6233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පෙන්වයි මග පෙන්වයි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අතින් මග පෙන්වයි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අනුගාමී වෙමි මම්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අතින් මග පෙන්වයි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2" name="TextBox 2"/>
          <p:cNvSpPr txBox="1"/>
          <p:nvPr/>
        </p:nvSpPr>
        <p:spPr>
          <a:xfrm>
            <a:off x="731519" y="609601"/>
            <a:ext cx="7833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නිම වූ විට දෙවි සේවා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දිනු කල මා දෙවි දයා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යෝර්දානෙන් මම් නොයම් පලා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එතෙර කරයි මා</a:t>
            </a:r>
          </a:p>
        </p:txBody>
      </p:sp>
      <p:sp>
        <p:nvSpPr>
          <p:cNvPr id="5683" name="TextBox 3"/>
          <p:cNvSpPr txBox="1"/>
          <p:nvPr/>
        </p:nvSpPr>
        <p:spPr>
          <a:xfrm>
            <a:off x="3169919" y="3886199"/>
            <a:ext cx="6233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පෙන්වයි මග පෙන්වයි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අතින් මග පෙන්වයි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අනුගාමී වෙමි මම්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අතින් මග පෙන්වයි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5" name="TextBox 1"/>
          <p:cNvSpPr txBox="1"/>
          <p:nvPr/>
        </p:nvSpPr>
        <p:spPr>
          <a:xfrm>
            <a:off x="426719" y="228602"/>
            <a:ext cx="12039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421</a:t>
            </a:r>
          </a:p>
        </p:txBody>
      </p:sp>
      <p:sp>
        <p:nvSpPr>
          <p:cNvPr id="5686" name="TextBox 2"/>
          <p:cNvSpPr txBox="1"/>
          <p:nvPr/>
        </p:nvSpPr>
        <p:spPr>
          <a:xfrm>
            <a:off x="1264919" y="1066799"/>
            <a:ext cx="71094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පියාණෙනි මග පෙන්වන්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ලෙව්‍ සයුර මැදින්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පෙමින් රකින් දෙමින් බොදුන්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 සරණක් නොමැත්තෙන්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 දෙවි ඔබ වෙයි නම්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හිග නෑ කිසි කල්හිත්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8" name="TextBox 1"/>
          <p:cNvSpPr txBox="1"/>
          <p:nvPr/>
        </p:nvSpPr>
        <p:spPr>
          <a:xfrm>
            <a:off x="1264919" y="1066799"/>
            <a:ext cx="71094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මිදුම්කරුනි කමා වෙන්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දොස් සියල්ලට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ලොව ඔබ විසුයෙන්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සත් දුක් දනියි සොදට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වෙහෙසෙමින් තනියම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ගියයි ලෝ වන මැදින්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0" name="TextBox 1"/>
          <p:cNvSpPr txBox="1"/>
          <p:nvPr/>
        </p:nvSpPr>
        <p:spPr>
          <a:xfrm>
            <a:off x="1264919" y="1066799"/>
            <a:ext cx="71094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සුදත් දෙව්නි  වැඩ මෙ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පුරවන් සිත් සොම්නසින්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පිනවන් පිරිපුන් පෙමින්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නුමුසු සන්තොසින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වන් සිරින් පිරි කල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 සාමය තිර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2" name="TextBox 1"/>
          <p:cNvSpPr txBox="1"/>
          <p:nvPr/>
        </p:nvSpPr>
        <p:spPr>
          <a:xfrm>
            <a:off x="1737400" y="548680"/>
            <a:ext cx="7071361" cy="5951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දිවි දෙව් පියාණන්ට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ශුද්ද යාගයාක් ලෙසට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පුදන්නට හැකි වෙ නම්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එය මා සෙවයය් උතුම්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ලොකයට සම නො වී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දමට එකග වී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දැනගෙන යහපත් කම්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 අලුත් කර ගනිම්</a:t>
            </a:r>
          </a:p>
        </p:txBody>
      </p:sp>
      <p:sp>
        <p:nvSpPr>
          <p:cNvPr id="5693" name="TextBox 2"/>
          <p:cNvSpPr txBox="1"/>
          <p:nvPr/>
        </p:nvSpPr>
        <p:spPr>
          <a:xfrm>
            <a:off x="225231" y="332656"/>
            <a:ext cx="1420730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422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5" name="TextBox 2"/>
          <p:cNvSpPr txBox="1"/>
          <p:nvPr/>
        </p:nvSpPr>
        <p:spPr>
          <a:xfrm>
            <a:off x="1881416" y="764704"/>
            <a:ext cx="4495801" cy="5951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නිසි පමණට වඩා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ගැන නිති නො දොඩා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පමණ දැන හිදිනෙම්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 අනුහස පතමි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තුල හිමියෙනි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එකම ශරීරයක් වෙමි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 ලත් දීමන වලිනි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පහන් සිතින් ඔබ පුදමි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7" name="TextBox 2"/>
          <p:cNvSpPr txBox="1"/>
          <p:nvPr/>
        </p:nvSpPr>
        <p:spPr>
          <a:xfrm>
            <a:off x="1665391" y="692696"/>
            <a:ext cx="4495802" cy="5951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නපුර පිලිකෙව් කොට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යාපතට ඇලුම් වෙමි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අනෙක් අය උතුම් කොට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ගරු සිතින් සලකමි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බඩගිනිත් පිපාසයත්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නිවම් සතුරන්ගෙ වුවත්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යාපතින් නපුරු ගති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පරජය කරම් නිති</a:t>
            </a:r>
          </a:p>
        </p:txBody>
      </p:sp>
      <p:sp>
        <p:nvSpPr>
          <p:cNvPr id="5698" name="TextBox 4"/>
          <p:cNvSpPr txBox="1"/>
          <p:nvPr/>
        </p:nvSpPr>
        <p:spPr>
          <a:xfrm>
            <a:off x="6129888" y="5980638"/>
            <a:ext cx="4495801" cy="510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ආර්</a:t>
            </a:r>
            <a:r>
              <a:t>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ජෙ</a:t>
            </a:r>
            <a:r>
              <a:t>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ප්‍රනාන්දු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0" name="Title 1"/>
          <p:cNvSpPr txBox="1"/>
          <p:nvPr>
            <p:ph type="title"/>
          </p:nvPr>
        </p:nvSpPr>
        <p:spPr>
          <a:xfrm>
            <a:off x="685800" y="353738"/>
            <a:ext cx="7772400" cy="2387601"/>
          </a:xfrm>
          <a:prstGeom prst="rect">
            <a:avLst/>
          </a:prstGeom>
        </p:spPr>
        <p:txBody>
          <a:bodyPr anchor="t"/>
          <a:lstStyle/>
          <a:p>
            <a:pPr defTabSz="182880">
              <a:defRPr sz="19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අතීතයෙහි මෙන් මතුත්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අපගේ එකම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පැතුමත් උපකාරයත්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ඔබයි හිමි තුමෙනි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සැඩ සුළං හා මාරුත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දසත හමත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සුරැකුම් නිවෙස ඇත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සදා ඔබ වෙත</a:t>
            </a:r>
          </a:p>
        </p:txBody>
      </p:sp>
      <p:sp>
        <p:nvSpPr>
          <p:cNvPr id="5701" name="TextBox 3"/>
          <p:cNvSpPr txBox="1"/>
          <p:nvPr/>
        </p:nvSpPr>
        <p:spPr>
          <a:xfrm>
            <a:off x="509547" y="238538"/>
            <a:ext cx="889222" cy="662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431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" name="Title 1"/>
          <p:cNvSpPr txBox="1"/>
          <p:nvPr>
            <p:ph type="title"/>
          </p:nvPr>
        </p:nvSpPr>
        <p:spPr>
          <a:xfrm>
            <a:off x="685800" y="353738"/>
            <a:ext cx="7772400" cy="2387601"/>
          </a:xfrm>
          <a:prstGeom prst="rect">
            <a:avLst/>
          </a:prstGeom>
        </p:spPr>
        <p:txBody>
          <a:bodyPr anchor="t"/>
          <a:lstStyle/>
          <a:p>
            <a:pPr defTabSz="182880">
              <a:defRPr sz="19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සිහසුන් සෙවණ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රැකෙති සුද සෙන්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ඔබ සුරත පමණ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ඇත රැකෙමු ඉන්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විශ්වය මවනු පෙරත්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ඔබ දෙවිඳුය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ඊයෙත් අදත් සැම කල්හිත්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නොවෙනස් වේ මය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5" name="Title 1"/>
          <p:cNvSpPr txBox="1"/>
          <p:nvPr>
            <p:ph type="title"/>
          </p:nvPr>
        </p:nvSpPr>
        <p:spPr>
          <a:xfrm>
            <a:off x="685800" y="353738"/>
            <a:ext cx="7772400" cy="2387601"/>
          </a:xfrm>
          <a:prstGeom prst="rect">
            <a:avLst/>
          </a:prstGeom>
        </p:spPr>
        <p:txBody>
          <a:bodyPr anchor="t"/>
          <a:lstStyle/>
          <a:p>
            <a:pPr defTabSz="182880">
              <a:defRPr sz="19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දහස් වසරක්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දවසක් ලෙස වේ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අරුණත් හිරු උදාවත්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අතරත් කල් මෙන් වේ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කාලය සැඩ පහරක් මෙන්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ගෙන යයි සැම සත් සැම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රෑ දුටු සීනේ විලසින්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සිදු වේ වෙන් වීම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7" name="Title 1"/>
          <p:cNvSpPr txBox="1"/>
          <p:nvPr>
            <p:ph type="title"/>
          </p:nvPr>
        </p:nvSpPr>
        <p:spPr>
          <a:xfrm>
            <a:off x="685800" y="353738"/>
            <a:ext cx="7772400" cy="2387601"/>
          </a:xfrm>
          <a:prstGeom prst="rect">
            <a:avLst/>
          </a:prstGeom>
        </p:spPr>
        <p:txBody>
          <a:bodyPr anchor="t"/>
          <a:lstStyle/>
          <a:p>
            <a:pPr defTabSz="297179">
              <a:defRPr sz="31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ඔබ අප සරණ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පෙර මෙන් මතු දා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මාරුතෙන් රැකුම් සෙවණ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නිවෙස වෙයි සදා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9" name="TextBox 4"/>
          <p:cNvSpPr txBox="1"/>
          <p:nvPr/>
        </p:nvSpPr>
        <p:spPr>
          <a:xfrm>
            <a:off x="509547" y="238538"/>
            <a:ext cx="889222" cy="662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433</a:t>
            </a:r>
          </a:p>
        </p:txBody>
      </p:sp>
      <p:sp>
        <p:nvSpPr>
          <p:cNvPr id="5710" name="TextBox 5"/>
          <p:cNvSpPr txBox="1"/>
          <p:nvPr/>
        </p:nvSpPr>
        <p:spPr>
          <a:xfrm>
            <a:off x="807719" y="1219202"/>
            <a:ext cx="76047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බාලයන්ට මිතුරෙක් ඇත්</a:t>
            </a:r>
          </a:p>
          <a:p>
            <a:pPr>
              <a:defRPr sz="36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තෙදැත් සග රට</a:t>
            </a:r>
          </a:p>
          <a:p>
            <a:pPr>
              <a:defRPr sz="36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ආදරේ ඇත නො හරියි</a:t>
            </a:r>
          </a:p>
          <a:p>
            <a:pPr>
              <a:defRPr sz="36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කිසි විට</a:t>
            </a:r>
          </a:p>
          <a:p>
            <a:pPr>
              <a:defRPr sz="36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ලොවේ අප මිතුරන්</a:t>
            </a:r>
          </a:p>
          <a:p>
            <a:pPr>
              <a:defRPr sz="36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වෙනස් වන නමුත්</a:t>
            </a:r>
          </a:p>
          <a:p>
            <a:pPr>
              <a:defRPr sz="36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පුදුම මිතුරා</a:t>
            </a:r>
          </a:p>
          <a:p>
            <a:pPr>
              <a:defRPr sz="36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අනැගියි කෙදිනත්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2" name="Rectangle 3"/>
          <p:cNvSpPr txBox="1"/>
          <p:nvPr/>
        </p:nvSpPr>
        <p:spPr>
          <a:xfrm>
            <a:off x="579119" y="609602"/>
            <a:ext cx="56997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බාලයන්ට ගෙදරක් ඇත්</a:t>
            </a:r>
          </a:p>
          <a:p>
            <a:pPr>
              <a:defRPr sz="36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තෙදැත් සග රට</a:t>
            </a:r>
          </a:p>
          <a:p>
            <a:pPr>
              <a:defRPr sz="36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එහි රජකම්</a:t>
            </a:r>
          </a:p>
          <a:p>
            <a:pPr>
              <a:defRPr sz="36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කරයි සැම විට</a:t>
            </a:r>
          </a:p>
          <a:p>
            <a:pPr>
              <a:defRPr sz="36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ලෝ ගෙවල් මෙන් නොව</a:t>
            </a:r>
          </a:p>
          <a:p>
            <a:pPr>
              <a:defRPr sz="36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නිවෙස් වසනා</a:t>
            </a:r>
          </a:p>
          <a:p>
            <a:pPr>
              <a:defRPr sz="36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සියල්ලෝ ම සොම්නසින්</a:t>
            </a:r>
          </a:p>
          <a:p>
            <a:pPr>
              <a:defRPr sz="36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පසු වෙත් නිතිනා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4" name="Rectangle 3"/>
          <p:cNvSpPr txBox="1"/>
          <p:nvPr/>
        </p:nvSpPr>
        <p:spPr>
          <a:xfrm>
            <a:off x="579119" y="838199"/>
            <a:ext cx="5852162" cy="4745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බාලයන්ට කිරුළක් ඇත්</a:t>
            </a:r>
          </a:p>
          <a:p>
            <a:pPr>
              <a:defRPr sz="36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තෙදැත් සග රට</a:t>
            </a:r>
          </a:p>
          <a:p>
            <a:pPr>
              <a:defRPr sz="36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 අදහන්නන්</a:t>
            </a:r>
          </a:p>
          <a:p>
            <a:pPr>
              <a:defRPr sz="36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 පළදින ඒ ළකල කිරුළ</a:t>
            </a:r>
          </a:p>
          <a:p>
            <a:pPr>
              <a:defRPr sz="36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අතින් ම දෙයි</a:t>
            </a:r>
          </a:p>
          <a:p>
            <a:pPr>
              <a:defRPr sz="36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සමිදුන්ට පෙම් කළ</a:t>
            </a:r>
          </a:p>
          <a:p>
            <a:pPr>
              <a:defRPr sz="36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දරුවන්ට ලැබෙයි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6" name="TextBox 4"/>
          <p:cNvSpPr txBox="1"/>
          <p:nvPr/>
        </p:nvSpPr>
        <p:spPr>
          <a:xfrm>
            <a:off x="442764" y="160424"/>
            <a:ext cx="1207972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latin typeface="Garamond"/>
                <a:ea typeface="Garamond"/>
                <a:cs typeface="Garamond"/>
                <a:sym typeface="Garamond"/>
              </a:defRPr>
            </a:pPr>
            <a:r>
              <a:t>4</a:t>
            </a:r>
            <a:r>
              <a:t>36</a:t>
            </a:r>
          </a:p>
        </p:txBody>
      </p:sp>
      <p:sp>
        <p:nvSpPr>
          <p:cNvPr id="5717" name="TextBox 5"/>
          <p:cNvSpPr txBox="1"/>
          <p:nvPr/>
        </p:nvSpPr>
        <p:spPr>
          <a:xfrm>
            <a:off x="873304" y="1052737"/>
            <a:ext cx="6389280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ලස්සනින් යුත් රටක් දිස් වන </a:t>
            </a:r>
          </a:p>
          <a:p>
            <a:pPr>
              <a:defRPr sz="32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බෝ දුරින් නෙත් සැදෑ ලක් වන </a:t>
            </a:r>
          </a:p>
          <a:p>
            <a:pPr>
              <a:defRPr sz="32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ඇත් නිවෙස් පිත් තුමන් සාදලා </a:t>
            </a:r>
          </a:p>
          <a:p>
            <a:pPr>
              <a:defRPr sz="32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ඉන්නෙ ය එත් අපත් මං බලා </a:t>
            </a:r>
          </a:p>
        </p:txBody>
      </p:sp>
      <p:sp>
        <p:nvSpPr>
          <p:cNvPr id="5718" name="TextBox 6"/>
          <p:cNvSpPr txBox="1"/>
          <p:nvPr/>
        </p:nvSpPr>
        <p:spPr>
          <a:xfrm>
            <a:off x="4113663" y="3989382"/>
            <a:ext cx="4661090" cy="2180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දිනේ </a:t>
            </a:r>
            <a:r>
              <a:t>.......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දැන් ලග යි </a:t>
            </a:r>
          </a:p>
          <a:p>
            <a:pPr>
              <a:defRPr sz="28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ලස්සන ගං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තෙරේ එක් වන</a:t>
            </a:r>
          </a:p>
          <a:p>
            <a:pPr>
              <a:defRPr sz="28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දිනේ </a:t>
            </a:r>
            <a:r>
              <a:t>.......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දැන් ලගයි </a:t>
            </a:r>
          </a:p>
          <a:p>
            <a:pPr>
              <a:defRPr sz="28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ලස්සන ගං තෙරේ එක් වන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0" name="TextBox 3"/>
          <p:cNvSpPr txBox="1"/>
          <p:nvPr/>
        </p:nvSpPr>
        <p:spPr>
          <a:xfrm>
            <a:off x="801295" y="764705"/>
            <a:ext cx="4877114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 සෙන් ගන් තෙරේ ගී ගයත් </a:t>
            </a:r>
          </a:p>
          <a:p>
            <a:pPr>
              <a:defRPr sz="32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වමු කීමට ගී අපිත් </a:t>
            </a:r>
          </a:p>
          <a:p>
            <a:pPr>
              <a:defRPr sz="32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ආත්මෙට වේදනා දුක් නොමැත් </a:t>
            </a:r>
          </a:p>
          <a:p>
            <a:pPr>
              <a:defRPr sz="32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සාමයේ සම්පතින් සංතෝසැත්</a:t>
            </a:r>
          </a:p>
        </p:txBody>
      </p:sp>
      <p:sp>
        <p:nvSpPr>
          <p:cNvPr id="5721" name="TextBox 5"/>
          <p:cNvSpPr txBox="1"/>
          <p:nvPr/>
        </p:nvSpPr>
        <p:spPr>
          <a:xfrm>
            <a:off x="4113663" y="3989382"/>
            <a:ext cx="4661090" cy="2180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දිනේ </a:t>
            </a:r>
            <a:r>
              <a:t>.......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දැන් ලග යි </a:t>
            </a:r>
          </a:p>
          <a:p>
            <a:pPr>
              <a:defRPr sz="28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ලස්සන ගං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තෙරේ එක් වන</a:t>
            </a:r>
          </a:p>
          <a:p>
            <a:pPr>
              <a:defRPr sz="28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දිනේ </a:t>
            </a:r>
            <a:r>
              <a:t>.......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දැන් ලගයි </a:t>
            </a:r>
          </a:p>
          <a:p>
            <a:pPr>
              <a:defRPr sz="28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ලස්සන ගං තෙරේ එක් වන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3" name="TextBox 3"/>
          <p:cNvSpPr txBox="1"/>
          <p:nvPr/>
        </p:nvSpPr>
        <p:spPr>
          <a:xfrm>
            <a:off x="873303" y="692697"/>
            <a:ext cx="5093138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දිව් තුරා ආසිරි වස්වන </a:t>
            </a:r>
          </a:p>
          <a:p>
            <a:pPr>
              <a:defRPr sz="32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නිම් නොහිම් පෙමයෙන් පුරන </a:t>
            </a:r>
          </a:p>
          <a:p>
            <a:pPr>
              <a:defRPr sz="32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තැගිවත් උස් තැනේ පිත් තුමන් </a:t>
            </a:r>
          </a:p>
          <a:p>
            <a:pPr>
              <a:defRPr sz="32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නාමෙට දෙව් පසස් ගීතයෙන් </a:t>
            </a:r>
          </a:p>
        </p:txBody>
      </p:sp>
      <p:sp>
        <p:nvSpPr>
          <p:cNvPr id="5724" name="TextBox 5"/>
          <p:cNvSpPr txBox="1"/>
          <p:nvPr/>
        </p:nvSpPr>
        <p:spPr>
          <a:xfrm>
            <a:off x="4113663" y="3989382"/>
            <a:ext cx="4661090" cy="2180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දිනේ </a:t>
            </a:r>
            <a:r>
              <a:t>.......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දැන් ලග යි </a:t>
            </a:r>
          </a:p>
          <a:p>
            <a:pPr>
              <a:defRPr sz="28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ලස්සන ගං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තෙරේ එක් වන</a:t>
            </a:r>
          </a:p>
          <a:p>
            <a:pPr>
              <a:defRPr sz="28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දිනේ </a:t>
            </a:r>
            <a:r>
              <a:t>.......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දැන් ලගයි </a:t>
            </a:r>
          </a:p>
          <a:p>
            <a:pPr>
              <a:defRPr sz="2800">
                <a:latin typeface="Garamond"/>
                <a:ea typeface="Garamond"/>
                <a:cs typeface="Garamond"/>
                <a:sym typeface="Garamond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ලස්සන ගං තෙරේ එක් වන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6" name="Rectangle 3"/>
          <p:cNvSpPr txBox="1"/>
          <p:nvPr/>
        </p:nvSpPr>
        <p:spPr>
          <a:xfrm>
            <a:off x="972151" y="596299"/>
            <a:ext cx="6221130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යෙරුසලම් මගේ රට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සිත් ආලේ ඇති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කෙ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දින ඔබ දක්නට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ලැබේ ද සිත් රුති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දෙ නෙතින් ඔබේ රුවැත්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මුතු දොරවලුත්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රන් විදි ගොඩනැගිලිත්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කවර දා දක්නෙම් </a:t>
            </a:r>
          </a:p>
        </p:txBody>
      </p:sp>
      <p:sp>
        <p:nvSpPr>
          <p:cNvPr id="5727" name="TextBox 4"/>
          <p:cNvSpPr txBox="1"/>
          <p:nvPr/>
        </p:nvSpPr>
        <p:spPr>
          <a:xfrm>
            <a:off x="442764" y="160423"/>
            <a:ext cx="120797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444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9" name="TextBox 1"/>
          <p:cNvSpPr txBox="1"/>
          <p:nvPr/>
        </p:nvSpPr>
        <p:spPr>
          <a:xfrm>
            <a:off x="990198" y="737936"/>
            <a:ext cx="6023611" cy="727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ඒදනටත් මනහර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පෙදෙස් සග පුර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සැපතක් වෙයි  ද කවර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දකින්ටැත් නම් වර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වේදනා මරණේට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ඇයි මා බිය වන්නේ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උතුම් කානාන් රට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මට දිස් වන්නේ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1" name="Rectangle 1"/>
          <p:cNvSpPr txBox="1"/>
          <p:nvPr/>
        </p:nvSpPr>
        <p:spPr>
          <a:xfrm>
            <a:off x="1056373" y="740678"/>
            <a:ext cx="4480561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සුද්දවරයෝ සිටිති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හිමි සමගින්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එහි ගොස් එකතු වෙති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මිතුරෝ මෙයින්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ජෙරුසලම් මගේ රට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ආලේ ඔබට යි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සැප දුටු විට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වෙහෙස නිවෙයි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3" name="TextBox 1"/>
          <p:cNvSpPr txBox="1"/>
          <p:nvPr/>
        </p:nvSpPr>
        <p:spPr>
          <a:xfrm>
            <a:off x="426719" y="2286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445</a:t>
            </a:r>
          </a:p>
        </p:txBody>
      </p:sp>
      <p:sp>
        <p:nvSpPr>
          <p:cNvPr id="5734" name="TextBox 2"/>
          <p:cNvSpPr txBox="1"/>
          <p:nvPr/>
        </p:nvSpPr>
        <p:spPr>
          <a:xfrm>
            <a:off x="579119" y="990599"/>
            <a:ext cx="6385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දුක් පීඩාවන් නිම කර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රුවැත් වෙරළට සැපත් කල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පෙම්වත් මා හිමි ළග ඉන්නට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සදහට ම වේ තේජස් මට</a:t>
            </a:r>
          </a:p>
        </p:txBody>
      </p:sp>
      <p:sp>
        <p:nvSpPr>
          <p:cNvPr id="5735" name="TextBox 3"/>
          <p:cNvSpPr txBox="1"/>
          <p:nvPr/>
        </p:nvSpPr>
        <p:spPr>
          <a:xfrm>
            <a:off x="3931919" y="3957699"/>
            <a:ext cx="58521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කල්හි වේ තේජස් මට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කල්හි වේ තේජස් මට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හිමිගේ වත දක්නා කල මා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කල්හි වේ ම ය තේජස් මට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7" name="TextBox 3"/>
          <p:cNvSpPr txBox="1"/>
          <p:nvPr/>
        </p:nvSpPr>
        <p:spPr>
          <a:xfrm>
            <a:off x="579119" y="990599"/>
            <a:ext cx="6385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හිමිගේ දයා කදින් විපුල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සගයේ ඉඩමක් මා ලත් කල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වූවන දැක ගන්නට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සදහට ම වේ තේජස් මට</a:t>
            </a:r>
          </a:p>
        </p:txBody>
      </p:sp>
      <p:sp>
        <p:nvSpPr>
          <p:cNvPr id="5738" name="TextBox 4"/>
          <p:cNvSpPr txBox="1"/>
          <p:nvPr/>
        </p:nvSpPr>
        <p:spPr>
          <a:xfrm>
            <a:off x="3931919" y="3957699"/>
            <a:ext cx="58521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කල්හි වේ තේජස් මට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කල්හි වේ තේජස් මට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හිමිගේ වත දක්නා කල මා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කල්හි වේ ම ය තේජස් මට</a:t>
            </a:r>
          </a:p>
        </p:txBody>
      </p:sp>
      <p:sp>
        <p:nvSpPr>
          <p:cNvPr id="5739" name="TextBox 1"/>
          <p:cNvSpPr txBox="1"/>
          <p:nvPr/>
        </p:nvSpPr>
        <p:spPr>
          <a:xfrm>
            <a:off x="441255" y="332656"/>
            <a:ext cx="1204706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446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1" name="TextBox 3"/>
          <p:cNvSpPr txBox="1"/>
          <p:nvPr/>
        </p:nvSpPr>
        <p:spPr>
          <a:xfrm>
            <a:off x="579119" y="990599"/>
            <a:ext cx="6385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මිතුරෝ එහි වෙත් මා සුපෙම්වත්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සොම්නස ගලා යේ ගගක් ලෙසින්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මදහසින් දිස් වෙයි තුට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සදහට ම වේ තේජස් මට</a:t>
            </a:r>
          </a:p>
        </p:txBody>
      </p:sp>
      <p:sp>
        <p:nvSpPr>
          <p:cNvPr id="5742" name="TextBox 4"/>
          <p:cNvSpPr txBox="1"/>
          <p:nvPr/>
        </p:nvSpPr>
        <p:spPr>
          <a:xfrm>
            <a:off x="3931919" y="3957699"/>
            <a:ext cx="58521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කල්හි වේ තේජස් මට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කල්හි වේ තේජස් මට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හිමිගේ වත දක්නා කල මා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කල්හි වේ ම ය තේජස් මට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" name="Title 1"/>
          <p:cNvSpPr txBox="1"/>
          <p:nvPr>
            <p:ph type="title"/>
          </p:nvPr>
        </p:nvSpPr>
        <p:spPr>
          <a:xfrm>
            <a:off x="609599" y="609600"/>
            <a:ext cx="6347716" cy="3403600"/>
          </a:xfrm>
          <a:prstGeom prst="rect">
            <a:avLst/>
          </a:prstGeom>
        </p:spPr>
        <p:txBody>
          <a:bodyPr/>
          <a:lstStyle/>
          <a:p>
            <a:pPr defTabSz="361188">
              <a:defRPr sz="284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නැගිට්ටෝය මලාහු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ඒ තෙදත් උදහි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නොම වෙයි දුකත්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හැඩුමත වේදනාත්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br>
              <a:rPr>
                <a:latin typeface="+mj-lt"/>
                <a:ea typeface="+mj-ea"/>
                <a:cs typeface="+mj-cs"/>
                <a:sym typeface="Helvetica"/>
              </a:rPr>
            </a:b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 sz="1896"/>
              <a:t>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6" name="TextBox 2"/>
          <p:cNvSpPr txBox="1"/>
          <p:nvPr/>
        </p:nvSpPr>
        <p:spPr>
          <a:xfrm>
            <a:off x="1737400" y="-1"/>
            <a:ext cx="4498315" cy="6777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ආත්මේ ඇත හැර සිරුර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ජීවනය උරුම වෙයි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කනාන් ඒ දේශය උතුම්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අත්පත් වෙයි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ජරපත් වන සිරුර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වෙයි අජර අමාර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මරනිඉය කය තේජස් පලදීයි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ජීවනයේ කුමරා තුල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අදහන සම ට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පහවී මරණ බිය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ජය වේ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8" name="Subtitle 2"/>
          <p:cNvSpPr txBox="1"/>
          <p:nvPr>
            <p:ph type="body" sz="quarter" idx="1"/>
          </p:nvPr>
        </p:nvSpPr>
        <p:spPr>
          <a:xfrm>
            <a:off x="683567" y="1628799"/>
            <a:ext cx="5826721" cy="1096901"/>
          </a:xfrm>
          <a:prstGeom prst="rect">
            <a:avLst/>
          </a:prstGeom>
        </p:spPr>
        <p:txBody>
          <a:bodyPr/>
          <a:lstStyle/>
          <a:p>
            <a:pPr algn="ctr" defTabSz="182880">
              <a:lnSpc>
                <a:spcPct val="80000"/>
              </a:lnSpc>
              <a:spcBef>
                <a:spcPts val="400"/>
              </a:spcBef>
              <a:defRPr sz="176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තෙදත් බලත් තොසැත්  දීන </a:t>
            </a:r>
            <a:endParaRPr sz="160"/>
          </a:p>
          <a:p>
            <a:pPr algn="ctr" defTabSz="182880">
              <a:lnSpc>
                <a:spcPct val="80000"/>
              </a:lnSpc>
              <a:spcBef>
                <a:spcPts val="400"/>
              </a:spcBef>
              <a:defRPr sz="176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අන්තිම පාස්කු දීන</a:t>
            </a:r>
            <a:endParaRPr sz="160"/>
          </a:p>
          <a:p>
            <a:pPr algn="ctr" defTabSz="182880">
              <a:lnSpc>
                <a:spcPct val="80000"/>
              </a:lnSpc>
              <a:spcBef>
                <a:spcPts val="400"/>
              </a:spcBef>
              <a:defRPr sz="176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පැතුම් සපිරෙන </a:t>
            </a:r>
            <a:endParaRPr sz="160"/>
          </a:p>
          <a:p>
            <a:pPr algn="ctr" defTabSz="182880">
              <a:lnSpc>
                <a:spcPct val="80000"/>
              </a:lnSpc>
              <a:spcBef>
                <a:spcPts val="400"/>
              </a:spcBef>
              <a:defRPr sz="176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ඒදින </a:t>
            </a:r>
            <a:endParaRPr sz="160"/>
          </a:p>
          <a:p>
            <a:pPr defTabSz="182880">
              <a:lnSpc>
                <a:spcPct val="80000"/>
              </a:lnSpc>
              <a:spcBef>
                <a:spcPts val="400"/>
              </a:spcBef>
              <a:defRPr sz="160"/>
            </a:pPr>
            <a: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0" name="Content Placeholder 2"/>
          <p:cNvSpPr txBox="1"/>
          <p:nvPr>
            <p:ph type="body" sz="half" idx="1"/>
          </p:nvPr>
        </p:nvSpPr>
        <p:spPr>
          <a:xfrm>
            <a:off x="827583" y="1196751"/>
            <a:ext cx="6347716" cy="388077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දිනෙහි සොම්නස්  වේ සිත්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එක්වේත් නොවෙත් තවත්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මවු පිය දූ පුත් සොයුරත්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සොයුරිත්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2" name="Title 1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753" name="Content Placeholder 2"/>
          <p:cNvSpPr txBox="1"/>
          <p:nvPr>
            <p:ph type="body" sz="half" idx="1"/>
          </p:nvPr>
        </p:nvSpPr>
        <p:spPr>
          <a:xfrm>
            <a:off x="609598" y="2160590"/>
            <a:ext cx="6347716" cy="388077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5" name="Content Placeholder 9"/>
          <p:cNvSpPr txBox="1"/>
          <p:nvPr/>
        </p:nvSpPr>
        <p:spPr>
          <a:xfrm>
            <a:off x="502919" y="1027332"/>
            <a:ext cx="8138162" cy="541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88035" indent="-288035" defTabSz="768095">
              <a:lnSpc>
                <a:spcPct val="90000"/>
              </a:lnSpc>
              <a:spcBef>
                <a:spcPts val="800"/>
              </a:spcBef>
              <a:defRPr sz="3359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සොම්නස් නිවාඩු දින</a:t>
            </a:r>
            <a:endParaRPr sz="2688"/>
          </a:p>
          <a:p>
            <a:pPr marL="288035" indent="-288035" defTabSz="768095">
              <a:lnSpc>
                <a:spcPct val="90000"/>
              </a:lnSpc>
              <a:spcBef>
                <a:spcPts val="800"/>
              </a:spcBef>
              <a:defRPr sz="3359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තොස් යුත් දිමුත් දින</a:t>
            </a:r>
            <a:endParaRPr sz="2688"/>
          </a:p>
          <a:p>
            <a:pPr marL="288035" indent="-288035" defTabSz="768095">
              <a:lnSpc>
                <a:spcPct val="90000"/>
              </a:lnSpc>
              <a:spcBef>
                <a:spcPts val="800"/>
              </a:spcBef>
              <a:defRPr sz="3359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සෙත් ලත් මනරම් දින</a:t>
            </a:r>
            <a:endParaRPr sz="2688"/>
          </a:p>
          <a:p>
            <a:pPr marL="288035" indent="-288035" defTabSz="768095">
              <a:lnSpc>
                <a:spcPct val="90000"/>
              </a:lnSpc>
              <a:spcBef>
                <a:spcPts val="800"/>
              </a:spcBef>
              <a:defRPr sz="3359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අති දිමුත් දින</a:t>
            </a:r>
            <a:endParaRPr sz="2688"/>
          </a:p>
          <a:p>
            <a:pPr marL="288035" indent="-288035" defTabSz="768095">
              <a:lnSpc>
                <a:spcPct val="90000"/>
              </a:lnSpc>
              <a:spcBef>
                <a:spcPts val="800"/>
              </a:spcBef>
              <a:defRPr sz="3359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සගෙත් පොළොවෙත් දන</a:t>
            </a:r>
            <a:endParaRPr sz="2688"/>
          </a:p>
          <a:p>
            <a:pPr marL="288035" indent="-288035" defTabSz="768095">
              <a:lnSpc>
                <a:spcPct val="90000"/>
              </a:lnSpc>
              <a:spcBef>
                <a:spcPts val="800"/>
              </a:spcBef>
              <a:defRPr sz="3359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 සුද්ද සුද්ද</a:t>
            </a:r>
          </a:p>
          <a:p>
            <a:pPr marL="288035" indent="-288035" defTabSz="768095">
              <a:lnSpc>
                <a:spcPct val="90000"/>
              </a:lnSpc>
              <a:spcBef>
                <a:spcPts val="800"/>
              </a:spcBef>
              <a:defRPr sz="3359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ගීයෙන් තියෙක් සමිද</a:t>
            </a:r>
            <a:endParaRPr sz="2688"/>
          </a:p>
          <a:p>
            <a:pPr marL="288035" indent="-288035" defTabSz="768095">
              <a:lnSpc>
                <a:spcPct val="90000"/>
              </a:lnSpc>
              <a:spcBef>
                <a:spcPts val="800"/>
              </a:spcBef>
              <a:defRPr sz="3359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නමදින දින</a:t>
            </a:r>
          </a:p>
        </p:txBody>
      </p:sp>
      <p:sp>
        <p:nvSpPr>
          <p:cNvPr id="5756" name="Rectangle 2"/>
          <p:cNvSpPr txBox="1"/>
          <p:nvPr/>
        </p:nvSpPr>
        <p:spPr>
          <a:xfrm>
            <a:off x="483869" y="319445"/>
            <a:ext cx="105156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451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8" name="Content Placeholder 9"/>
          <p:cNvSpPr txBox="1"/>
          <p:nvPr/>
        </p:nvSpPr>
        <p:spPr>
          <a:xfrm>
            <a:off x="502919" y="1027332"/>
            <a:ext cx="8138162" cy="541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88035" indent="-288035" defTabSz="768095">
              <a:lnSpc>
                <a:spcPct val="90000"/>
              </a:lnSpc>
              <a:spcBef>
                <a:spcPts val="800"/>
              </a:spcBef>
              <a:defRPr sz="3359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එළිය මැවූ දින</a:t>
            </a:r>
            <a:endParaRPr sz="2688"/>
          </a:p>
          <a:p>
            <a:pPr marL="288035" indent="-288035" defTabSz="768095">
              <a:lnSpc>
                <a:spcPct val="90000"/>
              </a:lnSpc>
              <a:spcBef>
                <a:spcPts val="800"/>
              </a:spcBef>
              <a:defRPr sz="3359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සෙත් ලත් සුද්ද දින</a:t>
            </a:r>
            <a:endParaRPr sz="2688"/>
          </a:p>
          <a:p>
            <a:pPr marL="288035" indent="-288035" defTabSz="768095">
              <a:lnSpc>
                <a:spcPct val="90000"/>
              </a:lnSpc>
              <a:spcBef>
                <a:spcPts val="800"/>
              </a:spcBef>
              <a:defRPr sz="3359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අපගේ හිමි</a:t>
            </a:r>
            <a:endParaRPr sz="2688"/>
          </a:p>
          <a:p>
            <a:pPr marL="288035" indent="-288035" defTabSz="768095">
              <a:lnSpc>
                <a:spcPct val="90000"/>
              </a:lnSpc>
              <a:spcBef>
                <a:spcPts val="800"/>
              </a:spcBef>
              <a:defRPr sz="3359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බින්දේ මරු බැමි</a:t>
            </a:r>
            <a:endParaRPr sz="2688"/>
          </a:p>
          <a:p>
            <a:pPr marL="288035" indent="-288035" defTabSz="768095">
              <a:lnSpc>
                <a:spcPct val="90000"/>
              </a:lnSpc>
              <a:spcBef>
                <a:spcPts val="800"/>
              </a:spcBef>
              <a:defRPr sz="3359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ජය ගෙන ඒ ලෙසින්</a:t>
            </a:r>
            <a:endParaRPr sz="2688"/>
          </a:p>
          <a:p>
            <a:pPr marL="288035" indent="-288035" defTabSz="768095">
              <a:lnSpc>
                <a:spcPct val="90000"/>
              </a:lnSpc>
              <a:spcBef>
                <a:spcPts val="800"/>
              </a:spcBef>
              <a:defRPr sz="3359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නැගිට තෙදසින්</a:t>
            </a:r>
            <a:endParaRPr sz="2688"/>
          </a:p>
          <a:p>
            <a:pPr marL="288035" indent="-288035" defTabSz="768095">
              <a:lnSpc>
                <a:spcPct val="90000"/>
              </a:lnSpc>
              <a:spcBef>
                <a:spcPts val="800"/>
              </a:spcBef>
              <a:defRPr sz="3359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එවී ය සග ලොවින්</a:t>
            </a:r>
            <a:endParaRPr sz="2688"/>
          </a:p>
          <a:p>
            <a:pPr marL="288035" indent="-288035" defTabSz="768095">
              <a:lnSpc>
                <a:spcPct val="90000"/>
              </a:lnSpc>
              <a:spcBef>
                <a:spcPts val="800"/>
              </a:spcBef>
              <a:defRPr sz="3359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සුදත් හිමි තුමන්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0" name="Content Placeholder 9"/>
          <p:cNvSpPr txBox="1"/>
          <p:nvPr/>
        </p:nvSpPr>
        <p:spPr>
          <a:xfrm>
            <a:off x="502919" y="1027332"/>
            <a:ext cx="8138162" cy="541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88035" indent="-288035" defTabSz="768095">
              <a:lnSpc>
                <a:spcPct val="90000"/>
              </a:lnSpc>
              <a:spcBef>
                <a:spcPts val="800"/>
              </a:spcBef>
              <a:defRPr sz="3359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විඩාත්මයට අද</a:t>
            </a:r>
            <a:endParaRPr sz="2688"/>
          </a:p>
          <a:p>
            <a:pPr marL="288035" indent="-288035" defTabSz="768095">
              <a:lnSpc>
                <a:spcPct val="90000"/>
              </a:lnSpc>
              <a:spcBef>
                <a:spcPts val="800"/>
              </a:spcBef>
              <a:defRPr sz="3359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මන්නා ලැබෙයි</a:t>
            </a:r>
            <a:endParaRPr sz="2688"/>
          </a:p>
          <a:p>
            <a:pPr marL="288035" indent="-288035" defTabSz="768095">
              <a:lnSpc>
                <a:spcPct val="90000"/>
              </a:lnSpc>
              <a:spcBef>
                <a:spcPts val="800"/>
              </a:spcBef>
              <a:defRPr sz="3359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රිදී හොරණෑ නද</a:t>
            </a:r>
            <a:endParaRPr sz="2688"/>
          </a:p>
          <a:p>
            <a:pPr marL="288035" indent="-288035" defTabSz="768095">
              <a:lnSpc>
                <a:spcPct val="90000"/>
              </a:lnSpc>
              <a:spcBef>
                <a:spcPts val="800"/>
              </a:spcBef>
              <a:defRPr sz="3359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සබා රැස් කෙරෙන</a:t>
            </a:r>
            <a:endParaRPr sz="2688"/>
          </a:p>
          <a:p>
            <a:pPr marL="288035" indent="-288035" defTabSz="768095">
              <a:lnSpc>
                <a:spcPct val="90000"/>
              </a:lnSpc>
              <a:spcBef>
                <a:spcPts val="800"/>
              </a:spcBef>
              <a:defRPr sz="3359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රැස් දහර සුබසුන්</a:t>
            </a:r>
            <a:endParaRPr sz="2688"/>
          </a:p>
          <a:p>
            <a:pPr marL="288035" indent="-288035" defTabSz="768095">
              <a:lnSpc>
                <a:spcPct val="90000"/>
              </a:lnSpc>
              <a:spcBef>
                <a:spcPts val="800"/>
              </a:spcBef>
              <a:defRPr sz="3359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වැගිරෙන දින</a:t>
            </a:r>
            <a:endParaRPr sz="2688"/>
          </a:p>
          <a:p>
            <a:pPr marL="288035" indent="-288035" defTabSz="768095">
              <a:lnSpc>
                <a:spcPct val="90000"/>
              </a:lnSpc>
              <a:spcBef>
                <a:spcPts val="800"/>
              </a:spcBef>
              <a:defRPr sz="3359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ආත්ම පණ ගන්වන</a:t>
            </a:r>
            <a:endParaRPr sz="2688"/>
          </a:p>
          <a:p>
            <a:pPr marL="288035" indent="-288035" defTabSz="768095">
              <a:lnSpc>
                <a:spcPct val="90000"/>
              </a:lnSpc>
              <a:spcBef>
                <a:spcPts val="800"/>
              </a:spcBef>
              <a:defRPr sz="3359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ගග ගලන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2" name="Content Placeholder 9"/>
          <p:cNvSpPr txBox="1"/>
          <p:nvPr/>
        </p:nvSpPr>
        <p:spPr>
          <a:xfrm>
            <a:off x="502919" y="1027332"/>
            <a:ext cx="8138162" cy="541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88035" indent="-288035" defTabSz="768095">
              <a:lnSpc>
                <a:spcPct val="90000"/>
              </a:lnSpc>
              <a:spcBef>
                <a:spcPts val="800"/>
              </a:spcBef>
              <a:defRPr sz="3359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දයා පෙම අලුතෙන්</a:t>
            </a:r>
            <a:endParaRPr sz="2688"/>
          </a:p>
          <a:p>
            <a:pPr marL="288035" indent="-288035" defTabSz="768095">
              <a:lnSpc>
                <a:spcPct val="90000"/>
              </a:lnSpc>
              <a:spcBef>
                <a:spcPts val="800"/>
              </a:spcBef>
              <a:defRPr sz="3359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අත්දකින දින</a:t>
            </a:r>
            <a:endParaRPr sz="2688"/>
          </a:p>
          <a:p>
            <a:pPr marL="288035" indent="-288035" defTabSz="768095">
              <a:lnSpc>
                <a:spcPct val="90000"/>
              </a:lnSpc>
              <a:spcBef>
                <a:spcPts val="800"/>
              </a:spcBef>
              <a:defRPr sz="3359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පිත් පුත් සුදත් දෙවිදුන්</a:t>
            </a:r>
            <a:endParaRPr sz="2688"/>
          </a:p>
          <a:p>
            <a:pPr marL="288035" indent="-288035" defTabSz="768095">
              <a:lnSpc>
                <a:spcPct val="90000"/>
              </a:lnSpc>
              <a:spcBef>
                <a:spcPts val="800"/>
              </a:spcBef>
              <a:defRPr sz="3359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පසසන දින</a:t>
            </a:r>
            <a:endParaRPr sz="2688"/>
          </a:p>
          <a:p>
            <a:pPr marL="288035" indent="-288035" defTabSz="768095">
              <a:lnSpc>
                <a:spcPct val="90000"/>
              </a:lnSpc>
              <a:spcBef>
                <a:spcPts val="800"/>
              </a:spcBef>
              <a:defRPr sz="3359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සබාව උසස් හඩින්</a:t>
            </a:r>
            <a:endParaRPr sz="2688"/>
          </a:p>
          <a:p>
            <a:pPr marL="288035" indent="-288035" defTabSz="768095">
              <a:lnSpc>
                <a:spcPct val="90000"/>
              </a:lnSpc>
              <a:spcBef>
                <a:spcPts val="800"/>
              </a:spcBef>
              <a:defRPr sz="3359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පුදයි තුති පසන්</a:t>
            </a:r>
            <a:endParaRPr sz="2688"/>
          </a:p>
          <a:p>
            <a:pPr marL="288035" indent="-288035" defTabSz="768095">
              <a:lnSpc>
                <a:spcPct val="90000"/>
              </a:lnSpc>
              <a:spcBef>
                <a:spcPts val="800"/>
              </a:spcBef>
              <a:defRPr sz="3359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ආසිරි පිරිනමයි</a:t>
            </a:r>
            <a:endParaRPr sz="2688"/>
          </a:p>
          <a:p>
            <a:pPr marL="288035" indent="-288035" defTabSz="768095">
              <a:lnSpc>
                <a:spcPct val="90000"/>
              </a:lnSpc>
              <a:spcBef>
                <a:spcPts val="800"/>
              </a:spcBef>
              <a:defRPr sz="3359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තියෙක් දෙවි තුමන්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4" name="Content Placeholder 9"/>
          <p:cNvSpPr txBox="1"/>
          <p:nvPr>
            <p:ph type="body" idx="1"/>
          </p:nvPr>
        </p:nvSpPr>
        <p:spPr>
          <a:xfrm>
            <a:off x="457200" y="1447800"/>
            <a:ext cx="8229600" cy="3733801"/>
          </a:xfrm>
          <a:prstGeom prst="rect">
            <a:avLst/>
          </a:prstGeom>
        </p:spPr>
        <p:txBody>
          <a:bodyPr/>
          <a:lstStyle/>
          <a:p>
            <a:pPr marL="322325" indent="-322325" defTabSz="429768">
              <a:spcBef>
                <a:spcPts val="900"/>
              </a:spcBef>
              <a:buSzTx/>
              <a:buFont typeface="Wingdings 3"/>
              <a:buNone/>
              <a:defRPr sz="451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ආලෝක දින යි </a:t>
            </a:r>
          </a:p>
          <a:p>
            <a:pPr marL="322325" indent="-322325" defTabSz="429768">
              <a:spcBef>
                <a:spcPts val="900"/>
              </a:spcBef>
              <a:buSzTx/>
              <a:buFont typeface="Wingdings 3"/>
              <a:buNone/>
              <a:defRPr sz="451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ආලෝකය එවන් </a:t>
            </a:r>
          </a:p>
          <a:p>
            <a:pPr marL="322325" indent="-322325" defTabSz="429768">
              <a:spcBef>
                <a:spcPts val="900"/>
              </a:spcBef>
              <a:buSzTx/>
              <a:buFont typeface="Wingdings 3"/>
              <a:buNone/>
              <a:defRPr sz="451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අරුණලු රැස්  දහරින් </a:t>
            </a:r>
          </a:p>
          <a:p>
            <a:pPr marL="322325" indent="-322325" defTabSz="429768">
              <a:spcBef>
                <a:spcPts val="900"/>
              </a:spcBef>
              <a:buSzTx/>
              <a:buFont typeface="Wingdings 3"/>
              <a:buNone/>
              <a:defRPr sz="451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ගනදුර නසන්</a:t>
            </a:r>
          </a:p>
        </p:txBody>
      </p:sp>
      <p:sp>
        <p:nvSpPr>
          <p:cNvPr id="5765" name="Rectangle 1"/>
          <p:cNvSpPr txBox="1"/>
          <p:nvPr/>
        </p:nvSpPr>
        <p:spPr>
          <a:xfrm>
            <a:off x="655319" y="381002"/>
            <a:ext cx="10515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452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7" name="Content Placeholder 9"/>
          <p:cNvSpPr txBox="1"/>
          <p:nvPr>
            <p:ph type="body" idx="1"/>
          </p:nvPr>
        </p:nvSpPr>
        <p:spPr>
          <a:xfrm>
            <a:off x="457200" y="1600200"/>
            <a:ext cx="8229600" cy="3733801"/>
          </a:xfrm>
          <a:prstGeom prst="rect">
            <a:avLst/>
          </a:prstGeom>
        </p:spPr>
        <p:txBody>
          <a:bodyPr/>
          <a:lstStyle/>
          <a:p>
            <a:pPr marL="322325" indent="-322325" defTabSz="429768">
              <a:spcBef>
                <a:spcPts val="900"/>
              </a:spcBef>
              <a:buSzTx/>
              <a:buFont typeface="Wingdings 3"/>
              <a:buNone/>
              <a:defRPr sz="451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නිවාඩු දින යි</a:t>
            </a:r>
          </a:p>
          <a:p>
            <a:pPr marL="322325" indent="-322325" defTabSz="429768">
              <a:spcBef>
                <a:spcPts val="900"/>
              </a:spcBef>
              <a:buSzTx/>
              <a:buFont typeface="Wingdings 3"/>
              <a:buNone/>
              <a:defRPr sz="451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සවි බල එවන් </a:t>
            </a:r>
          </a:p>
          <a:p>
            <a:pPr marL="322325" indent="-322325" defTabSz="429768">
              <a:spcBef>
                <a:spcPts val="900"/>
              </a:spcBef>
              <a:buSzTx/>
              <a:buFont typeface="Wingdings 3"/>
              <a:buNone/>
              <a:defRPr sz="451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විඩාපත් මනැසත් සිතන් </a:t>
            </a:r>
          </a:p>
          <a:p>
            <a:pPr marL="322325" indent="-322325" defTabSz="429768">
              <a:spcBef>
                <a:spcPts val="900"/>
              </a:spcBef>
              <a:buSzTx/>
              <a:buFont typeface="Wingdings 3"/>
              <a:buNone/>
              <a:defRPr sz="451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පුබුදන් දෙව් බෙලෙන්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9" name="Content Placeholder 9"/>
          <p:cNvSpPr txBox="1"/>
          <p:nvPr>
            <p:ph type="body" idx="1"/>
          </p:nvPr>
        </p:nvSpPr>
        <p:spPr>
          <a:xfrm>
            <a:off x="457200" y="1295400"/>
            <a:ext cx="8229600" cy="3810000"/>
          </a:xfrm>
          <a:prstGeom prst="rect">
            <a:avLst/>
          </a:prstGeom>
        </p:spPr>
        <p:txBody>
          <a:bodyPr/>
          <a:lstStyle/>
          <a:p>
            <a:pPr marL="325754" indent="-325754" defTabSz="434340">
              <a:spcBef>
                <a:spcPts val="900"/>
              </a:spcBef>
              <a:buSzTx/>
              <a:buFont typeface="Wingdings 3"/>
              <a:buNone/>
              <a:defRPr sz="456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සමගි දින යි</a:t>
            </a:r>
          </a:p>
          <a:p>
            <a:pPr marL="325754" indent="-325754" defTabSz="434340">
              <a:spcBef>
                <a:spcPts val="900"/>
              </a:spcBef>
              <a:buSzTx/>
              <a:buFont typeface="Wingdings 3"/>
              <a:buNone/>
              <a:defRPr sz="456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සාමයෙන් පුරවන්</a:t>
            </a:r>
          </a:p>
          <a:p>
            <a:pPr marL="325754" indent="-325754" defTabSz="434340">
              <a:spcBef>
                <a:spcPts val="900"/>
              </a:spcBef>
              <a:buSzTx/>
              <a:buFont typeface="Wingdings 3"/>
              <a:buNone/>
              <a:defRPr sz="456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සිත් කැළබු රැළ </a:t>
            </a:r>
          </a:p>
          <a:p>
            <a:pPr marL="325754" indent="-325754" defTabSz="434340">
              <a:spcBef>
                <a:spcPts val="900"/>
              </a:spcBef>
              <a:buSzTx/>
              <a:buFont typeface="Wingdings 3"/>
              <a:buNone/>
              <a:defRPr sz="456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වේවා නිසසල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1" name="Content Placeholder 9"/>
          <p:cNvSpPr txBox="1"/>
          <p:nvPr>
            <p:ph type="body" idx="1"/>
          </p:nvPr>
        </p:nvSpPr>
        <p:spPr>
          <a:xfrm>
            <a:off x="457200" y="1600200"/>
            <a:ext cx="8229600" cy="3581401"/>
          </a:xfrm>
          <a:prstGeom prst="rect">
            <a:avLst/>
          </a:prstGeom>
        </p:spPr>
        <p:txBody>
          <a:bodyPr/>
          <a:lstStyle/>
          <a:p>
            <a:pPr marL="308609" indent="-308609" defTabSz="411479">
              <a:spcBef>
                <a:spcPts val="900"/>
              </a:spcBef>
              <a:buSzTx/>
              <a:buFont typeface="Wingdings 3"/>
              <a:buNone/>
              <a:defRPr sz="431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යාච්ඤාවේ දින යි</a:t>
            </a:r>
          </a:p>
          <a:p>
            <a:pPr marL="308609" indent="-308609" defTabSz="411479">
              <a:spcBef>
                <a:spcPts val="900"/>
              </a:spcBef>
              <a:buSzTx/>
              <a:buFont typeface="Wingdings 3"/>
              <a:buNone/>
              <a:defRPr sz="431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 සග ඈදෙයි </a:t>
            </a:r>
          </a:p>
          <a:p>
            <a:pPr marL="308609" indent="-308609" defTabSz="411479">
              <a:spcBef>
                <a:spcPts val="900"/>
              </a:spcBef>
              <a:buSzTx/>
              <a:buFont typeface="Wingdings 3"/>
              <a:buNone/>
              <a:defRPr sz="431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දෙස් ඔසවමු සිත් </a:t>
            </a:r>
          </a:p>
          <a:p>
            <a:pPr marL="308609" indent="-308609" defTabSz="411479">
              <a:spcBef>
                <a:spcPts val="900"/>
              </a:spcBef>
              <a:buSzTx/>
              <a:buFont typeface="Wingdings 3"/>
              <a:buNone/>
              <a:defRPr sz="431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වෙත වඩින්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3" name="Content Placeholder 9"/>
          <p:cNvSpPr txBox="1"/>
          <p:nvPr>
            <p:ph type="body" idx="1"/>
          </p:nvPr>
        </p:nvSpPr>
        <p:spPr>
          <a:xfrm>
            <a:off x="457200" y="1295400"/>
            <a:ext cx="8229600" cy="3810000"/>
          </a:xfrm>
          <a:prstGeom prst="rect">
            <a:avLst/>
          </a:prstGeom>
        </p:spPr>
        <p:txBody>
          <a:bodyPr/>
          <a:lstStyle/>
          <a:p>
            <a:pPr marL="325754" indent="-325754" defTabSz="434340">
              <a:spcBef>
                <a:spcPts val="900"/>
              </a:spcBef>
              <a:buSzTx/>
              <a:buFont typeface="Wingdings 3"/>
              <a:buNone/>
              <a:defRPr sz="456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සුවිසෙස් දින යි </a:t>
            </a:r>
          </a:p>
          <a:p>
            <a:pPr marL="325754" indent="-325754" defTabSz="434340">
              <a:spcBef>
                <a:spcPts val="900"/>
              </a:spcBef>
              <a:buSzTx/>
              <a:buFont typeface="Wingdings 3"/>
              <a:buNone/>
              <a:defRPr sz="456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දිව්‍ය හුස්ම හෙළන් </a:t>
            </a:r>
          </a:p>
          <a:p>
            <a:pPr marL="325754" indent="-325754" defTabSz="434340">
              <a:spcBef>
                <a:spcPts val="900"/>
              </a:spcBef>
              <a:buSzTx/>
              <a:buFont typeface="Wingdings 3"/>
              <a:buNone/>
              <a:defRPr sz="456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පණ ගන්වන් අපාත්මයන් </a:t>
            </a:r>
          </a:p>
          <a:p>
            <a:pPr marL="325754" indent="-325754" defTabSz="434340">
              <a:spcBef>
                <a:spcPts val="900"/>
              </a:spcBef>
              <a:buSzTx/>
              <a:buFont typeface="Wingdings 3"/>
              <a:buNone/>
              <a:defRPr sz="456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සමිඳ ජයලත්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5" name="Content Placeholder 9"/>
          <p:cNvSpPr txBox="1"/>
          <p:nvPr>
            <p:ph type="body" idx="1"/>
          </p:nvPr>
        </p:nvSpPr>
        <p:spPr>
          <a:xfrm>
            <a:off x="457200" y="1447800"/>
            <a:ext cx="8229600" cy="3733801"/>
          </a:xfrm>
          <a:prstGeom prst="rect">
            <a:avLst/>
          </a:prstGeom>
        </p:spPr>
        <p:txBody>
          <a:bodyPr/>
          <a:lstStyle/>
          <a:p>
            <a:pPr>
              <a:buSzTx/>
              <a:buFont typeface="Wingdings 3"/>
              <a:buNone/>
              <a:defRPr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තේජසින් හිමි ජය නැගිටි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buSzTx/>
              <a:buFont typeface="Wingdings 3"/>
              <a:buNone/>
              <a:defRPr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ජය පත් ව සිටි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buSzTx/>
              <a:buFont typeface="Wingdings 3"/>
              <a:buNone/>
              <a:defRPr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උතුම් දින නොකිලිටි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buSzTx/>
              <a:buFont typeface="Wingdings 3"/>
              <a:buNone/>
              <a:defRPr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පැසසුම් වටී</a:t>
            </a:r>
          </a:p>
        </p:txBody>
      </p:sp>
      <p:sp>
        <p:nvSpPr>
          <p:cNvPr id="5776" name="Rectangle 4"/>
          <p:cNvSpPr txBox="1"/>
          <p:nvPr/>
        </p:nvSpPr>
        <p:spPr>
          <a:xfrm>
            <a:off x="655319" y="381002"/>
            <a:ext cx="10515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453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8" name="Content Placeholder 9"/>
          <p:cNvSpPr txBox="1"/>
          <p:nvPr>
            <p:ph type="body" idx="1"/>
          </p:nvPr>
        </p:nvSpPr>
        <p:spPr>
          <a:xfrm>
            <a:off x="457200" y="1447800"/>
            <a:ext cx="8229600" cy="3733801"/>
          </a:xfrm>
          <a:prstGeom prst="rect">
            <a:avLst/>
          </a:prstGeom>
        </p:spPr>
        <p:txBody>
          <a:bodyPr/>
          <a:lstStyle/>
          <a:p>
            <a:pPr>
              <a:buSzTx/>
              <a:buFont typeface="Wingdings 3"/>
              <a:buNone/>
              <a:defRPr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අලුත් කරනු ලැබ සිත්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buSzTx/>
              <a:buFont typeface="Wingdings 3"/>
              <a:buNone/>
              <a:defRPr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තුළ සුදත්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buSzTx/>
              <a:buFont typeface="Wingdings 3"/>
              <a:buNone/>
              <a:defRPr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ලදහොත් නැවත උපන්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buSzTx/>
              <a:buFont typeface="Wingdings 3"/>
              <a:buNone/>
              <a:defRPr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දින වේ සෙත් ලත්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0" name="Content Placeholder 9"/>
          <p:cNvSpPr txBox="1"/>
          <p:nvPr>
            <p:ph type="body" idx="1"/>
          </p:nvPr>
        </p:nvSpPr>
        <p:spPr>
          <a:xfrm>
            <a:off x="457200" y="1447800"/>
            <a:ext cx="8229600" cy="3733801"/>
          </a:xfrm>
          <a:prstGeom prst="rect">
            <a:avLst/>
          </a:prstGeom>
        </p:spPr>
        <p:txBody>
          <a:bodyPr/>
          <a:lstStyle/>
          <a:p>
            <a:pPr>
              <a:buSzTx/>
              <a:buFont typeface="Wingdings 3"/>
              <a:buNone/>
              <a:defRPr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අමතක නො කෙරෙන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buSzTx/>
              <a:buFont typeface="Wingdings 3"/>
              <a:buNone/>
              <a:defRPr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සුද්ද දින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buSzTx/>
              <a:buFont typeface="Wingdings 3"/>
              <a:buNone/>
              <a:defRPr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මැදට පැමිණ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buSzTx/>
              <a:buFont typeface="Wingdings 3"/>
              <a:buNone/>
              <a:defRPr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 වසන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2" name="Content Placeholder 9"/>
          <p:cNvSpPr txBox="1"/>
          <p:nvPr>
            <p:ph type="body" idx="1"/>
          </p:nvPr>
        </p:nvSpPr>
        <p:spPr>
          <a:xfrm>
            <a:off x="457200" y="1447800"/>
            <a:ext cx="8229600" cy="3733801"/>
          </a:xfrm>
          <a:prstGeom prst="rect">
            <a:avLst/>
          </a:prstGeom>
        </p:spPr>
        <p:txBody>
          <a:bodyPr/>
          <a:lstStyle/>
          <a:p>
            <a:pPr>
              <a:buSzTx/>
              <a:buFont typeface="Wingdings 3"/>
              <a:buNone/>
              <a:defRPr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සතියේ පළමු දින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buSzTx/>
              <a:buFont typeface="Wingdings 3"/>
              <a:buNone/>
              <a:defRPr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වන්දනාවේ දින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buSzTx/>
              <a:buFont typeface="Wingdings 3"/>
              <a:buNone/>
              <a:defRPr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 නිවෙසින් පිටත් වන්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buSzTx/>
              <a:buFont typeface="Wingdings 3"/>
              <a:buNone/>
              <a:defRPr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සේවයට අනුන්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4" name="Content Placeholder 9"/>
          <p:cNvSpPr txBox="1"/>
          <p:nvPr>
            <p:ph type="body" idx="1"/>
          </p:nvPr>
        </p:nvSpPr>
        <p:spPr>
          <a:xfrm>
            <a:off x="457200" y="1447800"/>
            <a:ext cx="8229600" cy="3733801"/>
          </a:xfrm>
          <a:prstGeom prst="rect">
            <a:avLst/>
          </a:prstGeom>
        </p:spPr>
        <p:txBody>
          <a:bodyPr/>
          <a:lstStyle/>
          <a:p>
            <a:pPr>
              <a:buSzTx/>
              <a:buFont typeface="Wingdings 3"/>
              <a:buNone/>
              <a:defRPr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මනු පුතු අදිපති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buSzTx/>
              <a:buFont typeface="Wingdings 3"/>
              <a:buNone/>
              <a:defRPr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දිනය විමුක්ති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buSzTx/>
              <a:buFont typeface="Wingdings 3"/>
              <a:buNone/>
              <a:defRPr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ජයලත් හිමි තෙදැති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buSzTx/>
              <a:buFont typeface="Wingdings 3"/>
              <a:buNone/>
              <a:defRPr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වණව් ගීයෙන් බැති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6" name="TextBox 1"/>
          <p:cNvSpPr txBox="1"/>
          <p:nvPr/>
        </p:nvSpPr>
        <p:spPr>
          <a:xfrm>
            <a:off x="426719" y="380999"/>
            <a:ext cx="158496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462</a:t>
            </a:r>
          </a:p>
        </p:txBody>
      </p:sp>
      <p:sp>
        <p:nvSpPr>
          <p:cNvPr id="5787" name="TextBox 2"/>
          <p:cNvSpPr txBox="1"/>
          <p:nvPr/>
        </p:nvSpPr>
        <p:spPr>
          <a:xfrm>
            <a:off x="1188719" y="1142999"/>
            <a:ext cx="72237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මනරම් ඔබ විමන්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 පිරි පෙමින් තෙදින්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මනරම් ඔබ විමන්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ලෙවිහි පිරි විමන්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දෙවිදුනි කුළුනැත්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මහිමැත් වුවන්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දක්නට පෙළෙයි ම සිත්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සමග දෙවි සුදතුන්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9" name="TextBox 1"/>
          <p:cNvSpPr txBox="1"/>
          <p:nvPr/>
        </p:nvSpPr>
        <p:spPr>
          <a:xfrm>
            <a:off x="960119" y="761999"/>
            <a:ext cx="76047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දෙත් කුරුල්ලෝ පසන්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අස්න වටින් ඔබගේ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පිනැත්තෝ වෙත් සුපසුන්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ළයෙහි පියාණන්ගේ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පොරණ පරෙවි මෙන්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විසුමට තැන් නො ලත්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විත් නැව තුලට උන්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ලබති සිත් සේ ම සෙත්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1" name="TextBox 1"/>
          <p:cNvSpPr txBox="1"/>
          <p:nvPr/>
        </p:nvSpPr>
        <p:spPr>
          <a:xfrm>
            <a:off x="960119" y="685799"/>
            <a:ext cx="76047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පින්වත්හු පසස් නගත්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විපත් ඇති විටත්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කතරින් උල්පත් නගියි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මන්නා සගයෙන් බසියි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ඔවුන් බල නිත් වැඩෙයි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 තෙක්සිහසුන් වෙත්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ගැන ඔබ දුන් සිරි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වදිනට තුති දී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3" name="TextBox 1"/>
          <p:cNvSpPr txBox="1"/>
          <p:nvPr/>
        </p:nvSpPr>
        <p:spPr>
          <a:xfrm>
            <a:off x="1036319" y="533399"/>
            <a:ext cx="71475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ජය ලබන මෙන්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ලෙවි මැදින් මා ගෙන යන්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කුලුණෙන් සුරකිමින්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ළගින් ඉන්ට දෙන්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හිරුත් පළිහත් ඔබ 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පරික්සාවෙන් මා රකින්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මෙත් තෙද ඔබගෙන් වෙයි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කෙරෙහිත් වගුරන්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" name="TextBox 1"/>
          <p:cNvSpPr txBox="1"/>
          <p:nvPr/>
        </p:nvSpPr>
        <p:spPr>
          <a:xfrm>
            <a:off x="426719" y="2286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463</a:t>
            </a:r>
          </a:p>
        </p:txBody>
      </p:sp>
      <p:sp>
        <p:nvSpPr>
          <p:cNvPr id="5796" name="TextBox 2"/>
          <p:cNvSpPr txBox="1"/>
          <p:nvPr/>
        </p:nvSpPr>
        <p:spPr>
          <a:xfrm>
            <a:off x="579119" y="990599"/>
            <a:ext cx="6385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මෙම දෙව් මැදුරට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රැස් වූ අපි සතුටින්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තුති දෙමු දෙවිදුට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බැතියෙන් පිරි සිතින්</a:t>
            </a:r>
          </a:p>
        </p:txBody>
      </p:sp>
      <p:sp>
        <p:nvSpPr>
          <p:cNvPr id="5797" name="TextBox 3"/>
          <p:cNvSpPr txBox="1"/>
          <p:nvPr/>
        </p:nvSpPr>
        <p:spPr>
          <a:xfrm>
            <a:off x="3931919" y="3957697"/>
            <a:ext cx="58521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පසු ගිය දින තුළ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රැක කුළුණෙන්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යහපත් සිරි සියල්ල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පිය දුන්නේ නොමින්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9" name="TextBox 1"/>
          <p:cNvSpPr txBox="1"/>
          <p:nvPr/>
        </p:nvSpPr>
        <p:spPr>
          <a:xfrm>
            <a:off x="579119" y="990599"/>
            <a:ext cx="6385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ආත්ම විමුක්තිය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සාදා දීම උදෙසා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වෙනුවෙන් පිදි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 දිවි දෙවි මිනිසා</a:t>
            </a:r>
          </a:p>
        </p:txBody>
      </p:sp>
      <p:sp>
        <p:nvSpPr>
          <p:cNvPr id="5800" name="TextBox 2"/>
          <p:cNvSpPr txBox="1"/>
          <p:nvPr/>
        </p:nvSpPr>
        <p:spPr>
          <a:xfrm>
            <a:off x="3931919" y="3957697"/>
            <a:ext cx="58521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සිරි දෙන ලෙස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 කමා කරමින්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සිතැ වසා අනුහස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දෙයි සුදත් දෙවි නීතියෙන්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2" name="TextBox 1"/>
          <p:cNvSpPr txBox="1"/>
          <p:nvPr/>
        </p:nvSpPr>
        <p:spPr>
          <a:xfrm>
            <a:off x="579119" y="990599"/>
            <a:ext cx="6385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 පුත් සුදත්ම වන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තියෙක් දෙවි හිමි හට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අපි සැම නමදින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නගමු ගී සිත් තුට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4" name="TextBox 1"/>
          <p:cNvSpPr txBox="1"/>
          <p:nvPr/>
        </p:nvSpPr>
        <p:spPr>
          <a:xfrm>
            <a:off x="426719" y="2286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465</a:t>
            </a:r>
          </a:p>
        </p:txBody>
      </p:sp>
      <p:sp>
        <p:nvSpPr>
          <p:cNvPr id="5805" name="TextBox 2"/>
          <p:cNvSpPr txBox="1"/>
          <p:nvPr/>
        </p:nvSpPr>
        <p:spPr>
          <a:xfrm>
            <a:off x="693419" y="801085"/>
            <a:ext cx="6385562" cy="3399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සත් හිමි අප විය</a:t>
            </a:r>
            <a:endParaRPr>
              <a:solidFill>
                <a:srgbClr val="FFFFFF"/>
              </a:solidFill>
            </a:endParaRPr>
          </a:p>
          <a:p>
            <a:pPr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කමා වී අපට</a:t>
            </a:r>
            <a:endParaRPr>
              <a:solidFill>
                <a:srgbClr val="FFFFFF"/>
              </a:solidFill>
            </a:endParaRPr>
          </a:p>
          <a:p>
            <a:pPr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පහදන් අප මනස</a:t>
            </a:r>
            <a:endParaRPr>
              <a:solidFill>
                <a:srgbClr val="FFFFFF"/>
              </a:solidFill>
            </a:endParaRPr>
          </a:p>
          <a:p>
            <a:pPr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සේවය කරන ලෙස</a:t>
            </a:r>
            <a:endParaRPr>
              <a:solidFill>
                <a:srgbClr val="FFFFFF"/>
              </a:solidFill>
            </a:endParaRPr>
          </a:p>
          <a:p>
            <a:pPr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සුද්දකමින් තුට</a:t>
            </a:r>
          </a:p>
        </p:txBody>
      </p:sp>
      <p:sp>
        <p:nvSpPr>
          <p:cNvPr id="5806" name="TextBox 3"/>
          <p:cNvSpPr txBox="1"/>
          <p:nvPr/>
        </p:nvSpPr>
        <p:spPr>
          <a:xfrm>
            <a:off x="3703319" y="3656033"/>
            <a:ext cx="5852162" cy="3399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සිරියෙ මුහුදු තෙර</a:t>
            </a:r>
            <a:endParaRPr>
              <a:solidFill>
                <a:srgbClr val="FFFFFF"/>
              </a:solidFill>
            </a:endParaRPr>
          </a:p>
          <a:p>
            <a:pPr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 ගෝල දන</a:t>
            </a:r>
            <a:endParaRPr>
              <a:solidFill>
                <a:srgbClr val="FFFFFF"/>
              </a:solidFill>
            </a:endParaRPr>
          </a:p>
          <a:p>
            <a:pPr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පස්සේ ගිය සේම</a:t>
            </a:r>
          </a:p>
          <a:p>
            <a:pPr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එන්ට ඔබනුවම</a:t>
            </a:r>
            <a:endParaRPr>
              <a:solidFill>
                <a:srgbClr val="FFFFFF"/>
              </a:solidFill>
            </a:endParaRPr>
          </a:p>
          <a:p>
            <a:pPr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අපටත් වරම් දෙන්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8" name="TextBox 2"/>
          <p:cNvSpPr txBox="1"/>
          <p:nvPr/>
        </p:nvSpPr>
        <p:spPr>
          <a:xfrm>
            <a:off x="579119" y="457200"/>
            <a:ext cx="6385562" cy="3399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අහෝ හැකි නම් අපටත් </a:t>
            </a:r>
            <a:endParaRPr>
              <a:solidFill>
                <a:srgbClr val="FFFFFF"/>
              </a:solidFill>
            </a:endParaRPr>
          </a:p>
          <a:p>
            <a:pPr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අත්දකින්ට තොසේ</a:t>
            </a:r>
            <a:endParaRPr>
              <a:solidFill>
                <a:srgbClr val="FFFFFF"/>
              </a:solidFill>
            </a:endParaRPr>
          </a:p>
          <a:p>
            <a:pPr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සමාදානය සමිඳුන්</a:t>
            </a:r>
            <a:endParaRPr>
              <a:solidFill>
                <a:srgbClr val="FFFFFF"/>
              </a:solidFill>
            </a:endParaRPr>
          </a:p>
          <a:p>
            <a:pPr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අත්දුටු ඒ කඳු මුදුන්</a:t>
            </a:r>
            <a:endParaRPr>
              <a:solidFill>
                <a:srgbClr val="FFFFFF"/>
              </a:solidFill>
            </a:endParaRPr>
          </a:p>
          <a:p>
            <a:pPr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ගලීලය රටේ</a:t>
            </a:r>
          </a:p>
        </p:txBody>
      </p:sp>
      <p:sp>
        <p:nvSpPr>
          <p:cNvPr id="5809" name="TextBox 3"/>
          <p:cNvSpPr txBox="1"/>
          <p:nvPr/>
        </p:nvSpPr>
        <p:spPr>
          <a:xfrm>
            <a:off x="3820077" y="3429000"/>
            <a:ext cx="5852161" cy="3399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ඔබ සියුම් හඬ</a:t>
            </a:r>
            <a:endParaRPr>
              <a:solidFill>
                <a:srgbClr val="FFFFFF"/>
              </a:solidFill>
            </a:endParaRPr>
          </a:p>
          <a:p>
            <a:pPr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යටපත් කෙරෙනා</a:t>
            </a:r>
            <a:endParaRPr>
              <a:solidFill>
                <a:srgbClr val="FFFFFF"/>
              </a:solidFill>
            </a:endParaRPr>
          </a:p>
          <a:p>
            <a:pPr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ජීවිතයේ ගොස නසා</a:t>
            </a:r>
            <a:endParaRPr>
              <a:solidFill>
                <a:srgbClr val="FFFFFF"/>
              </a:solidFill>
            </a:endParaRPr>
          </a:p>
          <a:p>
            <a:pPr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අපට සිරි දෙන් තොසා</a:t>
            </a:r>
            <a:endParaRPr>
              <a:solidFill>
                <a:srgbClr val="FFFFFF"/>
              </a:solidFill>
            </a:endParaRPr>
          </a:p>
          <a:p>
            <a:pPr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දුන් විලසින් මන්නා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1" name="TextBox 2"/>
          <p:cNvSpPr txBox="1"/>
          <p:nvPr/>
        </p:nvSpPr>
        <p:spPr>
          <a:xfrm>
            <a:off x="579119" y="457200"/>
            <a:ext cx="6385562" cy="3399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ආසිරි නම් පින්නෙන්</a:t>
            </a:r>
            <a:endParaRPr>
              <a:solidFill>
                <a:srgbClr val="FFFFFF"/>
              </a:solidFill>
            </a:endParaRPr>
          </a:p>
          <a:p>
            <a:pPr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සහනය දෙමින්</a:t>
            </a:r>
            <a:endParaRPr>
              <a:solidFill>
                <a:srgbClr val="FFFFFF"/>
              </a:solidFill>
            </a:endParaRPr>
          </a:p>
          <a:p>
            <a:pPr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විඩා බර දුරු කරන්</a:t>
            </a:r>
            <a:endParaRPr>
              <a:solidFill>
                <a:srgbClr val="FFFFFF"/>
              </a:solidFill>
            </a:endParaRPr>
          </a:p>
          <a:p>
            <a:pPr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එහි ඵල දැක්වෙන මෙන්</a:t>
            </a:r>
            <a:endParaRPr>
              <a:solidFill>
                <a:srgbClr val="FFFFFF"/>
              </a:solidFill>
            </a:endParaRPr>
          </a:p>
          <a:p>
            <a:pPr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දැමුණු ජීවිතෙන්</a:t>
            </a:r>
          </a:p>
        </p:txBody>
      </p:sp>
      <p:sp>
        <p:nvSpPr>
          <p:cNvPr id="5812" name="TextBox 3"/>
          <p:cNvSpPr txBox="1"/>
          <p:nvPr/>
        </p:nvSpPr>
        <p:spPr>
          <a:xfrm>
            <a:off x="3820077" y="3429000"/>
            <a:ext cx="5852161" cy="3399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දිව්‍ය හුස්මේ බෙලෙන් </a:t>
            </a:r>
            <a:endParaRPr>
              <a:solidFill>
                <a:srgbClr val="FFFFFF"/>
              </a:solidFill>
            </a:endParaRPr>
          </a:p>
          <a:p>
            <a:pPr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නිවන් අප කෙලෙස්</a:t>
            </a:r>
            <a:endParaRPr>
              <a:solidFill>
                <a:srgbClr val="FFFFFF"/>
              </a:solidFill>
            </a:endParaRPr>
          </a:p>
          <a:p>
            <a:pPr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නිසල් කර පසිඳුරන්</a:t>
            </a:r>
            <a:endParaRPr>
              <a:solidFill>
                <a:srgbClr val="FFFFFF"/>
              </a:solidFill>
            </a:endParaRPr>
          </a:p>
          <a:p>
            <a:pPr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ජීවිතේ කුණාටු මැදින් </a:t>
            </a:r>
            <a:endParaRPr>
              <a:solidFill>
                <a:srgbClr val="FFFFFF"/>
              </a:solidFill>
            </a:endParaRPr>
          </a:p>
          <a:p>
            <a:pPr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පවසන් සිහින් බස්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4" name="TextBox 3"/>
          <p:cNvSpPr txBox="1"/>
          <p:nvPr/>
        </p:nvSpPr>
        <p:spPr>
          <a:xfrm>
            <a:off x="1112519" y="990599"/>
            <a:ext cx="76809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ගැලවුම්කරුනි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කන් දෙන් ගීයට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දෙමු උස් හඩිනි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තුති ඔබට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සිත් පැතුමත්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කයත් ආත්මයත්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පුදමු සියල්ලත්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රජුට සෙත් ලත්</a:t>
            </a:r>
          </a:p>
        </p:txBody>
      </p:sp>
      <p:sp>
        <p:nvSpPr>
          <p:cNvPr id="5815" name="TextBox 4"/>
          <p:cNvSpPr txBox="1"/>
          <p:nvPr/>
        </p:nvSpPr>
        <p:spPr>
          <a:xfrm>
            <a:off x="579119" y="228599"/>
            <a:ext cx="173736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467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7" name="TextBox 1"/>
          <p:cNvSpPr txBox="1"/>
          <p:nvPr/>
        </p:nvSpPr>
        <p:spPr>
          <a:xfrm>
            <a:off x="1112519" y="761999"/>
            <a:ext cx="72237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ලං ව තව තවත්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ක්‍රිස්තුස්ට පෙමැත්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පුදමු බුහුමන්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වැද වැටෙමින්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මුදනු වස්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සගයෙන් වැඩි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නැංගේ සග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ගන්නට අපත්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9" name="TextBox 1"/>
          <p:cNvSpPr txBox="1"/>
          <p:nvPr/>
        </p:nvSpPr>
        <p:spPr>
          <a:xfrm>
            <a:off x="1112519" y="914399"/>
            <a:ext cx="72999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කමාව පවට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ඈත් බැව් දන්වන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ආලෝකයක් සගෙන්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එයි පැහැදිලි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බබළවයි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තෙදත් එළිය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පලදා අදුර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පවිටු ලොව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1" name="TextBox 1"/>
          <p:cNvSpPr txBox="1"/>
          <p:nvPr/>
        </p:nvSpPr>
        <p:spPr>
          <a:xfrm>
            <a:off x="1036319" y="761999"/>
            <a:ext cx="79857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යන්නට පෙරට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පසු නොබස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සුද්දවරුන් මග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 වෙත්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සියල්ල අත් හැර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යමු පෙරට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ආපසු නො බලා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ජය ගන්න තෙක්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3" name="TextBox 1"/>
          <p:cNvSpPr txBox="1"/>
          <p:nvPr/>
        </p:nvSpPr>
        <p:spPr>
          <a:xfrm>
            <a:off x="960119" y="914399"/>
            <a:ext cx="72999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මිදී ආත්මේ පවින්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නගියි උසස්  තැන්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අමතක කර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ලෙවි කරදර දුතුන්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දුතුන් හා සුද සෙන්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පසසත් රජුන්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විඩාවක් නොමත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නිත් ගී ගයක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5" name="TextBox 1"/>
          <p:cNvSpPr txBox="1"/>
          <p:nvPr/>
        </p:nvSpPr>
        <p:spPr>
          <a:xfrm>
            <a:off x="624839" y="505266"/>
            <a:ext cx="12039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468</a:t>
            </a:r>
          </a:p>
        </p:txBody>
      </p:sp>
      <p:sp>
        <p:nvSpPr>
          <p:cNvPr id="5826" name="TextBox 2"/>
          <p:cNvSpPr txBox="1"/>
          <p:nvPr/>
        </p:nvSpPr>
        <p:spPr>
          <a:xfrm>
            <a:off x="1264919" y="1600199"/>
            <a:ext cx="60045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යමු හිමි මැදුරට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 කළ මා මිතුරන්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තටු විය මා සිත් ඊට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සැරසුනෙමි විගසින්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සාමදානේ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පතනෙමි සියොනේ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8" name="TextBox 1"/>
          <p:cNvSpPr txBox="1"/>
          <p:nvPr/>
        </p:nvSpPr>
        <p:spPr>
          <a:xfrm>
            <a:off x="1264919" y="1219199"/>
            <a:ext cx="64617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සිරි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ලත් යෙරුසලම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දොරටු තුල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 තබන්නට වරම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ආසිරි වේ විපුල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සාමදානේ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පතනෙමි සියොනේ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0" name="TextBox 1"/>
          <p:cNvSpPr txBox="1"/>
          <p:nvPr/>
        </p:nvSpPr>
        <p:spPr>
          <a:xfrm>
            <a:off x="1341119" y="1219199"/>
            <a:ext cx="58521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ඊසරායෙල් සේනා පෙර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වැදුම් පුදන ලෙසින්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නැග ගියෝ සියොන් පුර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අපමණ සන්තොසින්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සාමදානේ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පතනෙමි සියොනේ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2" name="TextBox 1"/>
          <p:cNvSpPr txBox="1"/>
          <p:nvPr/>
        </p:nvSpPr>
        <p:spPr>
          <a:xfrm>
            <a:off x="1341119" y="1219199"/>
            <a:ext cx="63855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අපි සැම ද එ ලෙසින්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වදින්නට සමිදුන්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සොහොයුරන් සුමිතුරන්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ව යමු සන්තොසින්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සාමදානේ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පතනෙමි සියොනේ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4" name="Rectangle 1"/>
          <p:cNvSpPr txBox="1"/>
          <p:nvPr/>
        </p:nvSpPr>
        <p:spPr>
          <a:xfrm>
            <a:off x="426719" y="304802"/>
            <a:ext cx="862224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478</a:t>
            </a:r>
          </a:p>
        </p:txBody>
      </p:sp>
      <p:sp>
        <p:nvSpPr>
          <p:cNvPr id="5835" name="Rectangle 1"/>
          <p:cNvSpPr txBox="1"/>
          <p:nvPr/>
        </p:nvSpPr>
        <p:spPr>
          <a:xfrm>
            <a:off x="4160519" y="3601151"/>
            <a:ext cx="4328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tabLst>
                <a:tab pos="457200" algn="l"/>
                <a:tab pos="685800" algn="l"/>
                <a:tab pos="1828800" algn="l"/>
              </a:tabLst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සම සිතුම් පැතුම්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බිය හා ඕනෑකම්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පුදමු උණුහුම් සිතින්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මත දෙව් සිහසුන් </a:t>
            </a:r>
          </a:p>
        </p:txBody>
      </p:sp>
      <p:sp>
        <p:nvSpPr>
          <p:cNvPr id="5836" name="Rectangle 2"/>
          <p:cNvSpPr txBox="1"/>
          <p:nvPr/>
        </p:nvSpPr>
        <p:spPr>
          <a:xfrm>
            <a:off x="1380383" y="689603"/>
            <a:ext cx="5784347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tabLst>
                <a:tab pos="457200" algn="l"/>
                <a:tab pos="1828800" algn="l"/>
              </a:tabLst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කිතුනු පෙමින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  <a:tab pos="1828800" algn="l"/>
              </a:tabLst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අප එක් කෙරෙන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  <a:tab pos="1828800" algn="l"/>
              </a:tabLst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සබැදියාවක් වෙයි සෙත් ලත්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  <a:tab pos="1828800" algn="l"/>
              </a:tabLst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සගේ අනුරුවක්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8" name="Rectangle 1"/>
          <p:cNvSpPr txBox="1"/>
          <p:nvPr/>
        </p:nvSpPr>
        <p:spPr>
          <a:xfrm>
            <a:off x="3169919" y="3601151"/>
            <a:ext cx="5318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tabLst>
                <a:tab pos="457200" algn="l"/>
                <a:tab pos="685800" algn="l"/>
                <a:tab pos="1828800" algn="l"/>
              </a:tabLst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කාලික වෙන් වීමේ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දුක් තුනී කරන්නේ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යළි අප හමු වීමේ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සුපැතුම වන්නේ</a:t>
            </a:r>
          </a:p>
        </p:txBody>
      </p:sp>
      <p:sp>
        <p:nvSpPr>
          <p:cNvPr id="5839" name="Rectangle 2"/>
          <p:cNvSpPr txBox="1"/>
          <p:nvPr/>
        </p:nvSpPr>
        <p:spPr>
          <a:xfrm>
            <a:off x="1380383" y="689603"/>
            <a:ext cx="5784347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tabLst>
                <a:tab pos="457200" algn="l"/>
                <a:tab pos="1828800" algn="l"/>
              </a:tabLst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පොදු ගැහැට දුක්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  <a:tab pos="1828800" algn="l"/>
              </a:tabLst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දරමු සිතින් එක්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  <a:tab pos="1828800" algn="l"/>
              </a:tabLst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අනුකම්පාවේ කදුළක්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  <a:tab pos="1828800" algn="l"/>
              </a:tabLst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ගලයි ඒ ශාන්තියක්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1" name="Rectangle 1"/>
          <p:cNvSpPr txBox="1"/>
          <p:nvPr/>
        </p:nvSpPr>
        <p:spPr>
          <a:xfrm>
            <a:off x="4160519" y="3601151"/>
            <a:ext cx="4328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tabLst>
                <a:tab pos="457200" algn="l"/>
                <a:tab pos="685800" algn="l"/>
                <a:tab pos="1828800" algn="l"/>
              </a:tabLst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දුක් පිඩා හා පවින්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මිදෙන දිනක් එය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සුපිරි පෙම් හා මිතු දම්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එදා රජ කෙරෙයි</a:t>
            </a:r>
          </a:p>
        </p:txBody>
      </p:sp>
      <p:sp>
        <p:nvSpPr>
          <p:cNvPr id="5842" name="Rectangle 2"/>
          <p:cNvSpPr txBox="1"/>
          <p:nvPr/>
        </p:nvSpPr>
        <p:spPr>
          <a:xfrm>
            <a:off x="1380383" y="689603"/>
            <a:ext cx="5784347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tabLst>
                <a:tab pos="457200" algn="l"/>
                <a:tab pos="1828800" algn="l"/>
              </a:tabLst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අප ආසා වන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  <a:tab pos="1828800" algn="l"/>
              </a:tabLst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සිත් දිරි ගන්වන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  <a:tab pos="1828800" algn="l"/>
              </a:tabLst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ඒ පැතුම් පිරෙන දින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  <a:tab pos="1828800" algn="l"/>
              </a:tabLst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ඒ වා සැණෙකින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4" name="Rectangle 3"/>
          <p:cNvSpPr txBox="1"/>
          <p:nvPr/>
        </p:nvSpPr>
        <p:spPr>
          <a:xfrm>
            <a:off x="426719" y="304802"/>
            <a:ext cx="862224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479</a:t>
            </a:r>
          </a:p>
        </p:txBody>
      </p:sp>
      <p:sp>
        <p:nvSpPr>
          <p:cNvPr id="5845" name="Rectangle 1"/>
          <p:cNvSpPr txBox="1"/>
          <p:nvPr/>
        </p:nvSpPr>
        <p:spPr>
          <a:xfrm>
            <a:off x="2560321" y="3601533"/>
            <a:ext cx="4858902" cy="2021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457200" algn="l"/>
                <a:tab pos="6858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&lt;x lrka ud &lt;x lrka ;j;a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Tnf.a l=refiag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wfka iajduSkS ud ;j &lt;x lrka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Tnf.a f,a wef,ag</a:t>
            </a:r>
          </a:p>
        </p:txBody>
      </p:sp>
      <p:sp>
        <p:nvSpPr>
          <p:cNvPr id="5846" name="Rectangle 2"/>
          <p:cNvSpPr txBox="1"/>
          <p:nvPr/>
        </p:nvSpPr>
        <p:spPr>
          <a:xfrm>
            <a:off x="1950720" y="549641"/>
            <a:ext cx="5941031" cy="227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457200" algn="l"/>
                <a:tab pos="1828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uus Tnf.a h idusks fmus hq;a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  <a:tab pos="1828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Tn yv weisuS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  <a:tab pos="1828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ieoefyka ;j Tn &lt;.g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  <a:tab pos="1828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tkakg wdid fjus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8" name="Rectangle 3"/>
          <p:cNvSpPr txBox="1"/>
          <p:nvPr/>
        </p:nvSpPr>
        <p:spPr>
          <a:xfrm>
            <a:off x="2484119" y="3581401"/>
            <a:ext cx="5852162" cy="2021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tabLst>
                <a:tab pos="457200" algn="l"/>
                <a:tab pos="6858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&lt;x lrka ud &lt;x lrka ;j;a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Tnf.a l=refiag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wfka iajduSkS ud ;j &lt;x lrka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Tnf.a f,a wef,ag</a:t>
            </a:r>
          </a:p>
        </p:txBody>
      </p:sp>
      <p:sp>
        <p:nvSpPr>
          <p:cNvPr id="5849" name="Rectangle 1"/>
          <p:cNvSpPr txBox="1"/>
          <p:nvPr/>
        </p:nvSpPr>
        <p:spPr>
          <a:xfrm>
            <a:off x="1569721" y="702041"/>
            <a:ext cx="5453024" cy="227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457200" algn="l"/>
                <a:tab pos="685800" algn="l"/>
                <a:tab pos="1828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fjka lrka fu ud ysus l=ˆfKka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Tnf.a fufyhg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Tn leu;s f,i fhfouska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jikag jrus foka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1" name="Rectangle 3"/>
          <p:cNvSpPr txBox="1"/>
          <p:nvPr/>
        </p:nvSpPr>
        <p:spPr>
          <a:xfrm>
            <a:off x="2407919" y="3657601"/>
            <a:ext cx="6156962" cy="2021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tabLst>
                <a:tab pos="457200" algn="l"/>
                <a:tab pos="6858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&lt;x lrka ud &lt;x lrka ;j;a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Tnf.a l=refiag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wfka iajduSkS ud ;j &lt;x lrka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Tnf.a f,a wef,ag</a:t>
            </a:r>
          </a:p>
        </p:txBody>
      </p:sp>
      <p:sp>
        <p:nvSpPr>
          <p:cNvPr id="5852" name="Rectangle 1"/>
          <p:cNvSpPr txBox="1"/>
          <p:nvPr/>
        </p:nvSpPr>
        <p:spPr>
          <a:xfrm>
            <a:off x="1036319" y="473441"/>
            <a:ext cx="8595362" cy="227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tabLst>
                <a:tab pos="457200" algn="l"/>
                <a:tab pos="685800" algn="l"/>
                <a:tab pos="1828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Tn isyiqka md uq, bkag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lkak,jsfjka keuo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ug ,efnk tfll meh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fl;rus usysrs o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4" name="Rectangle 3"/>
          <p:cNvSpPr txBox="1"/>
          <p:nvPr/>
        </p:nvSpPr>
        <p:spPr>
          <a:xfrm>
            <a:off x="2331719" y="3657601"/>
            <a:ext cx="6385562" cy="2021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tabLst>
                <a:tab pos="457200" algn="l"/>
                <a:tab pos="6858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&lt;x lrka ud &lt;x lrka ;j;a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Tnf.a l=refiag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wfka iajduSkS ud ;j &lt;x lrka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  <a:tab pos="685800" algn="l"/>
                <a:tab pos="18288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Tnf.a f,a wef,ag</a:t>
            </a:r>
          </a:p>
        </p:txBody>
      </p:sp>
      <p:sp>
        <p:nvSpPr>
          <p:cNvPr id="5855" name="Rectangle 1"/>
          <p:cNvSpPr txBox="1"/>
          <p:nvPr/>
        </p:nvSpPr>
        <p:spPr>
          <a:xfrm>
            <a:off x="1036319" y="549641"/>
            <a:ext cx="7680962" cy="227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tabLst>
                <a:tab pos="685800" algn="l"/>
                <a:tab pos="1828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yer fu f,da tk f;la Tn fj;a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685800" algn="l"/>
                <a:tab pos="1828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Tn fmusys .eUqr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685800" algn="l"/>
                <a:tab pos="1828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oek.; fkdyel lsis fia;a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685800" algn="l"/>
                <a:tab pos="18288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fojs iem ukyr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" name="Title 3"/>
          <p:cNvSpPr txBox="1"/>
          <p:nvPr>
            <p:ph type="ctrTitle"/>
          </p:nvPr>
        </p:nvSpPr>
        <p:spPr>
          <a:xfrm>
            <a:off x="603699" y="424013"/>
            <a:ext cx="1059287" cy="500851"/>
          </a:xfrm>
          <a:prstGeom prst="rect">
            <a:avLst/>
          </a:prstGeom>
        </p:spPr>
        <p:txBody>
          <a:bodyPr/>
          <a:lstStyle>
            <a:lvl1pPr defTabSz="740663">
              <a:defRPr sz="3240"/>
            </a:lvl1pPr>
          </a:lstStyle>
          <a:p>
            <a:pPr/>
            <a:r>
              <a:t>480</a:t>
            </a:r>
          </a:p>
        </p:txBody>
      </p:sp>
      <p:sp>
        <p:nvSpPr>
          <p:cNvPr id="5858" name="Subtitle 2"/>
          <p:cNvSpPr txBox="1"/>
          <p:nvPr>
            <p:ph type="subTitle" sz="half" idx="1"/>
          </p:nvPr>
        </p:nvSpPr>
        <p:spPr>
          <a:xfrm>
            <a:off x="1133340" y="924864"/>
            <a:ext cx="6858001" cy="2758495"/>
          </a:xfrm>
          <a:prstGeom prst="rect">
            <a:avLst/>
          </a:prstGeom>
        </p:spPr>
        <p:txBody>
          <a:bodyPr/>
          <a:lstStyle/>
          <a:p>
            <a:pPr algn="l" defTabSz="786384">
              <a:spcBef>
                <a:spcPts val="800"/>
              </a:spcBef>
              <a:defRPr sz="344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ක්‍රිස්තුස්නි  සැමසිරි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algn="l" defTabSz="786384">
              <a:spcBef>
                <a:spcPts val="800"/>
              </a:spcBef>
              <a:defRPr sz="344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ගලන්නේ ඔබගෙනි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algn="l" defTabSz="786384">
              <a:spcBef>
                <a:spcPts val="800"/>
              </a:spcBef>
              <a:defRPr sz="344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කය වන අප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algn="l" defTabSz="786384">
              <a:spcBef>
                <a:spcPts val="800"/>
              </a:spcBef>
              <a:defRPr sz="344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පවසන බස් අසන්</a:t>
            </a:r>
          </a:p>
        </p:txBody>
      </p:sp>
      <p:sp>
        <p:nvSpPr>
          <p:cNvPr id="5859" name="Title 1"/>
          <p:cNvSpPr txBox="1"/>
          <p:nvPr/>
        </p:nvSpPr>
        <p:spPr>
          <a:xfrm>
            <a:off x="1179061" y="3786389"/>
            <a:ext cx="7206859" cy="2434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normAutofit fontScale="100000" lnSpcReduction="0"/>
          </a:bodyPr>
          <a:lstStyle/>
          <a:p>
            <a:pPr>
              <a:lnSpc>
                <a:spcPct val="90000"/>
              </a:lnSpc>
              <a:defRPr sz="4000"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එක්සත් කරන් ආත්මයෙන්</a:t>
            </a:r>
            <a:br>
              <a:rPr>
                <a:latin typeface="Iskoola Pota"/>
                <a:ea typeface="Iskoola Pota"/>
                <a:cs typeface="Iskoola Pota"/>
                <a:sym typeface="Iskoola Pota"/>
              </a:rPr>
            </a:b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අප ඔබ දරුවන්</a:t>
            </a:r>
            <a:br>
              <a:rPr>
                <a:latin typeface="Iskoola Pota"/>
                <a:ea typeface="Iskoola Pota"/>
                <a:cs typeface="Iskoola Pota"/>
                <a:sym typeface="Iskoola Pota"/>
              </a:rPr>
            </a:b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සපුරමින් අප සිත</a:t>
            </a:r>
            <a:br>
              <a:rPr>
                <a:latin typeface="Iskoola Pota"/>
                <a:ea typeface="Iskoola Pota"/>
                <a:cs typeface="Iskoola Pota"/>
                <a:sym typeface="Iskoola Pota"/>
              </a:rPr>
            </a:b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දෙමින් දිව්‍ය සම්පත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1" name="Title 1"/>
          <p:cNvSpPr txBox="1"/>
          <p:nvPr>
            <p:ph type="title"/>
          </p:nvPr>
        </p:nvSpPr>
        <p:spPr>
          <a:xfrm>
            <a:off x="602891" y="476518"/>
            <a:ext cx="7886701" cy="2463890"/>
          </a:xfrm>
          <a:prstGeom prst="rect">
            <a:avLst/>
          </a:prstGeom>
        </p:spPr>
        <p:txBody>
          <a:bodyPr/>
          <a:lstStyle/>
          <a:p>
            <a:pPr defTabSz="804672">
              <a:defRPr sz="35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නොයෙක් දීමනා යෙහෙන්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එකිනෙකට දෙමින්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ඔබ සේවයේ නිතින්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යෙදෙන්නත වරම් දෙන්</a:t>
            </a:r>
          </a:p>
        </p:txBody>
      </p:sp>
      <p:sp>
        <p:nvSpPr>
          <p:cNvPr id="5862" name="Title 1"/>
          <p:cNvSpPr txBox="1"/>
          <p:nvPr/>
        </p:nvSpPr>
        <p:spPr>
          <a:xfrm>
            <a:off x="648611" y="3142445"/>
            <a:ext cx="7795261" cy="2341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>
              <a:lnSpc>
                <a:spcPct val="90000"/>
              </a:lnSpc>
              <a:defRPr sz="4000"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ඔවුනොවුන්ට ඇල්මෙන්</a:t>
            </a:r>
            <a:br>
              <a:rPr>
                <a:latin typeface="Iskoola Pota"/>
                <a:ea typeface="Iskoola Pota"/>
                <a:cs typeface="Iskoola Pota"/>
                <a:sym typeface="Iskoola Pota"/>
              </a:rPr>
            </a:b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වග කීම් උසුලමින්</a:t>
            </a:r>
            <a:br>
              <a:rPr>
                <a:latin typeface="Iskoola Pota"/>
                <a:ea typeface="Iskoola Pota"/>
                <a:cs typeface="Iskoola Pota"/>
                <a:sym typeface="Iskoola Pota"/>
              </a:rPr>
            </a:b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සොහොයුරන් විලසින්</a:t>
            </a:r>
            <a:br>
              <a:rPr>
                <a:latin typeface="Iskoola Pota"/>
                <a:ea typeface="Iskoola Pota"/>
                <a:cs typeface="Iskoola Pota"/>
                <a:sym typeface="Iskoola Pota"/>
              </a:rPr>
            </a:b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විසුමට වරම් දෙන්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4" name="Title 1"/>
          <p:cNvSpPr txBox="1"/>
          <p:nvPr>
            <p:ph type="title"/>
          </p:nvPr>
        </p:nvSpPr>
        <p:spPr>
          <a:xfrm>
            <a:off x="628650" y="386367"/>
            <a:ext cx="7886700" cy="2447793"/>
          </a:xfrm>
          <a:prstGeom prst="rect">
            <a:avLst/>
          </a:prstGeom>
        </p:spPr>
        <p:txBody>
          <a:bodyPr/>
          <a:lstStyle/>
          <a:p>
            <a:pPr defTabSz="804672">
              <a:defRPr sz="35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මුල් වන කල පෙම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තුරන් වෙයි වාද බේද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සියල්ලේ සියල්ල ම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වන්නේ ය ක්‍රිස්තුස් තුම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6" name="Content Placeholder 2"/>
          <p:cNvSpPr txBox="1"/>
          <p:nvPr>
            <p:ph type="body" sz="half" idx="1"/>
          </p:nvPr>
        </p:nvSpPr>
        <p:spPr>
          <a:xfrm>
            <a:off x="1020540" y="1185547"/>
            <a:ext cx="4329385" cy="2994569"/>
          </a:xfrm>
          <a:prstGeom prst="rect">
            <a:avLst/>
          </a:prstGeom>
        </p:spPr>
        <p:txBody>
          <a:bodyPr/>
          <a:lstStyle/>
          <a:p>
            <a:pPr marL="0" indent="0" defTabSz="402336">
              <a:spcBef>
                <a:spcPts val="800"/>
              </a:spcBef>
              <a:buSzTx/>
              <a:buFont typeface="Wingdings 3"/>
              <a:buNone/>
              <a:defRPr sz="35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ඔබ සමග වේවා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02336">
              <a:spcBef>
                <a:spcPts val="800"/>
              </a:spcBef>
              <a:buSzTx/>
              <a:buFont typeface="Wingdings 3"/>
              <a:buNone/>
              <a:defRPr sz="35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සුරකිමින් නිරතුරැ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02336">
              <a:spcBef>
                <a:spcPts val="800"/>
              </a:spcBef>
              <a:buSzTx/>
              <a:buFont typeface="Wingdings 3"/>
              <a:buNone/>
              <a:defRPr sz="35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යලිත් හමු වන තුරු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02336">
              <a:spcBef>
                <a:spcPts val="800"/>
              </a:spcBef>
              <a:buSzTx/>
              <a:buFont typeface="Wingdings 3"/>
              <a:buNone/>
              <a:defRPr sz="35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ඔබ සමග වේවා </a:t>
            </a:r>
          </a:p>
        </p:txBody>
      </p:sp>
      <p:sp>
        <p:nvSpPr>
          <p:cNvPr id="5867" name="Rectangle 3"/>
          <p:cNvSpPr txBox="1"/>
          <p:nvPr/>
        </p:nvSpPr>
        <p:spPr>
          <a:xfrm>
            <a:off x="460584" y="279068"/>
            <a:ext cx="907813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481</a:t>
            </a:r>
          </a:p>
        </p:txBody>
      </p:sp>
      <p:sp>
        <p:nvSpPr>
          <p:cNvPr id="5868" name="Rectangle 4"/>
          <p:cNvSpPr txBox="1"/>
          <p:nvPr/>
        </p:nvSpPr>
        <p:spPr>
          <a:xfrm>
            <a:off x="4212771" y="4004491"/>
            <a:ext cx="44805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වමු  එක් වමු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පාමුලදී ජේසුස්ගේ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දකිනා තෙක් එහි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ඔබ සමග වේවා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0" name="Rectangle 3"/>
          <p:cNvSpPr txBox="1"/>
          <p:nvPr/>
        </p:nvSpPr>
        <p:spPr>
          <a:xfrm>
            <a:off x="879647" y="1020705"/>
            <a:ext cx="4480561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ඔබ සමග වේවා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මග පෙන්වමින්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සැමද අහර දෙමින්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ඔබ සමග වේවා </a:t>
            </a:r>
          </a:p>
        </p:txBody>
      </p:sp>
      <p:sp>
        <p:nvSpPr>
          <p:cNvPr id="5871" name="Rectangle 4"/>
          <p:cNvSpPr txBox="1"/>
          <p:nvPr/>
        </p:nvSpPr>
        <p:spPr>
          <a:xfrm>
            <a:off x="4212771" y="4004491"/>
            <a:ext cx="44805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වමු  එක් වමු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පාමුලදී ජේසුස්ගේ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දකිනා තෙක් එහි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ඔබ සමග වේවා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3" name="Content Placeholder 2"/>
          <p:cNvSpPr txBox="1"/>
          <p:nvPr>
            <p:ph type="body" idx="1"/>
          </p:nvPr>
        </p:nvSpPr>
        <p:spPr>
          <a:xfrm>
            <a:off x="618855" y="1956253"/>
            <a:ext cx="7886701" cy="435133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874" name="Rectangle 3"/>
          <p:cNvSpPr txBox="1"/>
          <p:nvPr/>
        </p:nvSpPr>
        <p:spPr>
          <a:xfrm>
            <a:off x="4212771" y="4004491"/>
            <a:ext cx="4480561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වමු  එක් වමු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පාමුලදී ජේසුස්ගේ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දකිනා තෙක් එහි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ඔබ සමග වේවා  </a:t>
            </a:r>
          </a:p>
        </p:txBody>
      </p:sp>
      <p:sp>
        <p:nvSpPr>
          <p:cNvPr id="5875" name="Rectangle 4"/>
          <p:cNvSpPr txBox="1"/>
          <p:nvPr/>
        </p:nvSpPr>
        <p:spPr>
          <a:xfrm>
            <a:off x="773971" y="1052290"/>
            <a:ext cx="544463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ඔබ සමග වේවා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පෙම නිත් ලෙල දේවා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මරණ බියෙන් මිදේව 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ඔබ සමග වේවා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7" name="TextBox 1"/>
          <p:cNvSpPr txBox="1"/>
          <p:nvPr/>
        </p:nvSpPr>
        <p:spPr>
          <a:xfrm>
            <a:off x="502919" y="609601"/>
            <a:ext cx="20421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482</a:t>
            </a:r>
          </a:p>
        </p:txBody>
      </p:sp>
      <p:sp>
        <p:nvSpPr>
          <p:cNvPr id="5878" name="TextBox 4"/>
          <p:cNvSpPr txBox="1"/>
          <p:nvPr/>
        </p:nvSpPr>
        <p:spPr>
          <a:xfrm>
            <a:off x="1341119" y="1447799"/>
            <a:ext cx="71475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ස්වාමිනි ආසිරි දී දැන්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මින් පිටත් කරන්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සාමයෙන් තොසින් හා පෙමින්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දයාවෙන් ජය දෙන්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පණ ගන්වන්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යන්නට ලෙව් කතර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0" name="TextBox 1"/>
          <p:cNvSpPr txBox="1"/>
          <p:nvPr/>
        </p:nvSpPr>
        <p:spPr>
          <a:xfrm>
            <a:off x="1188719" y="1142999"/>
            <a:ext cx="66903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ඇසු දහම් බලෙන්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තුති දෙමින්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 සැමටත් සුබ හසුන්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පතුරන්ට වරම් දෙන්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සුබ හසුන්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ඉමිහිරි හඩක් වන්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2" name="TextBox 1"/>
          <p:cNvSpPr txBox="1"/>
          <p:nvPr/>
        </p:nvSpPr>
        <p:spPr>
          <a:xfrm>
            <a:off x="1188719" y="1219199"/>
            <a:ext cx="68427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දිවි අන්තිමයට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කැදවීම ආ විට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දුතුන් පිරිවර කොට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නැග ගොස් සගයට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  හිමි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සමග රජයමු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4" name="Rectangle 7"/>
          <p:cNvSpPr txBox="1"/>
          <p:nvPr/>
        </p:nvSpPr>
        <p:spPr>
          <a:xfrm>
            <a:off x="2484119" y="838201"/>
            <a:ext cx="4480562" cy="466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fmrus mqrd,d ne;s fmus md,d</a:t>
            </a:r>
          </a:p>
          <a:p>
            <a:pPr>
              <a:defRPr sz="44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fojs jofkys /os,d</a:t>
            </a:r>
          </a:p>
          <a:p>
            <a:pPr>
              <a:defRPr sz="44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jy,a ne|qus ns| I; uqojd,k</a:t>
            </a:r>
          </a:p>
          <a:p>
            <a:pPr>
              <a:defRPr sz="44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rka hq. Tn me;=jd</a:t>
            </a:r>
          </a:p>
          <a:p>
            <a:pPr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5885" name="Rectangle 2"/>
          <p:cNvSpPr txBox="1"/>
          <p:nvPr/>
        </p:nvSpPr>
        <p:spPr>
          <a:xfrm>
            <a:off x="502919" y="460622"/>
            <a:ext cx="1661162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lvl1pPr>
          </a:lstStyle>
          <a:p>
            <a:pPr/>
            <a:r>
              <a:t>483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7" name="Rectangle 3"/>
          <p:cNvSpPr txBox="1"/>
          <p:nvPr/>
        </p:nvSpPr>
        <p:spPr>
          <a:xfrm>
            <a:off x="2026919" y="484437"/>
            <a:ext cx="6385562" cy="557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lkH &lt;| l=isks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foaj wkqyisks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f.da y,la ;=&lt; oS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idu l=ure osks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oq; .S kosks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f,da okka fjˆKS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osjH mq;= i. yer f,dj bmeoqKq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uEKsfhd Tn jqjd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9" name="Rectangle 3"/>
          <p:cNvSpPr txBox="1"/>
          <p:nvPr/>
        </p:nvSpPr>
        <p:spPr>
          <a:xfrm>
            <a:off x="2407919" y="838201"/>
            <a:ext cx="4480562" cy="466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fmrus mqrd,d ne;s fmus md,d</a:t>
            </a:r>
          </a:p>
          <a:p>
            <a:pPr>
              <a:defRPr sz="44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fojs jofkys /os,d</a:t>
            </a:r>
          </a:p>
          <a:p>
            <a:pPr>
              <a:defRPr sz="44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jy,a ne|qus ns| I; uqojd,k</a:t>
            </a:r>
          </a:p>
          <a:p>
            <a:pPr>
              <a:defRPr sz="44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rka hq. Tn me;=jd</a:t>
            </a:r>
          </a:p>
          <a:p>
            <a:pPr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1" name="Rectangle 1"/>
          <p:cNvSpPr txBox="1"/>
          <p:nvPr/>
        </p:nvSpPr>
        <p:spPr>
          <a:xfrm>
            <a:off x="2103119" y="408237"/>
            <a:ext cx="5471162" cy="557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tabLst>
                <a:tab pos="279400" algn="l"/>
                <a:tab pos="6223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jSr f.dm,q okd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79400" algn="l"/>
                <a:tab pos="6223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oq;= lSj f,iskd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79400" algn="l"/>
                <a:tab pos="6223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mdo isUsk fukd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79400" algn="l"/>
                <a:tab pos="6223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jq y u; oKskd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79400" algn="l"/>
                <a:tab pos="6223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f.da yf,ys yvskd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79400" algn="l"/>
                <a:tab pos="6223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mS%;sh me;=reKd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79400" algn="l"/>
                <a:tab pos="6223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osjH mq;= .j Trejl ksoshk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79400" algn="l"/>
                <a:tab pos="6223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uEKsfhd Tn jqjd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3" name="Rectangle 3"/>
          <p:cNvSpPr txBox="1"/>
          <p:nvPr/>
        </p:nvSpPr>
        <p:spPr>
          <a:xfrm>
            <a:off x="2484119" y="838201"/>
            <a:ext cx="4480562" cy="466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fmrus mqrd,d ne;s fmus md,d</a:t>
            </a:r>
          </a:p>
          <a:p>
            <a:pPr>
              <a:defRPr sz="44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fojs jofkys /os,d</a:t>
            </a:r>
          </a:p>
          <a:p>
            <a:pPr>
              <a:defRPr sz="44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jy,a ne|qus ns| I; uqojd,k</a:t>
            </a:r>
          </a:p>
          <a:p>
            <a:pPr>
              <a:defRPr sz="44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rka hq. Tn me;=jd</a:t>
            </a:r>
          </a:p>
          <a:p>
            <a:pPr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5" name="Rectangle 1"/>
          <p:cNvSpPr txBox="1"/>
          <p:nvPr/>
        </p:nvSpPr>
        <p:spPr>
          <a:xfrm>
            <a:off x="2026919" y="484437"/>
            <a:ext cx="5090162" cy="557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tabLst>
                <a:tab pos="279400" algn="l"/>
                <a:tab pos="6223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ldka;s jsysousks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79400" algn="l"/>
                <a:tab pos="6223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mEjq fmr os.sks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79400" algn="l"/>
                <a:tab pos="6223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oSma;s ;re u.sks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79400" algn="l"/>
                <a:tab pos="6223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rdc ore meusKS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79400" algn="l"/>
                <a:tab pos="6223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;E.s je| msoqfjda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79400" algn="l"/>
                <a:tab pos="6223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rdc nj lSfjda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79400" algn="l"/>
                <a:tab pos="6223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osjH mq;= mvs ok je| iekfyk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79400" algn="l"/>
                <a:tab pos="6223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uEKsfhd Tn jqjd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7" name="Rectangle 3"/>
          <p:cNvSpPr txBox="1"/>
          <p:nvPr/>
        </p:nvSpPr>
        <p:spPr>
          <a:xfrm>
            <a:off x="2255519" y="838201"/>
            <a:ext cx="4480562" cy="466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fmrus mqrd,d ne;s fmus md,d</a:t>
            </a:r>
          </a:p>
          <a:p>
            <a:pPr>
              <a:defRPr sz="44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fojs jofkys /os,d</a:t>
            </a:r>
          </a:p>
          <a:p>
            <a:pPr>
              <a:defRPr sz="44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jy,a ne|qus ns| I; uqojd,k</a:t>
            </a:r>
          </a:p>
          <a:p>
            <a:pPr>
              <a:defRPr sz="4400">
                <a:solidFill>
                  <a:srgbClr val="FFFFFF"/>
                </a:solidFill>
                <a:latin typeface="0KDARALIYA"/>
                <a:ea typeface="0KDARALIYA"/>
                <a:cs typeface="0KDARALIYA"/>
                <a:sym typeface="0KDARALIYA"/>
              </a:defRPr>
            </a:pPr>
            <a:r>
              <a:t>rka hq. Tn me;=jd</a:t>
            </a:r>
          </a:p>
          <a:p>
            <a:pPr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9" name="Rectangle 1"/>
          <p:cNvSpPr txBox="1"/>
          <p:nvPr/>
        </p:nvSpPr>
        <p:spPr>
          <a:xfrm>
            <a:off x="2026919" y="574094"/>
            <a:ext cx="5928362" cy="5523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tabLst>
                <a:tab pos="342900" algn="l"/>
                <a:tab pos="6223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ud is; ysus jKhs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223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ud yo f;di jefvhs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223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foaj ne,au ,efnhs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223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wdisrs;a je.sfrhs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223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f,da oql ksu flfrhs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223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hdm;ska imsfrhs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223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.dhkdfjka ukq f,dj iekiq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223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uEKsfhd Tn jqjd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1" name="Rectangle 3"/>
          <p:cNvSpPr txBox="1"/>
          <p:nvPr/>
        </p:nvSpPr>
        <p:spPr>
          <a:xfrm>
            <a:off x="2560319" y="838201"/>
            <a:ext cx="4480562" cy="466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4u-Amantha"/>
                <a:ea typeface="4u-Amantha"/>
                <a:cs typeface="4u-Amantha"/>
                <a:sym typeface="4u-Amantha"/>
              </a:defRPr>
            </a:pPr>
            <a:r>
              <a:t>fmrus mqrd,d ne;s fmus md,d</a:t>
            </a:r>
          </a:p>
          <a:p>
            <a:pPr>
              <a:defRPr sz="4400">
                <a:solidFill>
                  <a:srgbClr val="FFFFFF"/>
                </a:solidFill>
                <a:latin typeface="4u-Amantha"/>
                <a:ea typeface="4u-Amantha"/>
                <a:cs typeface="4u-Amantha"/>
                <a:sym typeface="4u-Amantha"/>
              </a:defRPr>
            </a:pPr>
            <a:r>
              <a:t>fojs jofkys /os,d</a:t>
            </a:r>
          </a:p>
          <a:p>
            <a:pPr>
              <a:defRPr sz="4400">
                <a:solidFill>
                  <a:srgbClr val="FFFFFF"/>
                </a:solidFill>
                <a:latin typeface="4u-Amantha"/>
                <a:ea typeface="4u-Amantha"/>
                <a:cs typeface="4u-Amantha"/>
                <a:sym typeface="4u-Amantha"/>
              </a:defRPr>
            </a:pPr>
            <a:r>
              <a:t>jy,a ne|qus ns| I; uqojd,k</a:t>
            </a:r>
          </a:p>
          <a:p>
            <a:pPr>
              <a:defRPr sz="4400">
                <a:solidFill>
                  <a:srgbClr val="FFFFFF"/>
                </a:solidFill>
                <a:latin typeface="4u-Amantha"/>
                <a:ea typeface="4u-Amantha"/>
                <a:cs typeface="4u-Amantha"/>
                <a:sym typeface="4u-Amantha"/>
              </a:defRPr>
            </a:pPr>
            <a:r>
              <a:t>rka hq. Tn me;=jd</a:t>
            </a:r>
          </a:p>
          <a:p>
            <a:pPr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3" name="TextBox 3"/>
          <p:cNvSpPr txBox="1"/>
          <p:nvPr/>
        </p:nvSpPr>
        <p:spPr>
          <a:xfrm>
            <a:off x="441256" y="260647"/>
            <a:ext cx="1636753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488</a:t>
            </a:r>
          </a:p>
        </p:txBody>
      </p:sp>
      <p:sp>
        <p:nvSpPr>
          <p:cNvPr id="5904" name="TextBox 4"/>
          <p:cNvSpPr txBox="1"/>
          <p:nvPr/>
        </p:nvSpPr>
        <p:spPr>
          <a:xfrm>
            <a:off x="1906350" y="1628799"/>
            <a:ext cx="7397393" cy="578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හිමියෙනි මග පෙන්වන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එඩේරෙකු සේ තුට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සුදුසු බොජුන් ද දෙමින්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ගනු මැන ගාලට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//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සෙත් ලත් යේසුස් </a:t>
            </a:r>
            <a:r>
              <a:t>//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අපි ඔබට අයිති යි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6" name="TextBox 4"/>
          <p:cNvSpPr txBox="1"/>
          <p:nvPr/>
        </p:nvSpPr>
        <p:spPr>
          <a:xfrm>
            <a:off x="2120704" y="1268759"/>
            <a:ext cx="490259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අපි ඔබ රැළ වෙමු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ප්‍රේමයෙන් ගෙන යනු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උවදුරු දුරැලනු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මුලා මගින් රකිනු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//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සෙත් ලත් යේසුස් </a:t>
            </a:r>
            <a:r>
              <a:t>//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අසන අපගේ යැදුම් 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8" name="TextBox 3"/>
          <p:cNvSpPr txBox="1"/>
          <p:nvPr/>
        </p:nvSpPr>
        <p:spPr>
          <a:xfrm>
            <a:off x="2025431" y="1228397"/>
            <a:ext cx="8045465" cy="5184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පාපී දුගී වන නමුත්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පිළිගන්නට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පොරොන්දුවක් දී ඇත්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සිත් සුද්ද කරන්නට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//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සෙත් ලත් යේසුස් </a:t>
            </a:r>
            <a:r>
              <a:t>//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පිළිගනු අප දැන්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0" name="TextBox 4"/>
          <p:cNvSpPr txBox="1"/>
          <p:nvPr/>
        </p:nvSpPr>
        <p:spPr>
          <a:xfrm>
            <a:off x="2241455" y="1340767"/>
            <a:ext cx="4902591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සරණ සොයමු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අණ රක්නා මෙන්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සාමිනි දැන් පුරවනු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සිත් ඔබ පෙමින්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//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සෙත් ලත් යේසුස් </a:t>
            </a:r>
            <a:r>
              <a:t>//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වඩින් පෙර මෙන් දැනුත්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2" name="TextBox 3"/>
          <p:cNvSpPr txBox="1"/>
          <p:nvPr/>
        </p:nvSpPr>
        <p:spPr>
          <a:xfrm>
            <a:off x="502919" y="381002"/>
            <a:ext cx="14325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489</a:t>
            </a:r>
          </a:p>
        </p:txBody>
      </p:sp>
      <p:sp>
        <p:nvSpPr>
          <p:cNvPr id="5913" name="TextBox 4"/>
          <p:cNvSpPr txBox="1"/>
          <p:nvPr/>
        </p:nvSpPr>
        <p:spPr>
          <a:xfrm>
            <a:off x="883919" y="1295402"/>
            <a:ext cx="76809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නව ජිවන දෙන්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මෙහෙයට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පවෙහි මළ  ආත්මයන්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යෙහෙන් පුබුදුවන්</a:t>
            </a:r>
          </a:p>
        </p:txBody>
      </p:sp>
      <p:sp>
        <p:nvSpPr>
          <p:cNvPr id="5914" name="TextBox 5"/>
          <p:cNvSpPr txBox="1"/>
          <p:nvPr/>
        </p:nvSpPr>
        <p:spPr>
          <a:xfrm>
            <a:off x="3322319" y="3962399"/>
            <a:ext cx="5775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නව ජිවන දෙන්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අයදිමු මෙහි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එවන් බලේ සමිදුනි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අප කෙරෙහි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6" name="TextBox 1"/>
          <p:cNvSpPr txBox="1"/>
          <p:nvPr/>
        </p:nvSpPr>
        <p:spPr>
          <a:xfrm>
            <a:off x="3322319" y="3962399"/>
            <a:ext cx="5775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නව ජිවන දෙන්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අයදිමු මෙහි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එවන් බලේ සමිදුනි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අප කෙරෙහි </a:t>
            </a:r>
          </a:p>
        </p:txBody>
      </p:sp>
      <p:sp>
        <p:nvSpPr>
          <p:cNvPr id="5917" name="TextBox 3"/>
          <p:cNvSpPr txBox="1"/>
          <p:nvPr/>
        </p:nvSpPr>
        <p:spPr>
          <a:xfrm>
            <a:off x="655319" y="762001"/>
            <a:ext cx="7757162" cy="3685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නව ජිවන දෙන්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යදිමු මෙ විට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සාපිපාසැත් ආත්මයන්ට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අමා බොදුන් පැන් දෙන්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9" name="TextBox 1"/>
          <p:cNvSpPr txBox="1"/>
          <p:nvPr/>
        </p:nvSpPr>
        <p:spPr>
          <a:xfrm>
            <a:off x="3322319" y="3962399"/>
            <a:ext cx="5775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නව ජිවන දෙන්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අයදිමු මෙහි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එවන් බලේ සමිදුනි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අප කෙරෙහි </a:t>
            </a:r>
          </a:p>
        </p:txBody>
      </p:sp>
      <p:sp>
        <p:nvSpPr>
          <p:cNvPr id="5920" name="TextBox 2"/>
          <p:cNvSpPr txBox="1"/>
          <p:nvPr/>
        </p:nvSpPr>
        <p:spPr>
          <a:xfrm>
            <a:off x="883919" y="685801"/>
            <a:ext cx="71475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නව ජිවන දෙන්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සිත් තුළෙහි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පෙම දැල්වෙන මෙන්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ආත්මික බලේ දෙන්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2" name="TextBox 1"/>
          <p:cNvSpPr txBox="1"/>
          <p:nvPr/>
        </p:nvSpPr>
        <p:spPr>
          <a:xfrm>
            <a:off x="3322319" y="3962399"/>
            <a:ext cx="5775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නව ජිවන දෙන්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අයදිමු මෙහි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එවන් බලේ සමිදුනි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අප කෙරෙහි </a:t>
            </a:r>
          </a:p>
        </p:txBody>
      </p:sp>
      <p:sp>
        <p:nvSpPr>
          <p:cNvPr id="5923" name="TextBox 2"/>
          <p:cNvSpPr txBox="1"/>
          <p:nvPr/>
        </p:nvSpPr>
        <p:spPr>
          <a:xfrm>
            <a:off x="731519" y="533401"/>
            <a:ext cx="73761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නව ජිවන දෙන්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සුබසුන් ඔබගේ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අසනට පුබුදුවන්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සිත් අප සැමගේ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5" name="TextBox 1"/>
          <p:cNvSpPr txBox="1"/>
          <p:nvPr/>
        </p:nvSpPr>
        <p:spPr>
          <a:xfrm>
            <a:off x="3322319" y="3962399"/>
            <a:ext cx="5775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නව ජිවන දෙන්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අයදිමු මෙහි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එවන් බලේ සමිදුනි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අප කෙරෙහි </a:t>
            </a:r>
          </a:p>
        </p:txBody>
      </p:sp>
      <p:sp>
        <p:nvSpPr>
          <p:cNvPr id="5926" name="TextBox 2"/>
          <p:cNvSpPr txBox="1"/>
          <p:nvPr/>
        </p:nvSpPr>
        <p:spPr>
          <a:xfrm>
            <a:off x="807719" y="457201"/>
            <a:ext cx="65379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නව ජිවන දෙන්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වැසී වලා එවන්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වියලි පෙදෙස් සපල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 දෙන් විපුල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8" name="Content Placeholder 2"/>
          <p:cNvSpPr txBox="1"/>
          <p:nvPr>
            <p:ph type="body" idx="1"/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rnd">
            <a:solidFill>
              <a:srgbClr val="4D4D4D"/>
            </a:solidFill>
            <a:round/>
          </a:ln>
        </p:spPr>
        <p:txBody>
          <a:bodyPr/>
          <a:lstStyle/>
          <a:p>
            <a:pPr marL="339470" indent="-339470" algn="ctr" defTabSz="452627">
              <a:spcBef>
                <a:spcPts val="900"/>
              </a:spcBef>
              <a:buSzTx/>
              <a:buFont typeface="Wingdings 3"/>
              <a:buNone/>
              <a:defRPr sz="3959">
                <a:solidFill>
                  <a:srgbClr val="000000"/>
                </a:solidFill>
                <a:latin typeface="Aloka06"/>
                <a:ea typeface="Aloka06"/>
                <a:cs typeface="Aloka06"/>
                <a:sym typeface="Aloka06"/>
              </a:defRPr>
            </a:pPr>
          </a:p>
          <a:p>
            <a:pPr marL="339470" indent="-339470" algn="ctr" defTabSz="452627">
              <a:spcBef>
                <a:spcPts val="900"/>
              </a:spcBef>
              <a:buSzTx/>
              <a:buFont typeface="Wingdings 3"/>
              <a:buNone/>
              <a:defRPr sz="3959">
                <a:solidFill>
                  <a:srgbClr val="000000"/>
                </a:solidFill>
                <a:latin typeface="Aloka06"/>
                <a:ea typeface="Aloka06"/>
                <a:cs typeface="Aloka06"/>
                <a:sym typeface="Aloka06"/>
              </a:defRPr>
            </a:pPr>
          </a:p>
          <a:p>
            <a:pPr marL="339470" indent="-339470" algn="ctr" defTabSz="452627">
              <a:spcBef>
                <a:spcPts val="900"/>
              </a:spcBef>
              <a:buSzTx/>
              <a:buFont typeface="Wingdings 3"/>
              <a:buNone/>
              <a:defRPr sz="3959">
                <a:solidFill>
                  <a:srgbClr val="000000"/>
                </a:solidFill>
                <a:latin typeface="A12Yasarath"/>
                <a:ea typeface="A12Yasarath"/>
                <a:cs typeface="A12Yasarath"/>
                <a:sym typeface="A12Yasarath"/>
              </a:defRPr>
            </a:pPr>
            <a:r>
              <a:t>wdisrs jeis tkafka ue hs                               fma%ufha fmdfrdka÷j hs                       kj mkla ,efnkafka uehs                                  ta ñÿïlref.ka fjhs                                </a:t>
            </a:r>
          </a:p>
          <a:p>
            <a:pPr marL="339470" indent="-339470" algn="ctr" defTabSz="452627">
              <a:spcBef>
                <a:spcPts val="900"/>
              </a:spcBef>
              <a:buSzTx/>
              <a:buFont typeface="Wingdings 3"/>
              <a:buNone/>
              <a:defRPr sz="3959">
                <a:solidFill>
                  <a:srgbClr val="000000"/>
                </a:solidFill>
                <a:latin typeface="A12Yasarath"/>
                <a:ea typeface="A12Yasarath"/>
                <a:cs typeface="A12Yasarath"/>
                <a:sym typeface="A12Yasarath"/>
              </a:defRPr>
            </a:pPr>
          </a:p>
          <a:p>
            <a:pPr marL="339470" indent="-339470" algn="ctr" defTabSz="452627">
              <a:spcBef>
                <a:spcPts val="900"/>
              </a:spcBef>
              <a:buSzTx/>
              <a:buFont typeface="Wingdings 3"/>
              <a:buNone/>
              <a:defRPr sz="3959">
                <a:solidFill>
                  <a:srgbClr val="000000"/>
                </a:solidFill>
                <a:latin typeface="A12Yasarath"/>
                <a:ea typeface="A12Yasarath"/>
                <a:cs typeface="A12Yasarath"/>
                <a:sym typeface="A12Yasarath"/>
              </a:defRPr>
            </a:pPr>
            <a:r>
              <a:t>wdisrs ´kE - jreidjla fuka </a:t>
            </a:r>
            <a:r>
              <a:t>ඔ</a:t>
            </a:r>
            <a:r>
              <a:t>kE                    isrsfmdo jefg;;a u                              jeiaila jeiaila u </a:t>
            </a:r>
            <a:r>
              <a:t>ඔ</a:t>
            </a:r>
            <a:r>
              <a:t>kE</a:t>
            </a:r>
          </a:p>
        </p:txBody>
      </p:sp>
      <p:sp>
        <p:nvSpPr>
          <p:cNvPr id="5929" name="TextBox 4"/>
          <p:cNvSpPr txBox="1"/>
          <p:nvPr/>
        </p:nvSpPr>
        <p:spPr>
          <a:xfrm>
            <a:off x="350519" y="304799"/>
            <a:ext cx="135636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490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1" name="Content Placeholder 2"/>
          <p:cNvSpPr txBox="1"/>
          <p:nvPr>
            <p:ph type="body" idx="1"/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rnd">
            <a:solidFill>
              <a:srgbClr val="4D4D4D"/>
            </a:solidFill>
            <a:round/>
          </a:ln>
        </p:spPr>
        <p:txBody>
          <a:bodyPr/>
          <a:lstStyle/>
          <a:p>
            <a:pPr marL="318897" indent="-318897" algn="ctr" defTabSz="425195">
              <a:spcBef>
                <a:spcPts val="900"/>
              </a:spcBef>
              <a:buSzTx/>
              <a:buFont typeface="Wingdings 3"/>
              <a:buNone/>
              <a:defRPr sz="3720">
                <a:solidFill>
                  <a:srgbClr val="000000"/>
                </a:solidFill>
                <a:latin typeface="Aloka06"/>
                <a:ea typeface="Aloka06"/>
                <a:cs typeface="Aloka06"/>
                <a:sym typeface="Aloka06"/>
              </a:defRPr>
            </a:pPr>
          </a:p>
          <a:p>
            <a:pPr marL="318897" indent="-318897" algn="ctr" defTabSz="425195">
              <a:spcBef>
                <a:spcPts val="900"/>
              </a:spcBef>
              <a:buSzTx/>
              <a:buFont typeface="Wingdings 3"/>
              <a:buNone/>
              <a:defRPr sz="3720">
                <a:solidFill>
                  <a:srgbClr val="000000"/>
                </a:solidFill>
                <a:latin typeface="Aloka06"/>
                <a:ea typeface="Aloka06"/>
                <a:cs typeface="Aloka06"/>
                <a:sym typeface="Aloka06"/>
              </a:defRPr>
            </a:pPr>
          </a:p>
          <a:p>
            <a:pPr marL="318897" indent="-318897" algn="ctr" defTabSz="425195">
              <a:spcBef>
                <a:spcPts val="900"/>
              </a:spcBef>
              <a:buSzTx/>
              <a:buFont typeface="Wingdings 3"/>
              <a:buNone/>
              <a:defRPr sz="3720">
                <a:solidFill>
                  <a:srgbClr val="000000"/>
                </a:solidFill>
                <a:latin typeface="A12Yasarath"/>
                <a:ea typeface="A12Yasarath"/>
                <a:cs typeface="A12Yasarath"/>
                <a:sym typeface="A12Yasarath"/>
              </a:defRPr>
            </a:pPr>
            <a:r>
              <a:t>wdisrs jeis tkafka ue hs                      ,d o¿ ,sh,d ths  </a:t>
            </a:r>
          </a:p>
          <a:p>
            <a:pPr marL="318897" indent="-318897" algn="ctr" defTabSz="425195">
              <a:spcBef>
                <a:spcPts val="900"/>
              </a:spcBef>
              <a:buSzTx/>
              <a:buFont typeface="Wingdings 3"/>
              <a:buNone/>
              <a:defRPr sz="3720">
                <a:solidFill>
                  <a:srgbClr val="000000"/>
                </a:solidFill>
                <a:latin typeface="A12Yasarath"/>
                <a:ea typeface="A12Yasarath"/>
                <a:cs typeface="A12Yasarath"/>
                <a:sym typeface="A12Yasarath"/>
              </a:defRPr>
            </a:pPr>
            <a:r>
              <a:t>l÷ fy,a isidrd t;a ue hs                  fyda fyda .d </a:t>
            </a:r>
            <a:r>
              <a:t>වැස්ස</a:t>
            </a:r>
            <a:r>
              <a:t> ,Õhs</a:t>
            </a:r>
          </a:p>
          <a:p>
            <a:pPr marL="318897" indent="-318897" algn="ctr" defTabSz="425195">
              <a:spcBef>
                <a:spcPts val="900"/>
              </a:spcBef>
              <a:buSzTx/>
              <a:buFont typeface="Wingdings 3"/>
              <a:buNone/>
              <a:defRPr sz="3720">
                <a:solidFill>
                  <a:srgbClr val="000000"/>
                </a:solidFill>
                <a:latin typeface="A12Yasarath"/>
                <a:ea typeface="A12Yasarath"/>
                <a:cs typeface="A12Yasarath"/>
                <a:sym typeface="A12Yasarath"/>
              </a:defRPr>
            </a:pPr>
          </a:p>
          <a:p>
            <a:pPr marL="318897" indent="-318897" algn="ctr" defTabSz="425195">
              <a:spcBef>
                <a:spcPts val="900"/>
              </a:spcBef>
              <a:buSzTx/>
              <a:buFont typeface="Wingdings 3"/>
              <a:buNone/>
              <a:defRPr sz="3720">
                <a:solidFill>
                  <a:srgbClr val="000000"/>
                </a:solidFill>
                <a:latin typeface="A12Yasarath"/>
                <a:ea typeface="A12Yasarath"/>
                <a:cs typeface="A12Yasarath"/>
                <a:sym typeface="A12Yasarath"/>
              </a:defRPr>
            </a:pPr>
            <a:r>
              <a:t>wdisrs ´kE - jreidjla fuka </a:t>
            </a:r>
            <a:r>
              <a:t>ඔ</a:t>
            </a:r>
            <a:r>
              <a:t>kE                    isrsfmdo jefg;;a u                              jeiaila jeiaila u  </a:t>
            </a:r>
            <a:r>
              <a:t>ඔ</a:t>
            </a:r>
            <a:r>
              <a:t>kE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3" name="Content Placeholder 2"/>
          <p:cNvSpPr txBox="1"/>
          <p:nvPr>
            <p:ph type="body" idx="1"/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rnd">
            <a:solidFill>
              <a:srgbClr val="4D4D4D"/>
            </a:solidFill>
            <a:round/>
          </a:ln>
        </p:spPr>
        <p:txBody>
          <a:bodyPr/>
          <a:lstStyle/>
          <a:p>
            <a:pPr algn="ctr">
              <a:buSzTx/>
              <a:buFont typeface="Wingdings 3"/>
              <a:buNone/>
              <a:defRPr sz="3600">
                <a:solidFill>
                  <a:srgbClr val="000000"/>
                </a:solidFill>
                <a:latin typeface="Aloka06"/>
                <a:ea typeface="Aloka06"/>
                <a:cs typeface="Aloka06"/>
                <a:sym typeface="Aloka06"/>
              </a:defRPr>
            </a:pPr>
          </a:p>
          <a:p>
            <a:pPr algn="ctr">
              <a:buSzTx/>
              <a:buFont typeface="Wingdings 3"/>
              <a:buNone/>
              <a:defRPr sz="3600">
                <a:solidFill>
                  <a:srgbClr val="000000"/>
                </a:solidFill>
                <a:latin typeface="Aloka06"/>
                <a:ea typeface="Aloka06"/>
                <a:cs typeface="Aloka06"/>
                <a:sym typeface="Aloka06"/>
              </a:defRPr>
            </a:pPr>
          </a:p>
          <a:p>
            <a:pPr algn="ctr">
              <a:buSzTx/>
              <a:buFont typeface="Wingdings 3"/>
              <a:buNone/>
              <a:defRPr sz="3600">
                <a:solidFill>
                  <a:srgbClr val="000000"/>
                </a:solidFill>
                <a:latin typeface="A12Yasarath"/>
                <a:ea typeface="A12Yasarath"/>
                <a:cs typeface="A12Yasarath"/>
                <a:sym typeface="A12Yasarath"/>
              </a:defRPr>
            </a:pPr>
            <a:r>
              <a:t>wdisrs jeis tkafka ue hs          </a:t>
            </a:r>
          </a:p>
          <a:p>
            <a:pPr algn="ctr">
              <a:buSzTx/>
              <a:buFont typeface="Wingdings 3"/>
              <a:buNone/>
              <a:defRPr sz="3600">
                <a:solidFill>
                  <a:srgbClr val="000000"/>
                </a:solidFill>
                <a:latin typeface="A12Yasarath"/>
                <a:ea typeface="A12Yasarath"/>
                <a:cs typeface="A12Yasarath"/>
                <a:sym typeface="A12Yasarath"/>
              </a:defRPr>
            </a:pPr>
            <a:r>
              <a:t>wmg;a wfka tjka           </a:t>
            </a:r>
          </a:p>
          <a:p>
            <a:pPr algn="ctr">
              <a:buSzTx/>
              <a:buFont typeface="Wingdings 3"/>
              <a:buNone/>
              <a:defRPr sz="3600">
                <a:solidFill>
                  <a:srgbClr val="000000"/>
                </a:solidFill>
                <a:latin typeface="A12Yasarath"/>
                <a:ea typeface="A12Yasarath"/>
                <a:cs typeface="A12Yasarath"/>
                <a:sym typeface="A12Yasarath"/>
              </a:defRPr>
            </a:pPr>
            <a:r>
              <a:t>ikik kj mKla              </a:t>
            </a:r>
          </a:p>
          <a:p>
            <a:pPr algn="ctr">
              <a:buSzTx/>
              <a:buFont typeface="Wingdings 3"/>
              <a:buNone/>
              <a:defRPr sz="3600">
                <a:solidFill>
                  <a:srgbClr val="000000"/>
                </a:solidFill>
                <a:latin typeface="A12Yasarath"/>
                <a:ea typeface="A12Yasarath"/>
                <a:cs typeface="A12Yasarath"/>
                <a:sym typeface="A12Yasarath"/>
              </a:defRPr>
            </a:pPr>
            <a:r>
              <a:t>foka fmdfrdka÷j f,iska</a:t>
            </a:r>
          </a:p>
          <a:p>
            <a:pPr algn="ctr">
              <a:buSzTx/>
              <a:buFont typeface="Wingdings 3"/>
              <a:buNone/>
              <a:defRPr sz="3600">
                <a:solidFill>
                  <a:srgbClr val="000000"/>
                </a:solidFill>
                <a:latin typeface="A12Yasarath"/>
                <a:ea typeface="A12Yasarath"/>
                <a:cs typeface="A12Yasarath"/>
                <a:sym typeface="A12Yasarath"/>
              </a:defRPr>
            </a:pPr>
          </a:p>
          <a:p>
            <a:pPr algn="ctr">
              <a:buSzTx/>
              <a:buFont typeface="Wingdings 3"/>
              <a:buNone/>
              <a:defRPr sz="3600">
                <a:solidFill>
                  <a:srgbClr val="000000"/>
                </a:solidFill>
                <a:latin typeface="A12Yasarath"/>
                <a:ea typeface="A12Yasarath"/>
                <a:cs typeface="A12Yasarath"/>
                <a:sym typeface="A12Yasarath"/>
              </a:defRPr>
            </a:pPr>
            <a:r>
              <a:t>wdisrs ´kE - jreidjla fuka </a:t>
            </a:r>
            <a:r>
              <a:t>ඔ</a:t>
            </a:r>
            <a:r>
              <a:t>kE                    isrsfmdo jefg;;a u                              jeiaila jeiaila u  </a:t>
            </a:r>
            <a:r>
              <a:t>ඔ</a:t>
            </a:r>
            <a:r>
              <a:t>kE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5" name="Content Placeholder 2"/>
          <p:cNvSpPr txBox="1"/>
          <p:nvPr>
            <p:ph type="body" idx="1"/>
          </p:nvPr>
        </p:nvSpPr>
        <p:spPr>
          <a:xfrm>
            <a:off x="0" y="-27385"/>
            <a:ext cx="9144000" cy="6895488"/>
          </a:xfrm>
          <a:prstGeom prst="rect">
            <a:avLst/>
          </a:prstGeom>
          <a:solidFill>
            <a:srgbClr val="FFFFFF"/>
          </a:solidFill>
          <a:ln w="19050" cap="rnd">
            <a:solidFill>
              <a:srgbClr val="4D4D4D"/>
            </a:solidFill>
            <a:round/>
          </a:ln>
        </p:spPr>
        <p:txBody>
          <a:bodyPr/>
          <a:lstStyle/>
          <a:p>
            <a:pPr algn="ctr">
              <a:buSzTx/>
              <a:buFont typeface="Wingdings 3"/>
              <a:buNone/>
              <a:defRPr sz="3600">
                <a:solidFill>
                  <a:srgbClr val="000000"/>
                </a:solidFill>
                <a:latin typeface="Aloka06"/>
                <a:ea typeface="Aloka06"/>
                <a:cs typeface="Aloka06"/>
                <a:sym typeface="Aloka06"/>
              </a:defRPr>
            </a:pPr>
          </a:p>
          <a:p>
            <a:pPr algn="ctr">
              <a:buSzTx/>
              <a:buFont typeface="Wingdings 3"/>
              <a:buNone/>
              <a:defRPr sz="3600">
                <a:solidFill>
                  <a:srgbClr val="000000"/>
                </a:solidFill>
                <a:latin typeface="Aloka06"/>
                <a:ea typeface="Aloka06"/>
                <a:cs typeface="Aloka06"/>
                <a:sym typeface="Aloka06"/>
              </a:defRPr>
            </a:pPr>
          </a:p>
          <a:p>
            <a:pPr algn="ctr">
              <a:buSzTx/>
              <a:buFont typeface="Wingdings 3"/>
              <a:buNone/>
              <a:defRPr sz="3600">
                <a:solidFill>
                  <a:srgbClr val="000000"/>
                </a:solidFill>
                <a:latin typeface="A12Yasarath"/>
                <a:ea typeface="A12Yasarath"/>
                <a:cs typeface="A12Yasarath"/>
                <a:sym typeface="A12Yasarath"/>
              </a:defRPr>
            </a:pPr>
            <a:r>
              <a:t>wdisrs jeis tkafka ue hs          </a:t>
            </a:r>
          </a:p>
          <a:p>
            <a:pPr algn="ctr">
              <a:buSzTx/>
              <a:buFont typeface="Wingdings 3"/>
              <a:buNone/>
              <a:defRPr sz="3600">
                <a:solidFill>
                  <a:srgbClr val="000000"/>
                </a:solidFill>
                <a:latin typeface="A12Yasarath"/>
                <a:ea typeface="A12Yasarath"/>
                <a:cs typeface="A12Yasarath"/>
                <a:sym typeface="A12Yasarath"/>
              </a:defRPr>
            </a:pPr>
            <a:r>
              <a:t>wfka oeka oekau tjka                 </a:t>
            </a:r>
          </a:p>
          <a:p>
            <a:pPr algn="ctr">
              <a:buSzTx/>
              <a:buFont typeface="Wingdings 3"/>
              <a:buNone/>
              <a:defRPr sz="3600">
                <a:solidFill>
                  <a:srgbClr val="000000"/>
                </a:solidFill>
                <a:latin typeface="A12Yasarath"/>
                <a:ea typeface="A12Yasarath"/>
                <a:cs typeface="A12Yasarath"/>
                <a:sym typeface="A12Yasarath"/>
              </a:defRPr>
            </a:pPr>
            <a:r>
              <a:t>miq;ejqK l÷f&lt;ka            </a:t>
            </a:r>
          </a:p>
          <a:p>
            <a:pPr algn="ctr">
              <a:buSzTx/>
              <a:buFont typeface="Wingdings 3"/>
              <a:buNone/>
              <a:defRPr sz="3600">
                <a:solidFill>
                  <a:srgbClr val="000000"/>
                </a:solidFill>
                <a:latin typeface="A12Yasarath"/>
                <a:ea typeface="A12Yasarath"/>
                <a:cs typeface="A12Yasarath"/>
                <a:sym typeface="A12Yasarath"/>
              </a:defRPr>
            </a:pPr>
            <a:r>
              <a:t>hos;au fhaiqia kñka</a:t>
            </a:r>
          </a:p>
          <a:p>
            <a:pPr algn="ctr">
              <a:buSzTx/>
              <a:buFont typeface="Wingdings 3"/>
              <a:buNone/>
              <a:defRPr sz="3600">
                <a:solidFill>
                  <a:srgbClr val="000000"/>
                </a:solidFill>
                <a:latin typeface="A12Yasarath"/>
                <a:ea typeface="A12Yasarath"/>
                <a:cs typeface="A12Yasarath"/>
                <a:sym typeface="A12Yasarath"/>
              </a:defRPr>
            </a:pPr>
          </a:p>
          <a:p>
            <a:pPr algn="ctr">
              <a:buSzTx/>
              <a:buFont typeface="Wingdings 3"/>
              <a:buNone/>
              <a:defRPr sz="3600">
                <a:solidFill>
                  <a:srgbClr val="000000"/>
                </a:solidFill>
                <a:latin typeface="A12Yasarath"/>
                <a:ea typeface="A12Yasarath"/>
                <a:cs typeface="A12Yasarath"/>
                <a:sym typeface="A12Yasarath"/>
              </a:defRPr>
            </a:pPr>
            <a:r>
              <a:t>wdisrs ´kE - jreidjla fuka </a:t>
            </a:r>
            <a:r>
              <a:t>ඔ</a:t>
            </a:r>
            <a:r>
              <a:t>kE                    isrsfmdo jefg;;a u                              jeiaila jeiaila u  </a:t>
            </a:r>
            <a:r>
              <a:t>ඔ</a:t>
            </a:r>
            <a:r>
              <a:t>kE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7" name="Content Placeholder 2"/>
          <p:cNvSpPr txBox="1"/>
          <p:nvPr>
            <p:ph type="body" idx="1"/>
          </p:nvPr>
        </p:nvSpPr>
        <p:spPr>
          <a:xfrm>
            <a:off x="501271" y="1371600"/>
            <a:ext cx="8077201" cy="4800600"/>
          </a:xfrm>
          <a:prstGeom prst="rect">
            <a:avLst/>
          </a:prstGeom>
        </p:spPr>
        <p:txBody>
          <a:bodyPr/>
          <a:lstStyle/>
          <a:p>
            <a:pPr marL="274320" indent="-274320" defTabSz="365760">
              <a:spcBef>
                <a:spcPts val="800"/>
              </a:spcBef>
              <a:buSzTx/>
              <a:buFont typeface="Wingdings 3"/>
              <a:buNone/>
              <a:defRPr b="1"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හිමි කැදවයි මා</a:t>
            </a:r>
          </a:p>
          <a:p>
            <a:pPr marL="274320" indent="-274320" defTabSz="365760">
              <a:spcBef>
                <a:spcPts val="800"/>
              </a:spcBef>
              <a:buSzTx/>
              <a:buFont typeface="Wingdings 3"/>
              <a:buNone/>
              <a:defRPr b="1"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දිව් සයුරේ ගෝසාවෙන්</a:t>
            </a:r>
          </a:p>
          <a:p>
            <a:pPr marL="274320" indent="-274320" defTabSz="365760">
              <a:spcBef>
                <a:spcPts val="800"/>
              </a:spcBef>
              <a:buSzTx/>
              <a:buFont typeface="Wingdings 3"/>
              <a:buNone/>
              <a:defRPr b="1"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හිමි පෙමින් සැම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දා</a:t>
            </a:r>
          </a:p>
          <a:p>
            <a:pPr marL="274320" indent="-274320" defTabSz="365760">
              <a:spcBef>
                <a:spcPts val="800"/>
              </a:spcBef>
              <a:buSzTx/>
              <a:buFont typeface="Wingdings 3"/>
              <a:buNone/>
              <a:defRPr b="1"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කියයි මා අනුව එන්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3810" defTabSz="365760">
              <a:spcBef>
                <a:spcPts val="800"/>
              </a:spcBef>
              <a:buSzTx/>
              <a:buFont typeface="Wingdings 3"/>
              <a:buNone/>
              <a:defRPr b="1" sz="4800"/>
            </a:pPr>
            <a:r>
              <a:t>		</a:t>
            </a:r>
          </a:p>
        </p:txBody>
      </p:sp>
      <p:sp>
        <p:nvSpPr>
          <p:cNvPr id="5938" name="Rectangle 1"/>
          <p:cNvSpPr txBox="1"/>
          <p:nvPr/>
        </p:nvSpPr>
        <p:spPr>
          <a:xfrm>
            <a:off x="579120" y="228602"/>
            <a:ext cx="1086406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494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0" name="Content Placeholder 2"/>
          <p:cNvSpPr txBox="1"/>
          <p:nvPr>
            <p:ph type="body" idx="1"/>
          </p:nvPr>
        </p:nvSpPr>
        <p:spPr>
          <a:xfrm>
            <a:off x="609600" y="838200"/>
            <a:ext cx="7391400" cy="4800600"/>
          </a:xfrm>
          <a:prstGeom prst="rect">
            <a:avLst/>
          </a:prstGeom>
        </p:spPr>
        <p:txBody>
          <a:bodyPr/>
          <a:lstStyle/>
          <a:p>
            <a:pPr marL="274320" indent="-274320" defTabSz="365760">
              <a:spcBef>
                <a:spcPts val="800"/>
              </a:spcBef>
              <a:buSzTx/>
              <a:buFont typeface="Wingdings 3"/>
              <a:buNone/>
              <a:defRPr b="1"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ඇසූ අන්ද්‍රයාස් තුමා </a:t>
            </a:r>
          </a:p>
          <a:p>
            <a:pPr marL="274320" indent="-274320" defTabSz="365760">
              <a:spcBef>
                <a:spcPts val="800"/>
              </a:spcBef>
              <a:buSzTx/>
              <a:buFont typeface="Wingdings 3"/>
              <a:buNone/>
              <a:defRPr b="1"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මූද ළග ගලීලේ</a:t>
            </a:r>
            <a:r>
              <a:t> </a:t>
            </a:r>
          </a:p>
          <a:p>
            <a:pPr marL="274320" indent="-274320" defTabSz="365760">
              <a:spcBef>
                <a:spcPts val="800"/>
              </a:spcBef>
              <a:buSzTx/>
              <a:buFont typeface="Wingdings 3"/>
              <a:buNone/>
              <a:defRPr b="1"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 හැර නෑසියන් හැමා </a:t>
            </a:r>
          </a:p>
          <a:p>
            <a:pPr marL="274320" indent="-274320" defTabSz="365760">
              <a:spcBef>
                <a:spcPts val="800"/>
              </a:spcBef>
              <a:buSzTx/>
              <a:buFont typeface="Wingdings 3"/>
              <a:buNone/>
              <a:defRPr b="1"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අනුව ගියේ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3810" defTabSz="365760">
              <a:spcBef>
                <a:spcPts val="800"/>
              </a:spcBef>
              <a:buSzTx/>
              <a:buFont typeface="Wingdings 3"/>
              <a:buNone/>
              <a:defRPr b="1" sz="4800"/>
            </a:pPr>
            <a:r>
              <a:t>		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2" name="Content Placeholder 2"/>
          <p:cNvSpPr txBox="1"/>
          <p:nvPr>
            <p:ph type="body" idx="1"/>
          </p:nvPr>
        </p:nvSpPr>
        <p:spPr>
          <a:xfrm>
            <a:off x="762000" y="838200"/>
            <a:ext cx="7391400" cy="4876800"/>
          </a:xfrm>
          <a:prstGeom prst="rect">
            <a:avLst/>
          </a:prstGeom>
        </p:spPr>
        <p:txBody>
          <a:bodyPr/>
          <a:lstStyle/>
          <a:p>
            <a:pPr marL="0" indent="4715" defTabSz="452627">
              <a:spcBef>
                <a:spcPts val="900"/>
              </a:spcBef>
              <a:buSzTx/>
              <a:buFont typeface="Wingdings 3"/>
              <a:buNone/>
              <a:defRPr b="1" sz="594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මා කැදවා කියයි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4715" defTabSz="452627">
              <a:spcBef>
                <a:spcPts val="900"/>
              </a:spcBef>
              <a:buSzTx/>
              <a:buFont typeface="Wingdings 3"/>
              <a:buNone/>
              <a:defRPr b="1" sz="594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 සියල්ලට වඩා 	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4715" defTabSz="452627">
              <a:spcBef>
                <a:spcPts val="900"/>
              </a:spcBef>
              <a:buSzTx/>
              <a:buFont typeface="Wingdings 3"/>
              <a:buNone/>
              <a:defRPr b="1" sz="594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ආදරේ මට පුදමින්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4715" defTabSz="452627">
              <a:spcBef>
                <a:spcPts val="900"/>
              </a:spcBef>
              <a:buSzTx/>
              <a:buFont typeface="Wingdings 3"/>
              <a:buNone/>
              <a:defRPr b="1" sz="594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අනුව එනු දැන්	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4" name="Content Placeholder 2"/>
          <p:cNvSpPr txBox="1"/>
          <p:nvPr>
            <p:ph type="body" idx="1"/>
          </p:nvPr>
        </p:nvSpPr>
        <p:spPr>
          <a:xfrm>
            <a:off x="228600" y="1066800"/>
            <a:ext cx="8763000" cy="4267200"/>
          </a:xfrm>
          <a:prstGeom prst="rect">
            <a:avLst/>
          </a:prstGeom>
        </p:spPr>
        <p:txBody>
          <a:bodyPr/>
          <a:lstStyle/>
          <a:p>
            <a:pPr marL="0" indent="4572" defTabSz="438911">
              <a:spcBef>
                <a:spcPts val="900"/>
              </a:spcBef>
              <a:buSzTx/>
              <a:buFont typeface="Wingdings 3"/>
              <a:buNone/>
              <a:defRPr b="1" sz="518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සොම්නස් හා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දොම්නස් අතරෙත්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4572" defTabSz="438911">
              <a:spcBef>
                <a:spcPts val="900"/>
              </a:spcBef>
              <a:buSzTx/>
              <a:buFont typeface="Wingdings 3"/>
              <a:buNone/>
              <a:defRPr b="1" sz="518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සේවයේත් නිවාඩුවේත්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4572" defTabSz="438911">
              <a:spcBef>
                <a:spcPts val="900"/>
              </a:spcBef>
              <a:buSzTx/>
              <a:buFont typeface="Wingdings 3"/>
              <a:buNone/>
              <a:defRPr b="1" sz="518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පහසු අපහසු මුත්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4572" defTabSz="438911">
              <a:spcBef>
                <a:spcPts val="900"/>
              </a:spcBef>
              <a:buSzTx/>
              <a:buFont typeface="Wingdings 3"/>
              <a:buNone/>
              <a:defRPr b="1" sz="518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කියයි ආදරේ වන්න	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6" name="Content Placeholder 2"/>
          <p:cNvSpPr txBox="1"/>
          <p:nvPr>
            <p:ph type="body" idx="1"/>
          </p:nvPr>
        </p:nvSpPr>
        <p:spPr>
          <a:xfrm>
            <a:off x="609600" y="914400"/>
            <a:ext cx="7848600" cy="4876800"/>
          </a:xfrm>
          <a:prstGeom prst="rect">
            <a:avLst/>
          </a:prstGeom>
        </p:spPr>
        <p:txBody>
          <a:bodyPr/>
          <a:lstStyle/>
          <a:p>
            <a:pPr marL="339470" indent="-339470" defTabSz="452627">
              <a:spcBef>
                <a:spcPts val="900"/>
              </a:spcBef>
              <a:buSzTx/>
              <a:buFont typeface="Wingdings 3"/>
              <a:buNone/>
              <a:defRPr b="1" sz="594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හිමි කැදවයි දැන්</a:t>
            </a:r>
          </a:p>
          <a:p>
            <a:pPr marL="339470" indent="-339470" defTabSz="452627">
              <a:spcBef>
                <a:spcPts val="900"/>
              </a:spcBef>
              <a:buSzTx/>
              <a:buFont typeface="Wingdings 3"/>
              <a:buNone/>
              <a:defRPr b="1" sz="594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අසා බැති සිතින් </a:t>
            </a:r>
          </a:p>
          <a:p>
            <a:pPr marL="339470" indent="-339470" defTabSz="452627">
              <a:spcBef>
                <a:spcPts val="900"/>
              </a:spcBef>
              <a:buSzTx/>
              <a:buFont typeface="Wingdings 3"/>
              <a:buNone/>
              <a:defRPr b="1" sz="594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සමිදුට මුළු සිතින් </a:t>
            </a:r>
          </a:p>
          <a:p>
            <a:pPr marL="339470" indent="-339470" defTabSz="452627">
              <a:spcBef>
                <a:spcPts val="900"/>
              </a:spcBef>
              <a:buSzTx/>
              <a:buFont typeface="Wingdings 3"/>
              <a:buNone/>
              <a:defRPr b="1" sz="594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කැප වන්නට සෙත් දෙන්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8" name="TextBox 1"/>
          <p:cNvSpPr txBox="1"/>
          <p:nvPr/>
        </p:nvSpPr>
        <p:spPr>
          <a:xfrm>
            <a:off x="657279" y="764703"/>
            <a:ext cx="7541410" cy="3355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එඩේරා නැසී ගියෙන් 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ලං වී රුදු ලෙසින් 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රැල නසන්ට ආවෙන් 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කාගෙන් දැයි නොදත්තෙන්</a:t>
            </a:r>
          </a:p>
        </p:txBody>
      </p:sp>
      <p:sp>
        <p:nvSpPr>
          <p:cNvPr id="5949" name="TextBox 2"/>
          <p:cNvSpPr txBox="1"/>
          <p:nvPr/>
        </p:nvSpPr>
        <p:spPr>
          <a:xfrm>
            <a:off x="441255" y="4221088"/>
            <a:ext cx="7613418" cy="2275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රෝසින් සොයා බදිමින් 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නසන්ට ඔවුන් හඩේක් වී මග ගමන් 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වෙව්ල් වී සිත් එයින් </a:t>
            </a:r>
          </a:p>
        </p:txBody>
      </p:sp>
      <p:sp>
        <p:nvSpPr>
          <p:cNvPr id="5950" name="TextBox 3"/>
          <p:cNvSpPr txBox="1"/>
          <p:nvPr/>
        </p:nvSpPr>
        <p:spPr>
          <a:xfrm>
            <a:off x="225231" y="260647"/>
            <a:ext cx="1204706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495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2" name="TextBox 1"/>
          <p:cNvSpPr txBox="1"/>
          <p:nvPr/>
        </p:nvSpPr>
        <p:spPr>
          <a:xfrm>
            <a:off x="2025431" y="476671"/>
            <a:ext cx="5093138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සාවුල් සාවුල් යැයි මෙසේ 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ලුහු බදින්නේ 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පිඩා කරන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යේසුස් වෙමි මම </a:t>
            </a:r>
          </a:p>
        </p:txBody>
      </p:sp>
      <p:sp>
        <p:nvSpPr>
          <p:cNvPr id="5953" name="TextBox 2"/>
          <p:cNvSpPr txBox="1"/>
          <p:nvPr/>
        </p:nvSpPr>
        <p:spPr>
          <a:xfrm>
            <a:off x="-566857" y="3861048"/>
            <a:ext cx="5957234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ඔහු අත් විදහමින් 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කීය බැගෑ හඩින්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අහෝ සාමිනි කියන් 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කටයතු දේ දැන්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5" name="TextBox 1"/>
          <p:cNvSpPr txBox="1"/>
          <p:nvPr/>
        </p:nvSpPr>
        <p:spPr>
          <a:xfrm>
            <a:off x="2169447" y="692695"/>
            <a:ext cx="5021130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මෙසේ රුපු බැවූ හැරැ 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දාසයෙකු සේ දෙව් 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ඇතුළු වී දොරින් තිර 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රැලට ක්‍රිස්තුස් දෙව්</a:t>
            </a:r>
          </a:p>
        </p:txBody>
      </p:sp>
      <p:sp>
        <p:nvSpPr>
          <p:cNvPr id="5956" name="TextBox 2"/>
          <p:cNvSpPr txBox="1"/>
          <p:nvPr/>
        </p:nvSpPr>
        <p:spPr>
          <a:xfrm>
            <a:off x="2169447" y="3717032"/>
            <a:ext cx="5093138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වදන සවු බලැත් 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විස්මිත දේ කරයි 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උදුගුවෙන් පිරි සිත් 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කරයි යටත් පහත්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8" name="TextBox 1"/>
          <p:cNvSpPr txBox="1"/>
          <p:nvPr/>
        </p:nvSpPr>
        <p:spPr>
          <a:xfrm>
            <a:off x="1593383" y="980728"/>
            <a:ext cx="5885226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එඩේරාණේනි 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රැල රකින මුල වුවන් පෙමිනි </a:t>
            </a:r>
          </a:p>
          <a:p>
            <a:pPr algn="ctr"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රැලට එක කරන්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0" name="Content Placeholder 4"/>
          <p:cNvSpPr txBox="1"/>
          <p:nvPr>
            <p:ph type="body" idx="1"/>
          </p:nvPr>
        </p:nvSpPr>
        <p:spPr>
          <a:xfrm>
            <a:off x="609600" y="1295400"/>
            <a:ext cx="6934200" cy="5257800"/>
          </a:xfrm>
          <a:prstGeom prst="rect">
            <a:avLst/>
          </a:prstGeom>
        </p:spPr>
        <p:txBody>
          <a:bodyPr/>
          <a:lstStyle/>
          <a:p>
            <a:pPr marL="301752" indent="-301752" defTabSz="402336">
              <a:spcBef>
                <a:spcPts val="800"/>
              </a:spcBef>
              <a:buSzTx/>
              <a:buFont typeface="Wingdings 3"/>
              <a:buNone/>
              <a:defRPr sz="422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කරුනාසනේ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301752" indent="-301752" defTabSz="402336">
              <a:spcBef>
                <a:spcPts val="800"/>
              </a:spcBef>
              <a:buSzTx/>
              <a:buFont typeface="Wingdings 3"/>
              <a:buNone/>
              <a:defRPr sz="422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ඉදිරියේ හඩමිනේ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301752" indent="-301752" defTabSz="402336">
              <a:spcBef>
                <a:spcPts val="800"/>
              </a:spcBef>
              <a:buSzTx/>
              <a:buFont typeface="Wingdings 3"/>
              <a:buNone/>
              <a:defRPr sz="422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නොයෙක් වර මම් බැතිනේ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301752" indent="-301752" defTabSz="402336">
              <a:spcBef>
                <a:spcPts val="800"/>
              </a:spcBef>
              <a:buSzTx/>
              <a:buFont typeface="Wingdings 3"/>
              <a:buNone/>
              <a:defRPr sz="422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ගිවිසුම් කෙළෙම් ස්වාමිනේ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301752" indent="-301752" defTabSz="402336">
              <a:spcBef>
                <a:spcPts val="800"/>
              </a:spcBef>
              <a:buSzTx/>
              <a:buFont typeface="Wingdings 3"/>
              <a:buNone/>
              <a:defRPr sz="422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දුබල නිසා අනේ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301752" indent="-301752" defTabSz="402336">
              <a:spcBef>
                <a:spcPts val="800"/>
              </a:spcBef>
              <a:buSzTx/>
              <a:buFont typeface="Wingdings 3"/>
              <a:buNone/>
              <a:defRPr sz="422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සියල්ලම හිස් වුණේ</a:t>
            </a:r>
          </a:p>
        </p:txBody>
      </p:sp>
      <p:sp>
        <p:nvSpPr>
          <p:cNvPr id="5961" name="TextBox 4"/>
          <p:cNvSpPr txBox="1"/>
          <p:nvPr/>
        </p:nvSpPr>
        <p:spPr>
          <a:xfrm>
            <a:off x="426719" y="380999"/>
            <a:ext cx="150876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502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3" name="Content Placeholder 4"/>
          <p:cNvSpPr txBox="1"/>
          <p:nvPr/>
        </p:nvSpPr>
        <p:spPr>
          <a:xfrm>
            <a:off x="655319" y="1295400"/>
            <a:ext cx="6842762" cy="6079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spcBef>
                <a:spcPts val="1100"/>
              </a:spcBef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වඩින් නැවතත් ස්වාමිනි</a:t>
            </a:r>
            <a:endParaRPr sz="3200"/>
          </a:p>
          <a:p>
            <a:pPr marL="342900" indent="-342900">
              <a:spcBef>
                <a:spcPts val="1100"/>
              </a:spcBef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වෙත් සිටින දුකිනි</a:t>
            </a:r>
            <a:endParaRPr sz="3200"/>
          </a:p>
          <a:p>
            <a:pPr marL="342900" indent="-342900">
              <a:spcBef>
                <a:spcPts val="1100"/>
              </a:spcBef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කියන් මට දයාවෙනි</a:t>
            </a:r>
            <a:endParaRPr sz="3200"/>
          </a:p>
          <a:p>
            <a:pPr marL="342900" indent="-342900">
              <a:spcBef>
                <a:spcPts val="1100"/>
              </a:spcBef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ඔබේ පාප කමා විණි</a:t>
            </a:r>
            <a:endParaRPr sz="3200"/>
          </a:p>
          <a:p>
            <a:pPr marL="342900" indent="-342900">
              <a:spcBef>
                <a:spcPts val="1100"/>
              </a:spcBef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ආත්මය ගෙන දැතින්</a:t>
            </a:r>
            <a:endParaRPr sz="3200"/>
          </a:p>
          <a:p>
            <a:pPr marL="342900" indent="-342900">
              <a:spcBef>
                <a:spcPts val="1100"/>
              </a:spcBef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නමින් ආසිරි දෙන්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5" name="Content Placeholder 4"/>
          <p:cNvSpPr txBox="1"/>
          <p:nvPr/>
        </p:nvSpPr>
        <p:spPr>
          <a:xfrm>
            <a:off x="655319" y="1295400"/>
            <a:ext cx="6842762" cy="6079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spcBef>
                <a:spcPts val="1100"/>
              </a:spcBef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මට කුළුණු පා</a:t>
            </a:r>
            <a:endParaRPr sz="3200"/>
          </a:p>
          <a:p>
            <a:pPr marL="342900" indent="-342900">
              <a:spcBef>
                <a:spcPts val="1100"/>
              </a:spcBef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නසන් වී අනුකම්පා</a:t>
            </a:r>
            <a:endParaRPr sz="3200"/>
          </a:p>
          <a:p>
            <a:pPr marL="342900" indent="-342900">
              <a:spcBef>
                <a:spcPts val="1100"/>
              </a:spcBef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කැමැත්ත කරම් වා</a:t>
            </a:r>
            <a:endParaRPr sz="3200"/>
          </a:p>
          <a:p>
            <a:pPr marL="342900" indent="-342900">
              <a:spcBef>
                <a:spcPts val="1100"/>
              </a:spcBef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කැමැත්ත ඔබෙන් ඒ වා</a:t>
            </a:r>
            <a:endParaRPr sz="3200"/>
          </a:p>
          <a:p>
            <a:pPr marL="342900" indent="-342900">
              <a:spcBef>
                <a:spcPts val="1100"/>
              </a:spcBef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ඔබගෙයි ඔබ කියයි</a:t>
            </a:r>
            <a:endParaRPr sz="3200"/>
          </a:p>
          <a:p>
            <a:pPr marL="342900" indent="-342900">
              <a:spcBef>
                <a:spcPts val="1100"/>
              </a:spcBef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කියමි අනේ ඔබත් මගෙයි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7" name="Content Placeholder 4"/>
          <p:cNvSpPr txBox="1"/>
          <p:nvPr/>
        </p:nvSpPr>
        <p:spPr>
          <a:xfrm>
            <a:off x="655319" y="1295400"/>
            <a:ext cx="6842762" cy="6079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spcBef>
                <a:spcPts val="1100"/>
              </a:spcBef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ගිවිසුම් කල මෙ දින</a:t>
            </a:r>
            <a:endParaRPr sz="3200"/>
          </a:p>
          <a:p>
            <a:pPr marL="342900" indent="-342900">
              <a:spcBef>
                <a:spcPts val="1100"/>
              </a:spcBef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තිර ශාන්ති පතමින</a:t>
            </a:r>
            <a:endParaRPr sz="3200"/>
          </a:p>
          <a:p>
            <a:pPr marL="342900" indent="-342900">
              <a:spcBef>
                <a:spcPts val="1100"/>
              </a:spcBef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ලෙයින් මුද්‍රාව තැබී මැ යි</a:t>
            </a:r>
            <a:endParaRPr sz="3200"/>
          </a:p>
          <a:p>
            <a:pPr marL="342900" indent="-342900">
              <a:spcBef>
                <a:spcPts val="1100"/>
              </a:spcBef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එහි බලේ නිසැක මැ යි</a:t>
            </a:r>
            <a:endParaRPr sz="3200"/>
          </a:p>
          <a:p>
            <a:pPr marL="342900" indent="-342900">
              <a:spcBef>
                <a:spcPts val="1100"/>
              </a:spcBef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ලෙය ම අදහම්</a:t>
            </a:r>
            <a:endParaRPr sz="3200"/>
          </a:p>
          <a:p>
            <a:pPr marL="342900" indent="-342900">
              <a:spcBef>
                <a:spcPts val="1100"/>
              </a:spcBef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ශාන්තිය ලබා ගනිමි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9" name="Content Placeholder 4"/>
          <p:cNvSpPr txBox="1"/>
          <p:nvPr/>
        </p:nvSpPr>
        <p:spPr>
          <a:xfrm>
            <a:off x="655319" y="1295400"/>
            <a:ext cx="6842762" cy="6079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spcBef>
                <a:spcPts val="1100"/>
              </a:spcBef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ඇදහිල්ල වැඩෙන්නට</a:t>
            </a:r>
            <a:endParaRPr sz="3200"/>
          </a:p>
          <a:p>
            <a:pPr marL="342900" indent="-342900">
              <a:spcBef>
                <a:spcPts val="1100"/>
              </a:spcBef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අඩුවී නො නිවෙන්නට</a:t>
            </a:r>
            <a:endParaRPr sz="3200"/>
          </a:p>
          <a:p>
            <a:pPr marL="342900" indent="-342900">
              <a:spcBef>
                <a:spcPts val="1100"/>
              </a:spcBef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සුමග යන්නට</a:t>
            </a:r>
            <a:endParaRPr sz="3200"/>
          </a:p>
          <a:p>
            <a:pPr marL="342900" indent="-342900">
              <a:spcBef>
                <a:spcPts val="1100"/>
              </a:spcBef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කන් දි මා අයැදුමට</a:t>
            </a:r>
            <a:endParaRPr sz="3200"/>
          </a:p>
          <a:p>
            <a:pPr marL="342900" indent="-342900">
              <a:spcBef>
                <a:spcPts val="1100"/>
              </a:spcBef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මුදු බසින් කතා කොට</a:t>
            </a:r>
            <a:endParaRPr sz="3200"/>
          </a:p>
          <a:p>
            <a:pPr marL="342900" indent="-342900">
              <a:spcBef>
                <a:spcPts val="1100"/>
              </a:spcBef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සැනසීම දෙනු මට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1" name="TextBox 1"/>
          <p:cNvSpPr txBox="1"/>
          <p:nvPr/>
        </p:nvSpPr>
        <p:spPr>
          <a:xfrm>
            <a:off x="350519" y="3810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503</a:t>
            </a:r>
          </a:p>
        </p:txBody>
      </p:sp>
      <p:sp>
        <p:nvSpPr>
          <p:cNvPr id="5972" name="TextBox 2"/>
          <p:cNvSpPr txBox="1"/>
          <p:nvPr/>
        </p:nvSpPr>
        <p:spPr>
          <a:xfrm>
            <a:off x="937708" y="1142999"/>
            <a:ext cx="549357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වමු දැන් අපි සැම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කරනට ගිවිසුම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අදහා දෙවි පිය පෙම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බැදෙමු එක හිතින් ම</a:t>
            </a:r>
          </a:p>
        </p:txBody>
      </p:sp>
      <p:sp>
        <p:nvSpPr>
          <p:cNvPr id="5973" name="TextBox 3"/>
          <p:cNvSpPr txBox="1"/>
          <p:nvPr/>
        </p:nvSpPr>
        <p:spPr>
          <a:xfrm>
            <a:off x="3550919" y="3809999"/>
            <a:ext cx="5090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ගැන ම් නො සිතා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මහිමය පතා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එකග වමු පෙමින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ජිවත් වන්නට නිතින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5" name="TextBox 1"/>
          <p:cNvSpPr txBox="1"/>
          <p:nvPr/>
        </p:nvSpPr>
        <p:spPr>
          <a:xfrm>
            <a:off x="937708" y="1142999"/>
            <a:ext cx="549357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කල ගිවිසුම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ලියැවේ හද පත්ලේ 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අනැගි වදනත්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 නො හරිමු නාමයත්</a:t>
            </a:r>
          </a:p>
        </p:txBody>
      </p:sp>
      <p:sp>
        <p:nvSpPr>
          <p:cNvPr id="5976" name="TextBox 2"/>
          <p:cNvSpPr txBox="1"/>
          <p:nvPr/>
        </p:nvSpPr>
        <p:spPr>
          <a:xfrm>
            <a:off x="3550919" y="3809999"/>
            <a:ext cx="5090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ගිවිසුම සබැදි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හිමිට බැතියෙන් ලැදි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 අබිමුව නිතින්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වසනට වරම් දෙන්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8" name="TextBox 1"/>
          <p:cNvSpPr txBox="1"/>
          <p:nvPr/>
        </p:nvSpPr>
        <p:spPr>
          <a:xfrm>
            <a:off x="937708" y="1142999"/>
            <a:ext cx="549357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සිත් විවර කරන්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තියෙක් හිමි වඩින මෙන්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දෙවි තෙද අනුහසින්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සමාදානය පතුරන්</a:t>
            </a:r>
          </a:p>
        </p:txBody>
      </p:sp>
      <p:sp>
        <p:nvSpPr>
          <p:cNvPr id="5979" name="TextBox 2"/>
          <p:cNvSpPr txBox="1"/>
          <p:nvPr/>
        </p:nvSpPr>
        <p:spPr>
          <a:xfrm>
            <a:off x="3550919" y="3809999"/>
            <a:ext cx="5090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කල්වරියේ වගුළ ලේ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ගිවිසුම අලුත් කලේ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නව ගිවිසුම තුළේ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විමුක්තිය හෙළි කෙළේ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1" name="TextBox 1"/>
          <p:cNvSpPr txBox="1"/>
          <p:nvPr/>
        </p:nvSpPr>
        <p:spPr>
          <a:xfrm>
            <a:off x="350519" y="3810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504</a:t>
            </a:r>
          </a:p>
        </p:txBody>
      </p:sp>
      <p:sp>
        <p:nvSpPr>
          <p:cNvPr id="5982" name="TextBox 2"/>
          <p:cNvSpPr txBox="1"/>
          <p:nvPr/>
        </p:nvSpPr>
        <p:spPr>
          <a:xfrm>
            <a:off x="937708" y="1142999"/>
            <a:ext cx="549357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එකග ව සොහොයුරන්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විසුම ඔබ අදරින්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සමිදුනි ඔබ බෙලෙන්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කොපමණ මිහිරි වන්</a:t>
            </a:r>
          </a:p>
        </p:txBody>
      </p:sp>
      <p:sp>
        <p:nvSpPr>
          <p:cNvPr id="5983" name="TextBox 3"/>
          <p:cNvSpPr txBox="1"/>
          <p:nvPr/>
        </p:nvSpPr>
        <p:spPr>
          <a:xfrm>
            <a:off x="3550919" y="3809999"/>
            <a:ext cx="5090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තුළෙහි ඔබ සුවිමන්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සුගුණ වනමින්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පැවැතුම සිත් එකහින්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කොපමණ මිහිරි වන්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5" name="TextBox 1"/>
          <p:cNvSpPr txBox="1"/>
          <p:nvPr/>
        </p:nvSpPr>
        <p:spPr>
          <a:xfrm>
            <a:off x="937708" y="1142999"/>
            <a:ext cx="549357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 ම පවුලක් ලෙසින්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 ම සබයක් වෙමින්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හිමි දෙසු ලෙසින්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විසුම ඉමිහිරි වන්</a:t>
            </a:r>
          </a:p>
        </p:txBody>
      </p:sp>
      <p:sp>
        <p:nvSpPr>
          <p:cNvPr id="5986" name="TextBox 2"/>
          <p:cNvSpPr txBox="1"/>
          <p:nvPr/>
        </p:nvSpPr>
        <p:spPr>
          <a:xfrm>
            <a:off x="3550919" y="3809999"/>
            <a:ext cx="5090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සබය සෙවී තුමන්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සතොසින් සපිරි කරන්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ඉසි කෝ මන් දුරු කරන්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අනදරයක් නො ම වන්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8" name="TextBox 1"/>
          <p:cNvSpPr txBox="1"/>
          <p:nvPr/>
        </p:nvSpPr>
        <p:spPr>
          <a:xfrm>
            <a:off x="937708" y="1142999"/>
            <a:ext cx="549357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කලත් ලොව අනදර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කරමු අපි ආදර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සොහොයුරන් මෙ අයුර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විසුම වේ මනහර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0" name="Content Placeholder 4"/>
          <p:cNvSpPr txBox="1"/>
          <p:nvPr>
            <p:ph type="body" idx="1"/>
          </p:nvPr>
        </p:nvSpPr>
        <p:spPr>
          <a:xfrm>
            <a:off x="609600" y="1295400"/>
            <a:ext cx="6934200" cy="4953000"/>
          </a:xfrm>
          <a:prstGeom prst="rect">
            <a:avLst/>
          </a:prstGeom>
        </p:spPr>
        <p:txBody>
          <a:bodyPr/>
          <a:lstStyle/>
          <a:p>
            <a:pPr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ඊශ්‍රායෙල්ගේ එඩේරා දැන් </a:t>
            </a:r>
          </a:p>
          <a:p>
            <a:pPr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සිත් ගන්නා විලසින්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පැටව් ලං කර ගනිමින්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රකී ය සැබවින්  </a:t>
            </a:r>
          </a:p>
        </p:txBody>
      </p:sp>
      <p:sp>
        <p:nvSpPr>
          <p:cNvPr id="5991" name="TextBox 5"/>
          <p:cNvSpPr txBox="1"/>
          <p:nvPr/>
        </p:nvSpPr>
        <p:spPr>
          <a:xfrm>
            <a:off x="426719" y="380999"/>
            <a:ext cx="150876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506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3" name="Content Placeholder 2"/>
          <p:cNvSpPr txBox="1"/>
          <p:nvPr>
            <p:ph type="body" idx="1"/>
          </p:nvPr>
        </p:nvSpPr>
        <p:spPr>
          <a:xfrm>
            <a:off x="762000" y="609600"/>
            <a:ext cx="7086600" cy="5410200"/>
          </a:xfrm>
          <a:prstGeom prst="rect">
            <a:avLst/>
          </a:prstGeom>
        </p:spPr>
        <p:txBody>
          <a:bodyPr/>
          <a:lstStyle/>
          <a:p>
            <a:pPr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දරුවන් නො වළක්වන්න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සුළු නො කරන්න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කී හිමි වැඩියේ මොවුන්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පුරවන්නයි සිරින්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5" name="Content Placeholder 2"/>
          <p:cNvSpPr txBox="1"/>
          <p:nvPr>
            <p:ph type="body" idx="1"/>
          </p:nvPr>
        </p:nvSpPr>
        <p:spPr>
          <a:xfrm>
            <a:off x="152400" y="1219202"/>
            <a:ext cx="7239000" cy="4602163"/>
          </a:xfrm>
          <a:prstGeom prst="rect">
            <a:avLst/>
          </a:prstGeom>
        </p:spPr>
        <p:txBody>
          <a:bodyPr/>
          <a:lstStyle/>
          <a:p>
            <a:pPr marL="240029" indent="-240029" defTabSz="320039">
              <a:spcBef>
                <a:spcPts val="700"/>
              </a:spcBef>
              <a:buSzTx/>
              <a:buFont typeface="Wingdings 3"/>
              <a:buNone/>
              <a:defRPr sz="3359"/>
            </a:pPr>
            <a:r>
              <a:t>		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තුති සිතින් අප දෝතින්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240029" indent="-240029" defTabSz="320039">
              <a:spcBef>
                <a:spcPts val="700"/>
              </a:spcBef>
              <a:buSzTx/>
              <a:buFont typeface="Wingdings 3"/>
              <a:buNone/>
              <a:defRPr sz="3359"/>
            </a:pPr>
            <a:r>
              <a:t>		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පුදමු බිලිදුන්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240029" indent="-240029" defTabSz="320039">
              <a:spcBef>
                <a:spcPts val="700"/>
              </a:spcBef>
              <a:buSzTx/>
              <a:buFont typeface="Wingdings 3"/>
              <a:buNone/>
              <a:defRPr sz="3359"/>
            </a:pPr>
            <a:r>
              <a:t>		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අප දරු ද ඔබේ වන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240029" indent="-240029" defTabSz="320039">
              <a:spcBef>
                <a:spcPts val="700"/>
              </a:spcBef>
              <a:buSzTx/>
              <a:buFont typeface="Wingdings 3"/>
              <a:buNone/>
              <a:defRPr sz="3359"/>
            </a:pPr>
            <a:r>
              <a:t>		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අප අයත් ලෙසින්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240029" indent="-240029" defTabSz="320039">
              <a:spcBef>
                <a:spcPts val="700"/>
              </a:spcBef>
              <a:buSzTx/>
              <a:buFont typeface="Wingdings 3"/>
              <a:buNone/>
              <a:defRPr sz="3359"/>
            </a:pPr>
          </a:p>
          <a:p>
            <a:pPr marL="240029" indent="-240029" defTabSz="320039">
              <a:spcBef>
                <a:spcPts val="700"/>
              </a:spcBef>
              <a:buSzTx/>
              <a:buFont typeface="Wingdings 3"/>
              <a:buNone/>
              <a:defRPr sz="3359"/>
            </a:pPr>
            <a:r>
              <a:t>					</a:t>
            </a:r>
          </a:p>
          <a:p>
            <a:pPr marL="240029" indent="-240029" defTabSz="320039">
              <a:spcBef>
                <a:spcPts val="700"/>
              </a:spcBef>
              <a:buSzTx/>
              <a:buFont typeface="Wingdings 3"/>
              <a:buNone/>
              <a:defRPr sz="3359"/>
            </a:pPr>
            <a:r>
              <a:t>					</a:t>
            </a:r>
          </a:p>
        </p:txBody>
      </p:sp>
      <p:sp>
        <p:nvSpPr>
          <p:cNvPr id="5996" name="TextBox 3"/>
          <p:cNvSpPr txBox="1"/>
          <p:nvPr/>
        </p:nvSpPr>
        <p:spPr>
          <a:xfrm>
            <a:off x="4770119" y="5410202"/>
            <a:ext cx="4099562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පී 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ඩොඩ්රිප් </a:t>
            </a:r>
          </a:p>
          <a:p>
            <a:pPr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පරිවර්තනය 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ඒ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එස්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ඒ</a:t>
            </a:r>
            <a:r>
              <a:t>.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8" name="Content Placeholder 2"/>
          <p:cNvSpPr txBox="1"/>
          <p:nvPr>
            <p:ph type="body" idx="1"/>
          </p:nvPr>
        </p:nvSpPr>
        <p:spPr>
          <a:xfrm>
            <a:off x="457200" y="1295400"/>
            <a:ext cx="8229600" cy="457200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ගොසින් ලොව සැම තැන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සුබ හසුන දන්වව්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අදහන සැම දෙන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බව්තීස්ම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ස්නාන කරව්   </a:t>
            </a:r>
          </a:p>
        </p:txBody>
      </p:sp>
      <p:sp>
        <p:nvSpPr>
          <p:cNvPr id="5999" name="Rectangle 1"/>
          <p:cNvSpPr txBox="1"/>
          <p:nvPr/>
        </p:nvSpPr>
        <p:spPr>
          <a:xfrm>
            <a:off x="579121" y="381002"/>
            <a:ext cx="94095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508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1" name="Content Placeholder 2"/>
          <p:cNvSpPr txBox="1"/>
          <p:nvPr>
            <p:ph type="body" idx="1"/>
          </p:nvPr>
        </p:nvSpPr>
        <p:spPr>
          <a:xfrm>
            <a:off x="457200" y="838201"/>
            <a:ext cx="8229600" cy="5668965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උතුම් අණ ලෙසින්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ඇදහිල්ලෙන් මොව්හු දැන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බව්තීස්ම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ස්නානය සෙත් ලත්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දියට බැස ලබන්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3" name="Content Placeholder 2"/>
          <p:cNvSpPr txBox="1"/>
          <p:nvPr>
            <p:ph type="body" idx="1"/>
          </p:nvPr>
        </p:nvSpPr>
        <p:spPr>
          <a:xfrm>
            <a:off x="457200" y="990602"/>
            <a:ext cx="8229600" cy="544036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දෙවිදුනි මෙතැන් සිට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සිරි එවමින්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ඔබගෙන් වෙන් නොවන්නට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මොවුන්ට වරම දෙන්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5" name="Content Placeholder 2"/>
          <p:cNvSpPr txBox="1"/>
          <p:nvPr>
            <p:ph type="body" idx="1"/>
          </p:nvPr>
        </p:nvSpPr>
        <p:spPr>
          <a:xfrm>
            <a:off x="457200" y="990601"/>
            <a:ext cx="8229600" cy="5516565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 පරෙවි තුමෙනි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දයා බෙලෙන්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නිත් වැඩ වසන මෙනි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මොවුන් තුළට වඩින්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7" name="Content Placeholder 2"/>
          <p:cNvSpPr txBox="1"/>
          <p:nvPr>
            <p:ph type="body" idx="1"/>
          </p:nvPr>
        </p:nvSpPr>
        <p:spPr>
          <a:xfrm>
            <a:off x="457200" y="1219200"/>
            <a:ext cx="8229600" cy="426720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ගිය අඩි පාර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සොයා යමින් නිතියෙන්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එහි දුක් හා හිරිහැර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දරන්නට වරම් දෙන්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9" name="Content Placeholder 2"/>
          <p:cNvSpPr txBox="1"/>
          <p:nvPr>
            <p:ph type="body" idx="1"/>
          </p:nvPr>
        </p:nvSpPr>
        <p:spPr>
          <a:xfrm>
            <a:off x="457200" y="609601"/>
            <a:ext cx="8229600" cy="5516565"/>
          </a:xfrm>
          <a:prstGeom prst="rect">
            <a:avLst/>
          </a:prstGeom>
        </p:spPr>
        <p:txBody>
          <a:bodyPr/>
          <a:lstStyle/>
          <a:p>
            <a:pPr marL="0" indent="0" defTabSz="402336">
              <a:lnSpc>
                <a:spcPct val="80000"/>
              </a:lnSpc>
              <a:spcBef>
                <a:spcPts val="800"/>
              </a:spcBef>
              <a:buSzTx/>
              <a:buFont typeface="Wingdings 3"/>
              <a:buNone/>
              <a:defRPr sz="4576"/>
            </a:pPr>
          </a:p>
          <a:p>
            <a:pPr marL="0" indent="0" defTabSz="402336">
              <a:lnSpc>
                <a:spcPct val="80000"/>
              </a:lnSpc>
              <a:spcBef>
                <a:spcPts val="800"/>
              </a:spcBef>
              <a:buSzTx/>
              <a:buFont typeface="Wingdings 3"/>
              <a:buNone/>
              <a:defRPr sz="466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පාපයෙහි දින දින </a:t>
            </a:r>
            <a:endParaRPr sz="1144"/>
          </a:p>
          <a:p>
            <a:pPr marL="0" indent="0" defTabSz="402336">
              <a:lnSpc>
                <a:spcPct val="80000"/>
              </a:lnSpc>
              <a:spcBef>
                <a:spcPts val="800"/>
              </a:spcBef>
              <a:buSzTx/>
              <a:buFont typeface="Wingdings 3"/>
              <a:buNone/>
              <a:defRPr sz="466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හැසිරෙන දනටත් </a:t>
            </a:r>
            <a:endParaRPr sz="1144"/>
          </a:p>
          <a:p>
            <a:pPr marL="0" indent="0" defTabSz="402336">
              <a:lnSpc>
                <a:spcPct val="80000"/>
              </a:lnSpc>
              <a:spcBef>
                <a:spcPts val="800"/>
              </a:spcBef>
              <a:buSzTx/>
              <a:buFont typeface="Wingdings 3"/>
              <a:buNone/>
              <a:defRPr sz="466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බස අසමින </a:t>
            </a:r>
            <a:endParaRPr sz="1144"/>
          </a:p>
          <a:p>
            <a:pPr marL="0" indent="0" defTabSz="402336">
              <a:lnSpc>
                <a:spcPct val="80000"/>
              </a:lnSpc>
              <a:spcBef>
                <a:spcPts val="800"/>
              </a:spcBef>
              <a:buSzTx/>
              <a:buFont typeface="Wingdings 3"/>
              <a:buNone/>
              <a:defRPr sz="466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හැරී එන්නට සෙත් දෙන් </a:t>
            </a:r>
            <a:endParaRPr sz="1144"/>
          </a:p>
          <a:p>
            <a:pPr marL="0" indent="0" defTabSz="402336">
              <a:lnSpc>
                <a:spcPct val="80000"/>
              </a:lnSpc>
              <a:spcBef>
                <a:spcPts val="800"/>
              </a:spcBef>
              <a:buSzTx/>
              <a:buFont typeface="Wingdings 3"/>
              <a:buNone/>
              <a:defRPr sz="1144"/>
            </a:pPr>
          </a:p>
          <a:p>
            <a:pPr marL="0" indent="0" defTabSz="402336">
              <a:lnSpc>
                <a:spcPct val="80000"/>
              </a:lnSpc>
              <a:spcBef>
                <a:spcPts val="800"/>
              </a:spcBef>
              <a:buSzTx/>
              <a:buFont typeface="Wingdings 3"/>
              <a:buNone/>
              <a:defRPr sz="1144"/>
            </a:pPr>
          </a:p>
          <a:p>
            <a:pPr marL="0" indent="0" defTabSz="402336">
              <a:lnSpc>
                <a:spcPct val="80000"/>
              </a:lnSpc>
              <a:spcBef>
                <a:spcPts val="800"/>
              </a:spcBef>
              <a:buSzTx/>
              <a:buFont typeface="Wingdings 3"/>
              <a:buNone/>
              <a:defRPr sz="1144"/>
            </a:pPr>
          </a:p>
          <a:p>
            <a:pPr marL="0" indent="0" defTabSz="402336">
              <a:lnSpc>
                <a:spcPct val="80000"/>
              </a:lnSpc>
              <a:spcBef>
                <a:spcPts val="800"/>
              </a:spcBef>
              <a:buSzTx/>
              <a:buFont typeface="Wingdings 3"/>
              <a:buNone/>
              <a:defRPr sz="1144"/>
            </a:pPr>
            <a:r>
              <a:t>				</a:t>
            </a:r>
            <a:endParaRPr sz="2112"/>
          </a:p>
          <a:p>
            <a:pPr marL="0" indent="0" defTabSz="402336">
              <a:lnSpc>
                <a:spcPct val="80000"/>
              </a:lnSpc>
              <a:spcBef>
                <a:spcPts val="800"/>
              </a:spcBef>
              <a:buSzTx/>
              <a:buFont typeface="Wingdings 3"/>
              <a:buNone/>
              <a:defRPr sz="158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											එස්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ජේ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එස්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වීරසිංහ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1" name="TextBox 1"/>
          <p:cNvSpPr txBox="1"/>
          <p:nvPr/>
        </p:nvSpPr>
        <p:spPr>
          <a:xfrm>
            <a:off x="426719" y="381002"/>
            <a:ext cx="1508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516</a:t>
            </a:r>
          </a:p>
        </p:txBody>
      </p:sp>
      <p:sp>
        <p:nvSpPr>
          <p:cNvPr id="6012" name="TextBox 2"/>
          <p:cNvSpPr txBox="1"/>
          <p:nvPr/>
        </p:nvSpPr>
        <p:spPr>
          <a:xfrm>
            <a:off x="1188719" y="1066802"/>
            <a:ext cx="68427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ගෙනෙමු මේ බිළිදුන්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උතුම් ඔබ වෙත දැන්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යැදුම් පුදමු බැතින්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පවින් මුදන ලෙසින් </a:t>
            </a:r>
          </a:p>
        </p:txBody>
      </p:sp>
      <p:sp>
        <p:nvSpPr>
          <p:cNvPr id="6013" name="TextBox 3"/>
          <p:cNvSpPr txBox="1"/>
          <p:nvPr/>
        </p:nvSpPr>
        <p:spPr>
          <a:xfrm>
            <a:off x="1188719" y="3886201"/>
            <a:ext cx="68427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පවට පහසුවෙන්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වැටෙන සුලු හෙයින්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ස්වාමිනි මෙම දරුන්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රකින් ඔබ කුළුණින්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5" name="TextBox 1"/>
          <p:cNvSpPr txBox="1"/>
          <p:nvPr/>
        </p:nvSpPr>
        <p:spPr>
          <a:xfrm>
            <a:off x="807719" y="609601"/>
            <a:ext cx="72999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එවා ඔබ සුද අත්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මවා පිරිසිදු සිත්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සුබාසිරි ඉමහත්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සාදා දෙනු යහපත් </a:t>
            </a:r>
          </a:p>
        </p:txBody>
      </p:sp>
      <p:sp>
        <p:nvSpPr>
          <p:cNvPr id="6016" name="TextBox 2"/>
          <p:cNvSpPr txBox="1"/>
          <p:nvPr/>
        </p:nvSpPr>
        <p:spPr>
          <a:xfrm>
            <a:off x="807719" y="3505201"/>
            <a:ext cx="72999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කෙලෙසුන් ඉවත් දා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සාතන් බල පරදා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දැහැමින් සිත් පහදා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සරසන් මේ බිළිදා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8" name="TextBox 1"/>
          <p:cNvSpPr txBox="1"/>
          <p:nvPr/>
        </p:nvSpPr>
        <p:spPr>
          <a:xfrm>
            <a:off x="960119" y="838199"/>
            <a:ext cx="6842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වයසින් වැඩෙන සේ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නුවණින් ද හිමි සේ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වැඩෙන්නට නිසි සේ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 වරම රිසි සේ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0" name="TextBox 1"/>
          <p:cNvSpPr txBox="1"/>
          <p:nvPr/>
        </p:nvSpPr>
        <p:spPr>
          <a:xfrm>
            <a:off x="350519" y="3810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520</a:t>
            </a:r>
          </a:p>
        </p:txBody>
      </p:sp>
      <p:sp>
        <p:nvSpPr>
          <p:cNvPr id="6021" name="TextBox 2"/>
          <p:cNvSpPr txBox="1"/>
          <p:nvPr/>
        </p:nvSpPr>
        <p:spPr>
          <a:xfrm>
            <a:off x="1341119" y="1142999"/>
            <a:ext cx="6766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තුමෙනි අප සැම වෙනුවෙන්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පිදු ඔබේ ඒ සිරුර උතුම්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සිහි කරමින් ඒ දිනය උතුම්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රොටි බුදිමු අපි තුති කරමින්</a:t>
            </a:r>
          </a:p>
        </p:txBody>
      </p:sp>
      <p:sp>
        <p:nvSpPr>
          <p:cNvPr id="6022" name="TextBox 4"/>
          <p:cNvSpPr txBox="1"/>
          <p:nvPr/>
        </p:nvSpPr>
        <p:spPr>
          <a:xfrm>
            <a:off x="1341119" y="3809999"/>
            <a:ext cx="6766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පැන් පත අප හට දක්වන්නේ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වගුළ රුහිරයෙහි සලකුණ වේ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තුති කරමින් එය පිළිගන්නේ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එහිමි නමට නීති පසසන්නේ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4" name="TextBox 1"/>
          <p:cNvSpPr txBox="1"/>
          <p:nvPr/>
        </p:nvSpPr>
        <p:spPr>
          <a:xfrm>
            <a:off x="1341119" y="1142999"/>
            <a:ext cx="6766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අප බුදිනා රොටිවලිනා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සිත් නීති පිරිසිදු වෙන්නා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කළ පව් සෝදා හරිනා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තුති කරනෙමු ඔබ රුහිර ගැනා</a:t>
            </a:r>
          </a:p>
        </p:txBody>
      </p:sp>
      <p:sp>
        <p:nvSpPr>
          <p:cNvPr id="6025" name="TextBox 2"/>
          <p:cNvSpPr txBox="1"/>
          <p:nvPr/>
        </p:nvSpPr>
        <p:spPr>
          <a:xfrm>
            <a:off x="1341119" y="3809999"/>
            <a:ext cx="6766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දයාබර කුළුණු ගුණේ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නීති අප වෙත ම ය පුද කැරුණේ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දුබල සිතේ ඇති පාප ගැනේ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අපට කමා කළ මැනවි අනේ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7" name="TextBox 1"/>
          <p:cNvSpPr txBox="1"/>
          <p:nvPr/>
        </p:nvSpPr>
        <p:spPr>
          <a:xfrm>
            <a:off x="1341119" y="1142999"/>
            <a:ext cx="6766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සිහි කරමින් ඒ උතුම් දිනේ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උදෙසා දිවි පිදු දිනේ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ගයනු පිණිස ඔබ උතුරු ගුණේ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හට අවසර දෙනු සමිනේ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9" name="TextBox 1"/>
          <p:cNvSpPr txBox="1"/>
          <p:nvPr/>
        </p:nvSpPr>
        <p:spPr>
          <a:xfrm>
            <a:off x="655319" y="381002"/>
            <a:ext cx="13563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521</a:t>
            </a:r>
          </a:p>
        </p:txBody>
      </p:sp>
      <p:sp>
        <p:nvSpPr>
          <p:cNvPr id="6030" name="TextBox 2"/>
          <p:cNvSpPr txBox="1"/>
          <p:nvPr/>
        </p:nvSpPr>
        <p:spPr>
          <a:xfrm>
            <a:off x="1112519" y="1752601"/>
            <a:ext cx="72237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ස්වාමිනි දණින් වැටි ඔබේ පා මුලේ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මම් බාර වෙමි  ඔබේ දෑතෙහි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පව්කාර මා වෙතේ නොහිම් පා දයා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සෝදා ඔබේ ලෙයින් මුදා ලනු මැනේ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2" name="TextBox 1"/>
          <p:cNvSpPr txBox="1"/>
          <p:nvPr/>
        </p:nvSpPr>
        <p:spPr>
          <a:xfrm>
            <a:off x="807719" y="1600202"/>
            <a:ext cx="75285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පාපී දනින් දුකින් මුදා ලන ලෙසින්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පුජා කෙළේ  ඔබේ ජිවිතේ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සී කොට පහන් සිතින් ගත් ඒ රොටි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 මහට අමරණිය ඒ ජිවනේ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4" name="TextBox 1"/>
          <p:cNvSpPr txBox="1"/>
          <p:nvPr/>
        </p:nvSpPr>
        <p:spPr>
          <a:xfrm>
            <a:off x="883919" y="1676401"/>
            <a:ext cx="76809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සෝකුරු දිනේ කන්දේ ගොල්ගොතා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බර දරා  දනන් ලෝ සියල්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වගුළ ලේ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උතුම් සිහි ගන්වමින්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බොත් මේ බදුන් පවිත්‍ර වේ දිවි මගේ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6" name="TextBox 1"/>
          <p:cNvSpPr txBox="1"/>
          <p:nvPr/>
        </p:nvSpPr>
        <p:spPr>
          <a:xfrm>
            <a:off x="883919" y="1600202"/>
            <a:ext cx="76047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ලී කුරුසියක් මතේ මහත් දුක් දරා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ලොව්තුරු ඔබේ පිදු ජිවිතේ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ගන්වයි බැතින් සිහි සදා මේ ලෙසේ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පුජාව නම් මෙය යි ඉතාමත් උතුම්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8" name="TextBox 1"/>
          <p:cNvSpPr txBox="1"/>
          <p:nvPr/>
        </p:nvSpPr>
        <p:spPr>
          <a:xfrm>
            <a:off x="883919" y="1676401"/>
            <a:ext cx="79095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දුන් මහට මේ උතුම් සදා ජිවනේ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පුජාව ඒ ඔබේ මාහැගි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ගත් මම් ඔබේ දෙපා තබා මා සිරස්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දෙමි තුති මහත් බැතින් සිතින් පුණ්‍ය වූ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0" name="Content Placeholder 2"/>
          <p:cNvSpPr txBox="1"/>
          <p:nvPr>
            <p:ph type="body" idx="1"/>
          </p:nvPr>
        </p:nvSpPr>
        <p:spPr>
          <a:xfrm>
            <a:off x="533400" y="762000"/>
            <a:ext cx="6766560" cy="5867400"/>
          </a:xfrm>
          <a:prstGeom prst="rect">
            <a:avLst/>
          </a:prstGeom>
        </p:spPr>
        <p:txBody>
          <a:bodyPr/>
          <a:lstStyle/>
          <a:p>
            <a:pPr marL="0" indent="0" algn="just" defTabSz="388620">
              <a:spcBef>
                <a:spcPts val="800"/>
              </a:spcBef>
              <a:buSzTx/>
              <a:buFont typeface="Wingdings 3"/>
              <a:buNone/>
              <a:defRPr sz="3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බුදිමි ස්වාමි මේ අනර්ඝ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just" defTabSz="388620">
              <a:spcBef>
                <a:spcPts val="800"/>
              </a:spcBef>
              <a:buSzTx/>
              <a:buFont typeface="Wingdings 3"/>
              <a:buNone/>
              <a:defRPr sz="3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බොදුන ශ්‍රීනි සාර බෝ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just" defTabSz="388620">
              <a:spcBef>
                <a:spcPts val="800"/>
              </a:spcBef>
              <a:buSzTx/>
              <a:buFont typeface="Wingdings 3"/>
              <a:buNone/>
              <a:defRPr sz="3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එයින ජීවමාන තේජ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just" defTabSz="388620">
              <a:spcBef>
                <a:spcPts val="800"/>
              </a:spcBef>
              <a:buSzTx/>
              <a:buFont typeface="Wingdings 3"/>
              <a:buNone/>
              <a:defRPr sz="3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මසිත නිතින් සුරැකෙ වා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just" defTabSz="388620">
              <a:spcBef>
                <a:spcPts val="800"/>
              </a:spcBef>
              <a:buSzTx/>
              <a:buFont typeface="Wingdings 3"/>
              <a:buNone/>
              <a:defRPr sz="3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ගෙවා නිරන්තරෙන්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just" defTabSz="388620">
              <a:spcBef>
                <a:spcPts val="800"/>
              </a:spcBef>
              <a:buSzTx/>
              <a:buFont typeface="Wingdings 3"/>
              <a:buNone/>
              <a:defRPr sz="3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බෙලෙන් පිරීතිරී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just" defTabSz="388620">
              <a:spcBef>
                <a:spcPts val="800"/>
              </a:spcBef>
              <a:buSzTx/>
              <a:buFont typeface="Wingdings 3"/>
              <a:buNone/>
              <a:defRPr sz="3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කරන සේ ඔබේ මෙහෙය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just" defTabSz="388620">
              <a:spcBef>
                <a:spcPts val="800"/>
              </a:spcBef>
              <a:buSzTx/>
              <a:buFont typeface="Wingdings 3"/>
              <a:buNone/>
              <a:defRPr sz="3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දෙන්න සවිය ඔබ බෙලෙන්</a:t>
            </a:r>
          </a:p>
        </p:txBody>
      </p:sp>
      <p:sp>
        <p:nvSpPr>
          <p:cNvPr id="6041" name="TextBox 3"/>
          <p:cNvSpPr txBox="1"/>
          <p:nvPr/>
        </p:nvSpPr>
        <p:spPr>
          <a:xfrm>
            <a:off x="8002096" y="-99393"/>
            <a:ext cx="2042161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525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3" name="Content Placeholder 2"/>
          <p:cNvSpPr txBox="1"/>
          <p:nvPr>
            <p:ph type="body" idx="1"/>
          </p:nvPr>
        </p:nvSpPr>
        <p:spPr>
          <a:xfrm>
            <a:off x="457199" y="304799"/>
            <a:ext cx="6217922" cy="6019803"/>
          </a:xfrm>
          <a:prstGeom prst="rect">
            <a:avLst/>
          </a:prstGeom>
        </p:spPr>
        <p:txBody>
          <a:bodyPr/>
          <a:lstStyle/>
          <a:p>
            <a:pPr marL="0" indent="0" algn="just" defTabSz="402336">
              <a:spcBef>
                <a:spcPts val="800"/>
              </a:spcBef>
              <a:buSzTx/>
              <a:buFont typeface="Wingdings 3"/>
              <a:buNone/>
              <a:defRPr sz="35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මිදි වැල ඔබ ය සමිඳ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just" defTabSz="402336">
              <a:spcBef>
                <a:spcPts val="800"/>
              </a:spcBef>
              <a:buSzTx/>
              <a:buFont typeface="Wingdings 3"/>
              <a:buNone/>
              <a:defRPr sz="35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ඔබගෙ ලෙයිනි තේජ වූ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just" defTabSz="402336">
              <a:spcBef>
                <a:spcPts val="800"/>
              </a:spcBef>
              <a:buSzTx/>
              <a:buFont typeface="Wingdings 3"/>
              <a:buNone/>
              <a:defRPr sz="35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සපිරෙ වා ම සිත් බඳුන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just" defTabSz="402336">
              <a:spcBef>
                <a:spcPts val="800"/>
              </a:spcBef>
              <a:buSzTx/>
              <a:buFont typeface="Wingdings 3"/>
              <a:buNone/>
              <a:defRPr sz="35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නොහැර සේදෙනා තුරා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just" defTabSz="402336">
              <a:spcBef>
                <a:spcPts val="800"/>
              </a:spcBef>
              <a:buSzTx/>
              <a:buFont typeface="Wingdings 3"/>
              <a:buNone/>
              <a:defRPr sz="35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සමිඳුනේ කුරුසියේ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just" defTabSz="402336">
              <a:spcBef>
                <a:spcPts val="800"/>
              </a:spcBef>
              <a:buSzTx/>
              <a:buFont typeface="Wingdings 3"/>
              <a:buNone/>
              <a:defRPr sz="35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විඳි දැඩි ඒ දුකා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just" defTabSz="402336">
              <a:spcBef>
                <a:spcPts val="800"/>
              </a:spcBef>
              <a:buSzTx/>
              <a:buFont typeface="Wingdings 3"/>
              <a:buNone/>
              <a:defRPr sz="35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මෙනෙහි කරන සේ නිරතුරු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just" defTabSz="402336">
              <a:spcBef>
                <a:spcPts val="800"/>
              </a:spcBef>
              <a:buSzTx/>
              <a:buFont typeface="Wingdings 3"/>
              <a:buNone/>
              <a:defRPr sz="352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වරම දෙන් දිනෙන් දින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5" name="TextBox 1"/>
          <p:cNvSpPr txBox="1"/>
          <p:nvPr/>
        </p:nvSpPr>
        <p:spPr>
          <a:xfrm>
            <a:off x="274319" y="228602"/>
            <a:ext cx="1051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526</a:t>
            </a:r>
          </a:p>
        </p:txBody>
      </p:sp>
      <p:sp>
        <p:nvSpPr>
          <p:cNvPr id="6046" name="TextBox 2"/>
          <p:cNvSpPr txBox="1"/>
          <p:nvPr/>
        </p:nvSpPr>
        <p:spPr>
          <a:xfrm>
            <a:off x="502919" y="1066801"/>
            <a:ext cx="8290562" cy="3773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නිසල් ව සැම දෙන දැන්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සිටිනු බොහො බියෙන්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හරිනු සිතින් ලෙවිහි දේ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එයි කිත් සමින්දා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ආසිරි රැගෙන අතිනා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දෙන සේ සිතන්ටා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වඩිනා එතුම හට දැන්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බුහුමන් දෙමු බෝ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8" name="TextBox 1"/>
          <p:cNvSpPr txBox="1"/>
          <p:nvPr/>
        </p:nvSpPr>
        <p:spPr>
          <a:xfrm>
            <a:off x="502919" y="1066802"/>
            <a:ext cx="8290562" cy="5272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රාජාදී රාජ ඉපදී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මරියාවන් කුසින්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දැරූ ලේ මසින් යුත් කයක්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මනු වෙස් ගැනීමෙන්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සාමාදී තුමී වූ ගුණ බෝ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ලැබෙනා ලෙසින් සිත්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වෙන්නේ තමන් දිව් බොදුන්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සැදැහැත් සතන් වෙත්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0" name="TextBox 1"/>
          <p:cNvSpPr txBox="1"/>
          <p:nvPr/>
        </p:nvSpPr>
        <p:spPr>
          <a:xfrm>
            <a:off x="502919" y="1066802"/>
            <a:ext cx="8290562" cy="5272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ආලෝක වන් එ සමිදුන්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සගයෙන් වඩිද්දී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සෙන් පෙළින් පෙළ සිටිත්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 මග දෙපස්හි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ගනදුර මගින් පහව යෙත්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සතුරෝ නොසි යෙත්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සමින් කෙරෙහි අපගේ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සිත් දැන් තබම්මෝ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2" name="TextBox 1"/>
          <p:cNvSpPr txBox="1"/>
          <p:nvPr/>
        </p:nvSpPr>
        <p:spPr>
          <a:xfrm>
            <a:off x="502919" y="1066802"/>
            <a:ext cx="8290562" cy="3773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සේනාවන්ගෙ සමිදු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අති සුද්ද දෙවි තුම්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පිරුණේ තෙදින් සග පොළෝ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වේ වා මහිම බෝ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මුහුණු තමන්ගේ වසමින්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හමුයේහි එ තුමන්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නිතිනා මෙසේ පසසති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කෙරුබිම් ද සෙරපිම්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4" name="Content Placeholder 2"/>
          <p:cNvSpPr txBox="1"/>
          <p:nvPr>
            <p:ph type="body" idx="1"/>
          </p:nvPr>
        </p:nvSpPr>
        <p:spPr>
          <a:xfrm>
            <a:off x="381000" y="834005"/>
            <a:ext cx="8229600" cy="5592765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දහම විලසින්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යටහත් බැතියෙන්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සිහි කරම් නිතින්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බොදුන් ගැනීමෙන්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</a:pPr>
            <a:r>
              <a:t>				</a:t>
            </a:r>
          </a:p>
          <a:p>
            <a:pPr marL="0" indent="0">
              <a:buSzTx/>
              <a:buFont typeface="Wingdings 3"/>
              <a:buNone/>
            </a:pPr>
            <a:r>
              <a:t>				</a:t>
            </a:r>
            <a:r>
              <a:t>	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 නිසා කඩන ලද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</a:pPr>
            <a:r>
              <a:t>				</a:t>
            </a:r>
            <a:r>
              <a:t>	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 සිරුර ද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</a:pPr>
            <a:r>
              <a:t>				</a:t>
            </a:r>
            <a:r>
              <a:t>	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වගුළ රුදිරය ද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</a:pPr>
            <a:r>
              <a:t>				</a:t>
            </a:r>
            <a:r>
              <a:t>	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සිහි කරම් අද </a:t>
            </a:r>
          </a:p>
        </p:txBody>
      </p:sp>
      <p:sp>
        <p:nvSpPr>
          <p:cNvPr id="6055" name="TextBox 1"/>
          <p:cNvSpPr txBox="1"/>
          <p:nvPr/>
        </p:nvSpPr>
        <p:spPr>
          <a:xfrm>
            <a:off x="274319" y="130891"/>
            <a:ext cx="8991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528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7" name="Content Placeholder 2"/>
          <p:cNvSpPr txBox="1"/>
          <p:nvPr>
            <p:ph type="body" idx="1"/>
          </p:nvPr>
        </p:nvSpPr>
        <p:spPr>
          <a:xfrm>
            <a:off x="152400" y="685801"/>
            <a:ext cx="8839200" cy="5592765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ගෙත්සෙමනේ ඒ සටනින් 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ඩාදිය ලෙය මෙන්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වැගුරුණු බැව් ඔබගෙන්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සිහි නො කරම් ද 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</a:pPr>
            <a:r>
              <a:t>				</a:t>
            </a:r>
          </a:p>
          <a:p>
            <a:pPr marL="0" indent="0">
              <a:buSzTx/>
              <a:buFont typeface="Wingdings 3"/>
              <a:buNone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		කල්වරි කුරුසේ දෙස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		මා නෙත් යොමු කරම්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		දෙව් බැටළු පොව් මා නිසා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		පිදුණු බැව් දනිමි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9" name="Content Placeholder 2"/>
          <p:cNvSpPr txBox="1"/>
          <p:nvPr>
            <p:ph type="body" sz="half" idx="1"/>
          </p:nvPr>
        </p:nvSpPr>
        <p:spPr>
          <a:xfrm>
            <a:off x="533400" y="685800"/>
            <a:ext cx="5105400" cy="297180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මනස නිසල් වන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තොල් ද පියැවෙන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තෙදින් එන දින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සිහි කරන්න 				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</a:pPr>
            <a:r>
              <a:t>				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1" name="TextBox 1"/>
          <p:cNvSpPr txBox="1"/>
          <p:nvPr/>
        </p:nvSpPr>
        <p:spPr>
          <a:xfrm>
            <a:off x="350519" y="228602"/>
            <a:ext cx="12039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529</a:t>
            </a:r>
          </a:p>
        </p:txBody>
      </p:sp>
      <p:sp>
        <p:nvSpPr>
          <p:cNvPr id="6062" name="TextBox 2"/>
          <p:cNvSpPr txBox="1"/>
          <p:nvPr/>
        </p:nvSpPr>
        <p:spPr>
          <a:xfrm>
            <a:off x="883919" y="1447799"/>
            <a:ext cx="7147562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වෙහෙසෙන උසුලන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සියල්ලන් මා වෙත එන්න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දෙමි ඔබට නිතින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කියයි</a:t>
            </a:r>
            <a:r>
              <a:t>: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සහනය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4" name="TextBox 1"/>
          <p:cNvSpPr txBox="1"/>
          <p:nvPr/>
        </p:nvSpPr>
        <p:spPr>
          <a:xfrm>
            <a:off x="883919" y="1447799"/>
            <a:ext cx="7147562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විය ගහ උසුලන්න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ආත්ම සහන ලබන්න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පහසු ය මා බර ද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කියයි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සැහැල්ලු ය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6" name="TextBox 1"/>
          <p:cNvSpPr txBox="1"/>
          <p:nvPr/>
        </p:nvSpPr>
        <p:spPr>
          <a:xfrm>
            <a:off x="883919" y="1447799"/>
            <a:ext cx="7147562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 තැනැත්තන් මා වෙත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දමන්නෙමි ඉවත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ඔබ තුළෙහි වෙත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කියයි</a:t>
            </a:r>
            <a:r>
              <a:t>: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මමත් ඇත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8" name="TextBox 1"/>
          <p:cNvSpPr txBox="1"/>
          <p:nvPr/>
        </p:nvSpPr>
        <p:spPr>
          <a:xfrm>
            <a:off x="883919" y="1447799"/>
            <a:ext cx="7147562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සිරුර ආහාරය යි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රුහිර පානය වෙයි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රස විදින්නට ලැබෙයි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කියයි</a:t>
            </a:r>
            <a:r>
              <a:t>: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සජිවය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0" name="TextBox 1"/>
          <p:cNvSpPr txBox="1"/>
          <p:nvPr/>
        </p:nvSpPr>
        <p:spPr>
          <a:xfrm>
            <a:off x="883919" y="1447799"/>
            <a:ext cx="7147562" cy="3570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බුදිනවුන්ට ලැබේ ය 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සදාතන ජීවනය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අමා මහ බෝජනය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කියයි</a:t>
            </a:r>
            <a:r>
              <a:t>: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ඒ මම ය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2" name="TextBox 3"/>
          <p:cNvSpPr txBox="1"/>
          <p:nvPr/>
        </p:nvSpPr>
        <p:spPr>
          <a:xfrm>
            <a:off x="350519" y="304799"/>
            <a:ext cx="143256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530</a:t>
            </a:r>
          </a:p>
        </p:txBody>
      </p:sp>
      <p:sp>
        <p:nvSpPr>
          <p:cNvPr id="6073" name="TextBox 4"/>
          <p:cNvSpPr txBox="1"/>
          <p:nvPr/>
        </p:nvSpPr>
        <p:spPr>
          <a:xfrm>
            <a:off x="1112519" y="1524002"/>
            <a:ext cx="7680962" cy="3322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මුහුණට මුහුණ ලා දකිම්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දිස්නා දේ දැන් අත්දකිම්  මම්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 ප්‍රසාද අත්කර ගනිමි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විඩාව හිමිට බාර දෙම්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5" name="TextBox 1"/>
          <p:cNvSpPr txBox="1"/>
          <p:nvPr/>
        </p:nvSpPr>
        <p:spPr>
          <a:xfrm>
            <a:off x="1112519" y="1524002"/>
            <a:ext cx="7680962" cy="3322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මම් මෙහිදී දෙව් බොදුන් බුදිනෙම් 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මිදී පැන් පානය කරම්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බුමික බර හැරලම්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මිදීම පවින් යලි අත්දැකීම්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7" name="TextBox 1"/>
          <p:cNvSpPr txBox="1"/>
          <p:nvPr/>
        </p:nvSpPr>
        <p:spPr>
          <a:xfrm>
            <a:off x="1112519" y="1524002"/>
            <a:ext cx="7680962" cy="3322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මංගලය යි මේ ගයනා පැය යි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ඉදිරියේ වෙයි අම බොදුන්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එය බුදිමි බුදිමින් වසම්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තෙදැත් පැය නිතින් ගෙන යම්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9" name="TextBox 2"/>
          <p:cNvSpPr txBox="1"/>
          <p:nvPr/>
        </p:nvSpPr>
        <p:spPr>
          <a:xfrm>
            <a:off x="1112519" y="1524002"/>
            <a:ext cx="7680962" cy="3322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 සරණක් නෑ ඔබැර මට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නෑ මුදන්නට බලවත් අතක්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ඔව් සාමිනි සවියෙන් ඔබේ ම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ලැබේ සවිය මා හට උදක්</a:t>
            </a:r>
          </a:p>
        </p:txBody>
      </p:sp>
      <p:sp>
        <p:nvSpPr>
          <p:cNvPr id="6080" name="TextBox 3"/>
          <p:cNvSpPr txBox="1"/>
          <p:nvPr/>
        </p:nvSpPr>
        <p:spPr>
          <a:xfrm>
            <a:off x="4084319" y="219523"/>
            <a:ext cx="1051562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ctr">
              <a:defRPr b="1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2" name="TextBox 1"/>
          <p:cNvSpPr txBox="1"/>
          <p:nvPr/>
        </p:nvSpPr>
        <p:spPr>
          <a:xfrm>
            <a:off x="1112519" y="1524002"/>
            <a:ext cx="7680962" cy="3322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අදමිටු යි මා දමිටු යි ඔබ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ලෙයින් ඔබගේ සේදෙයි පව් හැම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වෙයි සාමිනේ මා වැස්ම ඔබ ම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සාමෙත් සැගැවෙන තැනත් මගේ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4" name="TextBox 1"/>
          <p:cNvSpPr txBox="1"/>
          <p:nvPr/>
        </p:nvSpPr>
        <p:spPr>
          <a:xfrm>
            <a:off x="960119" y="1524002"/>
            <a:ext cx="7833362" cy="3322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එයි මේ ලෙසින් මංගල එකෙකක් 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දැක්වෙයි දෙව් ලෝ මංගල මේ ලෙස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ලැබේ දැනුත් අත්දකින්ට බිදක්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සුමුහිරි දෙව් බොදුන් රස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6" name="TextBox 4"/>
          <p:cNvSpPr txBox="1"/>
          <p:nvPr/>
        </p:nvSpPr>
        <p:spPr>
          <a:xfrm>
            <a:off x="807719" y="533399"/>
            <a:ext cx="128016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531</a:t>
            </a:r>
          </a:p>
        </p:txBody>
      </p:sp>
      <p:sp>
        <p:nvSpPr>
          <p:cNvPr id="6087" name="TextBox 5"/>
          <p:cNvSpPr txBox="1"/>
          <p:nvPr/>
        </p:nvSpPr>
        <p:spPr>
          <a:xfrm>
            <a:off x="1417319" y="1447800"/>
            <a:ext cx="6385562" cy="4973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ය සග බොදුන් 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මාංස  සත් බොදුන් 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ජිවන සත් බොදුනෙත්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ජිවත් වෙමි මා සතතින් 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පුජාවේ බෙලෙන් 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ලබමි සවිය නිතින්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9" name="TextBox 1"/>
          <p:cNvSpPr txBox="1"/>
          <p:nvPr/>
        </p:nvSpPr>
        <p:spPr>
          <a:xfrm>
            <a:off x="1493519" y="1219200"/>
            <a:ext cx="5852162" cy="4973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මිදී වැල ඔබ ය 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ඔබෙන් ගලන ලෙය 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කුසලාන පුරවයි 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තුවාල සුවය දෙයි 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දිවි ඔබ වේවා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 පැහෙම් වා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1" name="TextBox 1"/>
          <p:cNvSpPr txBox="1"/>
          <p:nvPr/>
        </p:nvSpPr>
        <p:spPr>
          <a:xfrm>
            <a:off x="426719" y="304802"/>
            <a:ext cx="1508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532</a:t>
            </a:r>
          </a:p>
        </p:txBody>
      </p:sp>
      <p:sp>
        <p:nvSpPr>
          <p:cNvPr id="6092" name="TextBox 2"/>
          <p:cNvSpPr txBox="1"/>
          <p:nvPr/>
        </p:nvSpPr>
        <p:spPr>
          <a:xfrm>
            <a:off x="883919" y="1219199"/>
            <a:ext cx="7604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 ජේසුස් විමුත් හිමි 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පාපී අප නිසා පිදෙයි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පුජාවත් පුජකයත් වෙයි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පිත් දෙවි සැලසුම් ඒ මැ යි </a:t>
            </a:r>
          </a:p>
        </p:txBody>
      </p:sp>
      <p:sp>
        <p:nvSpPr>
          <p:cNvPr id="6093" name="TextBox 3"/>
          <p:cNvSpPr txBox="1"/>
          <p:nvPr/>
        </p:nvSpPr>
        <p:spPr>
          <a:xfrm>
            <a:off x="883919" y="3886199"/>
            <a:ext cx="5166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සමගින් පිය දෙවිදුන්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සිහසුන් අරා සිටිමින්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මැදහත් කරු විලසින්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අයදියි අප වෙනුවෙන්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5" name="TextBox 1"/>
          <p:cNvSpPr txBox="1"/>
          <p:nvPr/>
        </p:nvSpPr>
        <p:spPr>
          <a:xfrm>
            <a:off x="1036319" y="914399"/>
            <a:ext cx="6537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 සිය පුත් තුලින්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මුළු ලොව සැම සතන්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තම හා සමගි කෙළෙන්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සිත් පිරේ ශාන්තියෙන්</a:t>
            </a:r>
          </a:p>
        </p:txBody>
      </p:sp>
      <p:sp>
        <p:nvSpPr>
          <p:cNvPr id="6096" name="TextBox 2"/>
          <p:cNvSpPr txBox="1"/>
          <p:nvPr/>
        </p:nvSpPr>
        <p:spPr>
          <a:xfrm>
            <a:off x="1036319" y="3505199"/>
            <a:ext cx="6537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නෙත් දෙස පුදසුන්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යොමු වේ අචල බැතින්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රොටි පාන පාත්‍ර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පිළිගනිමු දොහොතින්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8" name="TextBox 1"/>
          <p:cNvSpPr txBox="1"/>
          <p:nvPr/>
        </p:nvSpPr>
        <p:spPr>
          <a:xfrm>
            <a:off x="960119" y="761999"/>
            <a:ext cx="6614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නිසා මා සිරුර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දුනිමි වගුළෙම් රුහිර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පැවැසී බස් සුමිහිර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නැගෙයි සිත් පුබුදු කර</a:t>
            </a:r>
          </a:p>
        </p:txBody>
      </p:sp>
      <p:sp>
        <p:nvSpPr>
          <p:cNvPr id="6099" name="TextBox 3"/>
          <p:cNvSpPr txBox="1"/>
          <p:nvPr/>
        </p:nvSpPr>
        <p:spPr>
          <a:xfrm>
            <a:off x="960119" y="3352799"/>
            <a:ext cx="6614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 සත්කම් අමා බොදුන්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අමා මහා ජිවනේ ඉන්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සහතික කෙරේ නීතියෙන්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සපිරේ අප ආත්ම තොසින්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1" name="TextBox 1"/>
          <p:cNvSpPr txBox="1"/>
          <p:nvPr/>
        </p:nvSpPr>
        <p:spPr>
          <a:xfrm>
            <a:off x="579119" y="609601"/>
            <a:ext cx="12039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534</a:t>
            </a:r>
          </a:p>
        </p:txBody>
      </p:sp>
      <p:sp>
        <p:nvSpPr>
          <p:cNvPr id="6102" name="TextBox 2"/>
          <p:cNvSpPr txBox="1"/>
          <p:nvPr/>
        </p:nvSpPr>
        <p:spPr>
          <a:xfrm>
            <a:off x="960119" y="1523999"/>
            <a:ext cx="72237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මළවුන් කෙරෙන් නැගිට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සිහසුන් පත් වී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නගා සිටුවන් සිය සෙන්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ඔවුන් සුරැකුම වී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අප දිවි බොදුන්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4" name="TextBox 1"/>
          <p:cNvSpPr txBox="1"/>
          <p:nvPr/>
        </p:nvSpPr>
        <p:spPr>
          <a:xfrm>
            <a:off x="1036319" y="1219199"/>
            <a:ext cx="58521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මෙහි යටත් බැහැදැක්මෙන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සිටිමු ගරු පෙමින්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සෑදෑ බෙලෙන් විමසා දැන්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 ගන්ට සමිදුන්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මෙහි ඔබ සිටින්නෙන්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6" name="TextBox 1"/>
          <p:cNvSpPr txBox="1"/>
          <p:nvPr/>
        </p:nvSpPr>
        <p:spPr>
          <a:xfrm>
            <a:off x="1112519" y="1142999"/>
            <a:ext cx="59283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 බෙත්ලෙම්හි සිටි මෙන්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පෙනෙතත් ඔබ දැන්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දැනුත් දෙවි දුතු එහි මෙන්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නමදිත් ගරු බැතින්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අපිත් නමදිමු දැන්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8" name="TextBox 1"/>
          <p:cNvSpPr txBox="1"/>
          <p:nvPr/>
        </p:nvSpPr>
        <p:spPr>
          <a:xfrm>
            <a:off x="1264919" y="1066799"/>
            <a:ext cx="63855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වරක් ඔබ පිදෙමින්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පිදුම් සමාප්ත කෙළෙන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පවතින්නේ නිත් සපිරින්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පිදුම දක්වමින්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මුදයි පව් මලින්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0" name="TextBox 1"/>
          <p:cNvSpPr txBox="1"/>
          <p:nvPr/>
        </p:nvSpPr>
        <p:spPr>
          <a:xfrm>
            <a:off x="1264919" y="914399"/>
            <a:ext cx="63093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දෙවන සග මන්නා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ලේ යුත් ගිරි ගොල්ගොත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මාරු පත් අජ පොව් වනා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නමදිත් සැම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හලෙලුයා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ජයෙන් සග වැඩියා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2" name="TextBox 1"/>
          <p:cNvSpPr txBox="1"/>
          <p:nvPr/>
        </p:nvSpPr>
        <p:spPr>
          <a:xfrm>
            <a:off x="426719" y="381002"/>
            <a:ext cx="12039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549</a:t>
            </a:r>
          </a:p>
        </p:txBody>
      </p:sp>
      <p:sp>
        <p:nvSpPr>
          <p:cNvPr id="6113" name="TextBox 2"/>
          <p:cNvSpPr txBox="1"/>
          <p:nvPr/>
        </p:nvSpPr>
        <p:spPr>
          <a:xfrm>
            <a:off x="731519" y="1676401"/>
            <a:ext cx="7680962" cy="3322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 සුරණේ යටත් අපි ඔබගේ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සිහසුන් වෙත් අයදිමු බැතින්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මෙහි දී දැන් එක් වන දෙදෙනාගේ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සිත් පුරවන් නොවෙනස් පේමයෙන්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5" name="TextBox 1"/>
          <p:cNvSpPr txBox="1"/>
          <p:nvPr/>
        </p:nvSpPr>
        <p:spPr>
          <a:xfrm>
            <a:off x="731519" y="1676401"/>
            <a:ext cx="7680962" cy="3322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ජිවන වන් ඔබ මොවුන්ට සෙත් දී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ඇදහිල්ලේ සුරැක ගෙනයන්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ඉවසීමත් සොම්නසත් පැතුමත් දී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අනුව යන්ට සලසන්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7" name="TextBox 1"/>
          <p:cNvSpPr txBox="1"/>
          <p:nvPr/>
        </p:nvSpPr>
        <p:spPr>
          <a:xfrm>
            <a:off x="731519" y="1676401"/>
            <a:ext cx="7680962" cy="3322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දුරැර සව් කල් සනසන් මොවුන්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සමගිකමෙන් දයාවෙන් සිට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අත් දකින්ට තේජසේ සැප නිතින්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 මොවුන්ට ඔබගේ පිහිට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9" name="Content Placeholder 2"/>
          <p:cNvSpPr txBox="1"/>
          <p:nvPr>
            <p:ph type="body" idx="1"/>
          </p:nvPr>
        </p:nvSpPr>
        <p:spPr>
          <a:xfrm>
            <a:off x="928049" y="750625"/>
            <a:ext cx="7343665" cy="5954976"/>
          </a:xfrm>
          <a:prstGeom prst="rect">
            <a:avLst/>
          </a:prstGeom>
        </p:spPr>
        <p:txBody>
          <a:bodyPr/>
          <a:lstStyle/>
          <a:p>
            <a:pPr marL="0" indent="0" defTabSz="393192">
              <a:spcBef>
                <a:spcPts val="800"/>
              </a:spcBef>
              <a:buSzTx/>
              <a:buFont typeface="Wingdings 3"/>
              <a:buNone/>
              <a:defRPr sz="344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ඔබ රකියි බිය නොවන්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93192">
              <a:spcBef>
                <a:spcPts val="800"/>
              </a:spcBef>
              <a:buSzTx/>
              <a:buFont typeface="Wingdings 3"/>
              <a:buNone/>
              <a:defRPr sz="344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එළියෙත් අදුරෙත් සුරකිමින්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93192">
              <a:spcBef>
                <a:spcPts val="800"/>
              </a:spcBef>
              <a:buSzTx/>
              <a:buFont typeface="Wingdings 3"/>
              <a:buNone/>
              <a:defRPr sz="344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රැක සිටි මුදු ගුණෙන්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93192">
              <a:spcBef>
                <a:spcPts val="800"/>
              </a:spcBef>
              <a:buSzTx/>
              <a:buFont typeface="Wingdings 3"/>
              <a:buNone/>
              <a:defRPr sz="344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ගලවයි ඔබ නොනිසි මගින් </a:t>
            </a:r>
          </a:p>
          <a:p>
            <a:pPr marL="0" indent="0" defTabSz="393192">
              <a:spcBef>
                <a:spcPts val="800"/>
              </a:spcBef>
              <a:buSzTx/>
              <a:buFont typeface="Wingdings 3"/>
              <a:buNone/>
              <a:defRPr sz="2752"/>
            </a:pPr>
          </a:p>
          <a:p>
            <a:pPr marL="0" indent="0" algn="just" defTabSz="393192">
              <a:spcBef>
                <a:spcPts val="800"/>
              </a:spcBef>
              <a:buSzTx/>
              <a:buFont typeface="Wingdings 3"/>
              <a:buNone/>
              <a:defRPr sz="275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හිම්යෙන් දෙව් ඔබ රකියි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just" defTabSz="393192">
              <a:spcBef>
                <a:spcPts val="800"/>
              </a:spcBef>
              <a:buSzTx/>
              <a:buFont typeface="Wingdings 3"/>
              <a:buNone/>
              <a:defRPr sz="275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පියාණන් හා මිදිම්කරුත් හිමි යි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just" defTabSz="393192">
              <a:spcBef>
                <a:spcPts val="800"/>
              </a:spcBef>
              <a:buSzTx/>
              <a:buFont typeface="Wingdings 3"/>
              <a:buNone/>
              <a:defRPr sz="275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හඩට පිළිතුරු දෙයි 	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just" defTabSz="393192">
              <a:spcBef>
                <a:spcPts val="800"/>
              </a:spcBef>
              <a:buSzTx/>
              <a:buFont typeface="Wingdings 3"/>
              <a:buNone/>
              <a:defRPr sz="275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අදහමු හිමි අප රකියි </a:t>
            </a:r>
          </a:p>
        </p:txBody>
      </p:sp>
      <p:sp>
        <p:nvSpPr>
          <p:cNvPr id="6120" name="Rectangle 3"/>
          <p:cNvSpPr txBox="1"/>
          <p:nvPr/>
        </p:nvSpPr>
        <p:spPr>
          <a:xfrm>
            <a:off x="183311" y="255476"/>
            <a:ext cx="90781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550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2" name="Content Placeholder 2"/>
          <p:cNvSpPr txBox="1"/>
          <p:nvPr/>
        </p:nvSpPr>
        <p:spPr>
          <a:xfrm>
            <a:off x="960119" y="609601"/>
            <a:ext cx="7795262" cy="6426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දිවා රැයේ හිමි ඔබ රකියි </a:t>
            </a:r>
            <a:endParaRPr sz="28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දමිටු මංවල උසුලා යයි </a:t>
            </a:r>
            <a:endParaRPr sz="28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එඩේරාත් රැකවල්කරුත් හිමියි </a:t>
            </a:r>
            <a:endParaRPr sz="28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නිසල් දිය අසලින් ගෙන යයි </a:t>
            </a:r>
            <a:endParaRPr sz="2800"/>
          </a:p>
          <a:p>
            <a:pPr>
              <a:lnSpc>
                <a:spcPct val="90000"/>
              </a:lnSpc>
              <a:spcBef>
                <a:spcPts val="1000"/>
              </a:spcBef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</a:t>
            </a:r>
            <a:endParaRPr sz="2800"/>
          </a:p>
          <a:p>
            <a:pPr algn="just">
              <a:lnSpc>
                <a:spcPct val="90000"/>
              </a:lnSpc>
              <a:spcBef>
                <a:spcPts val="1000"/>
              </a:spcBef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හිම්යෙන් දෙව් ඔබ රකියි</a:t>
            </a:r>
            <a:endParaRPr sz="2800"/>
          </a:p>
          <a:p>
            <a:pPr algn="just">
              <a:lnSpc>
                <a:spcPct val="90000"/>
              </a:lnSpc>
              <a:spcBef>
                <a:spcPts val="1000"/>
              </a:spcBef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පියාණන් හා මිදිම්කරුත් හිමි යි </a:t>
            </a:r>
            <a:endParaRPr sz="2800"/>
          </a:p>
          <a:p>
            <a:pPr algn="just">
              <a:lnSpc>
                <a:spcPct val="90000"/>
              </a:lnSpc>
              <a:spcBef>
                <a:spcPts val="1000"/>
              </a:spcBef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හඩට පිළිතුරු දෙයි 	</a:t>
            </a:r>
            <a:endParaRPr sz="2800"/>
          </a:p>
          <a:p>
            <a:pPr algn="just">
              <a:lnSpc>
                <a:spcPct val="90000"/>
              </a:lnSpc>
              <a:spcBef>
                <a:spcPts val="1000"/>
              </a:spcBef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අදහමු හිමි අප රකියි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4" name="Content Placeholder 2"/>
          <p:cNvSpPr txBox="1"/>
          <p:nvPr>
            <p:ph type="body" idx="1"/>
          </p:nvPr>
        </p:nvSpPr>
        <p:spPr>
          <a:xfrm>
            <a:off x="876300" y="556023"/>
            <a:ext cx="7886700" cy="576857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හිමි ඔබ රකියි </a:t>
            </a: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ලෝ නොමැත් සෙත ඔබට දෙයි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කල් ගිය මුත් හිමි ඔබ රකියි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සුවෙන් සග ලොවට ගෙන යයි </a:t>
            </a:r>
            <a:r>
              <a:rPr sz="3200"/>
              <a:t>			</a:t>
            </a:r>
            <a:endParaRPr sz="3200"/>
          </a:p>
          <a:p>
            <a:pPr marL="0" indent="0" algn="just">
              <a:buSzTx/>
              <a:buFont typeface="Wingdings 3"/>
              <a:buNone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හිම්යෙන් දෙව් ඔබ රකියි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just">
              <a:buSzTx/>
              <a:buFont typeface="Wingdings 3"/>
              <a:buNone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පියාණන් හා මිදිම්කරුත් හිමි යි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just">
              <a:buSzTx/>
              <a:buFont typeface="Wingdings 3"/>
              <a:buNone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හඩට පිළිතුරු දෙයි 	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just">
              <a:buSzTx/>
              <a:buFont typeface="Wingdings 3"/>
              <a:buNone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අදහමු හිමි අප රකියි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6" name="TextBox 3"/>
          <p:cNvSpPr txBox="1"/>
          <p:nvPr/>
        </p:nvSpPr>
        <p:spPr>
          <a:xfrm>
            <a:off x="826830" y="1066801"/>
            <a:ext cx="6776086" cy="5901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දාසයා ඔබේ වේ වා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දිනේ සදාතන පියේ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ඔබේ බලය පා නීතියෙන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 හට සෙත සදා දෙමින</a:t>
            </a:r>
          </a:p>
          <a:p>
            <a:pPr>
              <a:defRPr sz="27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27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දෙවිදුන් පිතුත් යටත් සිතින් 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නැමැද යදිමු බැතියෙනා 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මෙතින් බැතින් පෙමින් තුටින් 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ඔබේ දහමෙ තිර කරමින් </a:t>
            </a:r>
          </a:p>
        </p:txBody>
      </p:sp>
      <p:sp>
        <p:nvSpPr>
          <p:cNvPr id="6127" name="Rectangle 1"/>
          <p:cNvSpPr txBox="1"/>
          <p:nvPr/>
        </p:nvSpPr>
        <p:spPr>
          <a:xfrm>
            <a:off x="426721" y="304802"/>
            <a:ext cx="818516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552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9" name="TextBox 3"/>
          <p:cNvSpPr txBox="1"/>
          <p:nvPr/>
        </p:nvSpPr>
        <p:spPr>
          <a:xfrm>
            <a:off x="1341122" y="990601"/>
            <a:ext cx="6900204" cy="5901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දාසයා ඔබේ වේ වා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දිනේ සදාතන පියේ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ඔබේ බලය පා නීතියෙන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 හට සෙත සදා දෙමින</a:t>
            </a:r>
          </a:p>
          <a:p>
            <a:pPr>
              <a:defRPr sz="27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27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සමිදුන් කිතුන් දිමුත් සිතින් 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නැමැද යදිමු අදරිනා 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විමුක්තියෙන් කැළුම් ගුණෙන් 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ඔබේ පෙමයෙ ගුණ වඩමින්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1" name="TextBox 3"/>
          <p:cNvSpPr txBox="1"/>
          <p:nvPr/>
        </p:nvSpPr>
        <p:spPr>
          <a:xfrm>
            <a:off x="1112522" y="914400"/>
            <a:ext cx="6699886" cy="6002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දාසයා ඔබේ වේ වා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දිනේ සදාතන පියේ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ඔබේ බලය පා නීතියෙන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 හට සෙත සදා දෙමින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සුරිදුන් සුදත් පහන් සිතින් 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නැමැද යදිමු නීතියෙනා 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වඩින් තෙදින් තියෙක් මුරුන් 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 බලයෙ පිහිටුවමින්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3" name="TextBox 3"/>
          <p:cNvSpPr txBox="1"/>
          <p:nvPr/>
        </p:nvSpPr>
        <p:spPr>
          <a:xfrm>
            <a:off x="1493519" y="1523999"/>
            <a:ext cx="69951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හිමියෙනි කතා කරන්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මෙහෙකරුට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යොමු ව ඇත මගේ කන්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හඩ අසන්ට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කතා කරන් ස්වාමිනේ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කිම් ද  ඔබ කියන්නේ  </a:t>
            </a:r>
          </a:p>
        </p:txBody>
      </p:sp>
      <p:sp>
        <p:nvSpPr>
          <p:cNvPr id="6134" name="TextBox 5"/>
          <p:cNvSpPr txBox="1"/>
          <p:nvPr/>
        </p:nvSpPr>
        <p:spPr>
          <a:xfrm>
            <a:off x="655319" y="533399"/>
            <a:ext cx="211836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555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6" name="TextBox 2"/>
          <p:cNvSpPr txBox="1"/>
          <p:nvPr/>
        </p:nvSpPr>
        <p:spPr>
          <a:xfrm>
            <a:off x="1417319" y="1066799"/>
            <a:ext cx="64617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හිමියෙනි කතා කරන්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 ම කියා මට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වඩා යුහුව එන මෙන්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 සවිය මා හට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එඩේරා අනුව ම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යන සේ නො රදා ම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8" name="TextBox 1"/>
          <p:cNvSpPr txBox="1"/>
          <p:nvPr/>
        </p:nvSpPr>
        <p:spPr>
          <a:xfrm>
            <a:off x="1264919" y="1219199"/>
            <a:ext cx="66903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හිමියනි කතා කරන්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වටින මුත් මට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සිත්හි මහත් ආසාවන්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දනිත් සොදට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කතා කරන් කුළුණෙන්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සැබෑ සෙත මට දෙන්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0" name="TextBox 2"/>
          <p:cNvSpPr txBox="1"/>
          <p:nvPr/>
        </p:nvSpPr>
        <p:spPr>
          <a:xfrm>
            <a:off x="1264919" y="1142999"/>
            <a:ext cx="67665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හිමියනි කතා කරන්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හඩ ඇසුණා ම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කීකරු සතුටු සිතින්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එන්ට ඔබනුව ම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මෙන්න කන් දී හිදිමි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කතා කරන් මා හිමි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2" name="Content Placeholder 2"/>
          <p:cNvSpPr txBox="1"/>
          <p:nvPr>
            <p:ph type="body" idx="1"/>
          </p:nvPr>
        </p:nvSpPr>
        <p:spPr>
          <a:xfrm>
            <a:off x="457200" y="1371600"/>
            <a:ext cx="8229600" cy="419100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b="1"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ඔබ පැවසූ මෙන්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679450" indent="-679450">
              <a:buSzTx/>
              <a:buFont typeface="Wingdings 3"/>
              <a:buNone/>
              <a:defRPr b="1"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දම් අනුන්ට කියමින්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679450" indent="-679450">
              <a:buSzTx/>
              <a:buFont typeface="Wingdings 3"/>
              <a:buNone/>
              <a:defRPr b="1"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මුළා ව ගිය සව් දනන්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679450" indent="-679450">
              <a:buSzTx/>
              <a:buFont typeface="Wingdings 3"/>
              <a:buNone/>
              <a:defRPr b="1"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සොයන්නට මා පිටත් කරන්</a:t>
            </a:r>
          </a:p>
        </p:txBody>
      </p:sp>
      <p:sp>
        <p:nvSpPr>
          <p:cNvPr id="6143" name="Rectangle 1"/>
          <p:cNvSpPr txBox="1"/>
          <p:nvPr/>
        </p:nvSpPr>
        <p:spPr>
          <a:xfrm>
            <a:off x="586873" y="228599"/>
            <a:ext cx="1183641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556.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Content Placeholder 2"/>
          <p:cNvSpPr txBox="1"/>
          <p:nvPr>
            <p:ph type="body" idx="1"/>
          </p:nvPr>
        </p:nvSpPr>
        <p:spPr>
          <a:xfrm>
            <a:off x="457200" y="990600"/>
            <a:ext cx="8229600" cy="426720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b="1" sz="5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මුළා වුවන් සත් මගට </a:t>
            </a:r>
            <a:endParaRPr sz="4800"/>
          </a:p>
          <a:p>
            <a:pPr marL="914400" indent="-914400">
              <a:buSzTx/>
              <a:buFont typeface="Wingdings 3"/>
              <a:buNone/>
              <a:defRPr b="1"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පෙමින් හරවන්නට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914400" indent="-914400">
              <a:buSzTx/>
              <a:buFont typeface="Wingdings 3"/>
              <a:buNone/>
              <a:defRPr b="1"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දිව් බොදුනින් සපුරන්නට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914400" indent="-914400">
              <a:buSzTx/>
              <a:buFont typeface="Wingdings 3"/>
              <a:buNone/>
              <a:defRPr b="1"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වනු මා හට පිහිට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Content Placeholder 2"/>
          <p:cNvSpPr txBox="1"/>
          <p:nvPr>
            <p:ph type="body" idx="1"/>
          </p:nvPr>
        </p:nvSpPr>
        <p:spPr>
          <a:xfrm>
            <a:off x="457200" y="1219200"/>
            <a:ext cx="8229600" cy="4267200"/>
          </a:xfrm>
          <a:prstGeom prst="rect">
            <a:avLst/>
          </a:prstGeom>
        </p:spPr>
        <p:txBody>
          <a:bodyPr/>
          <a:lstStyle/>
          <a:p>
            <a:pPr>
              <a:buSzTx/>
              <a:buFont typeface="Wingdings 3"/>
              <a:buNone/>
              <a:defRPr b="1" sz="5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ගිරි පිට තිර ලෙදින්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914400" indent="-914400">
              <a:buSzTx/>
              <a:buFont typeface="Wingdings 3"/>
              <a:buNone/>
              <a:defRPr b="1"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 මූදේ ගිලෙනවුන්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914400" indent="-914400">
              <a:buSzTx/>
              <a:buFont typeface="Wingdings 3"/>
              <a:buNone/>
              <a:defRPr b="1"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මුදන්නට සුරත දෙමින්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914400" indent="-914400">
              <a:buSzTx/>
              <a:buFont typeface="Wingdings 3"/>
              <a:buNone/>
              <a:defRPr b="1"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මට වරම් දෙනු නිතින්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Content Placeholder 2"/>
          <p:cNvSpPr txBox="1"/>
          <p:nvPr>
            <p:ph type="body" idx="1"/>
          </p:nvPr>
        </p:nvSpPr>
        <p:spPr>
          <a:xfrm>
            <a:off x="457200" y="1066800"/>
            <a:ext cx="8229600" cy="426720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b="1"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මන පොබයන තෙපුල්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914400" indent="-914400">
              <a:buSzTx/>
              <a:buFont typeface="Wingdings 3"/>
              <a:buNone/>
              <a:defRPr b="1"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කියන්ට දෙන් වරම් සව් කල්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914400" indent="-914400">
              <a:buSzTx/>
              <a:buFont typeface="Wingdings 3"/>
              <a:buNone/>
              <a:defRPr b="1"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අනුන්ට ඔවදන් ළකල්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914400" indent="-914400">
              <a:buSzTx/>
              <a:buFont typeface="Wingdings 3"/>
              <a:buNone/>
              <a:defRPr b="1"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දෙන්ට ම සිත් කරන් විසල්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Content Placeholder 2"/>
          <p:cNvSpPr txBox="1"/>
          <p:nvPr>
            <p:ph type="body" idx="1"/>
          </p:nvPr>
        </p:nvSpPr>
        <p:spPr>
          <a:xfrm>
            <a:off x="457200" y="1066800"/>
            <a:ext cx="8229600" cy="403860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b="1"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දුකැත් දනන් හට යෙහෙන්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914400" indent="-914400">
              <a:buSzTx/>
              <a:buFont typeface="Wingdings 3"/>
              <a:buNone/>
              <a:defRPr b="1"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පවසම් වා බස් සැනසුම්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914400" indent="-914400">
              <a:buSzTx/>
              <a:buFont typeface="Wingdings 3"/>
              <a:buNone/>
              <a:defRPr b="1"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විඩාවුන්ට පිය වදන්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914400" indent="-914400">
              <a:buSzTx/>
              <a:buFont typeface="Wingdings 3"/>
              <a:buNone/>
              <a:defRPr b="1"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කියම් වා සුදත් දෙව් බෙලෙන්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Content Placeholder 2"/>
          <p:cNvSpPr txBox="1"/>
          <p:nvPr>
            <p:ph type="body" idx="1"/>
          </p:nvPr>
        </p:nvSpPr>
        <p:spPr>
          <a:xfrm>
            <a:off x="457200" y="990600"/>
            <a:ext cx="8229600" cy="457200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b="1" sz="5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පෙම් ගුණ අනුන්ට</a:t>
            </a:r>
            <a:endParaRPr sz="4800"/>
          </a:p>
          <a:p>
            <a:pPr marL="914400" indent="-914400">
              <a:buSzTx/>
              <a:buFont typeface="Wingdings 3"/>
              <a:buNone/>
              <a:defRPr b="1"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ආදිරිසයක් වන්නට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914400" indent="-914400">
              <a:buSzTx/>
              <a:buFont typeface="Wingdings 3"/>
              <a:buNone/>
              <a:defRPr b="1"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පැසසුම් වණන්ට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914400" indent="-914400">
              <a:buSzTx/>
              <a:buFont typeface="Wingdings 3"/>
              <a:buNone/>
              <a:defRPr b="1" sz="4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පුරවන් ම සිත් සොදට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5" name="Content Placeholder 2"/>
          <p:cNvSpPr txBox="1"/>
          <p:nvPr>
            <p:ph type="body" idx="1"/>
          </p:nvPr>
        </p:nvSpPr>
        <p:spPr>
          <a:xfrm>
            <a:off x="457200" y="838200"/>
            <a:ext cx="8229600" cy="5410200"/>
          </a:xfrm>
          <a:prstGeom prst="rect">
            <a:avLst/>
          </a:prstGeom>
        </p:spPr>
        <p:txBody>
          <a:bodyPr/>
          <a:lstStyle/>
          <a:p>
            <a:pPr marL="315468" indent="-315468" defTabSz="420623">
              <a:spcBef>
                <a:spcPts val="900"/>
              </a:spcBef>
              <a:buSzTx/>
              <a:buFont typeface="Wingdings 3"/>
              <a:buNone/>
              <a:defRPr b="1" sz="441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තුටු ලෙස යොදන්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1051560" indent="-1051560" defTabSz="420623">
              <a:spcBef>
                <a:spcPts val="900"/>
              </a:spcBef>
              <a:buSzTx/>
              <a:buFont typeface="Wingdings 3"/>
              <a:buNone/>
              <a:defRPr b="1" sz="441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ස්වාමීනි මා නෙක ලෙසින්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1051560" indent="-1051560" defTabSz="420623">
              <a:spcBef>
                <a:spcPts val="900"/>
              </a:spcBef>
              <a:buSzTx/>
              <a:buFont typeface="Wingdings 3"/>
              <a:buNone/>
              <a:defRPr b="1" sz="441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වත මා දෙනෙතින්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1051560" indent="-1051560" defTabSz="420623">
              <a:spcBef>
                <a:spcPts val="900"/>
              </a:spcBef>
              <a:buSzTx/>
              <a:buFont typeface="Wingdings 3"/>
              <a:buNone/>
              <a:defRPr b="1" sz="441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දක්නා තුරු ගොස් මේ ලොවින්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1051560" indent="-1051560" defTabSz="420623">
              <a:spcBef>
                <a:spcPts val="900"/>
              </a:spcBef>
              <a:buSzTx/>
              <a:buFont typeface="Wingdings 3"/>
              <a:buNone/>
              <a:defRPr b="1" sz="2576"/>
            </a:pPr>
          </a:p>
          <a:p>
            <a:pPr marL="1051560" indent="-1051560" defTabSz="420623">
              <a:spcBef>
                <a:spcPts val="900"/>
              </a:spcBef>
              <a:buSzTx/>
              <a:buFont typeface="Wingdings 3"/>
              <a:buNone/>
              <a:defRPr b="1" sz="257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	ෆ්‍රාන්සස් ආර්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හැවර්ගල්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1051560" indent="-1051560" defTabSz="420623">
              <a:spcBef>
                <a:spcPts val="900"/>
              </a:spcBef>
              <a:buSzTx/>
              <a:buFont typeface="Wingdings 3"/>
              <a:buNone/>
              <a:defRPr b="1" sz="257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		පරිවර්තක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එස්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සී</a:t>
            </a:r>
            <a:r>
              <a:t>.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7" name="TextBox 1"/>
          <p:cNvSpPr txBox="1"/>
          <p:nvPr/>
        </p:nvSpPr>
        <p:spPr>
          <a:xfrm>
            <a:off x="350519" y="304802"/>
            <a:ext cx="14325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560</a:t>
            </a:r>
          </a:p>
        </p:txBody>
      </p:sp>
      <p:sp>
        <p:nvSpPr>
          <p:cNvPr id="6158" name="TextBox 2"/>
          <p:cNvSpPr txBox="1"/>
          <p:nvPr/>
        </p:nvSpPr>
        <p:spPr>
          <a:xfrm>
            <a:off x="1493519" y="1219199"/>
            <a:ext cx="6690362" cy="4745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රජ යයි දනිම්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නගා පළ කරම්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 පිට වාසීන්ට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සියලු ජාතින් හට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මිදුම් පෙම පවසම්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පෙම පවසම්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රජ ය යි දනිම්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0" name="TextBox 1"/>
          <p:cNvSpPr txBox="1"/>
          <p:nvPr/>
        </p:nvSpPr>
        <p:spPr>
          <a:xfrm>
            <a:off x="1493519" y="1219199"/>
            <a:ext cx="66903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මිදුම්කරු බැව්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සැම තැන්හි කියමි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දෙවිදුන් මෙත් දයාව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දන්වන්නට යුහුව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විමුත් මං පළ කරම්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රජ යයි කියම්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2" name="TextBox 1"/>
          <p:cNvSpPr txBox="1"/>
          <p:nvPr/>
        </p:nvSpPr>
        <p:spPr>
          <a:xfrm>
            <a:off x="1493519" y="1219199"/>
            <a:ext cx="66903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තුමන් දුන් වදන්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සිත් කා වදින ලෙසින්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සැමට පළ කරම්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විමුක්තිය ඇති බැව්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මහත් හඩින් පවසම්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රජ යයි දනිම්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4" name="TextBox 3"/>
          <p:cNvSpPr txBox="1"/>
          <p:nvPr/>
        </p:nvSpPr>
        <p:spPr>
          <a:xfrm>
            <a:off x="431201" y="279248"/>
            <a:ext cx="10515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562</a:t>
            </a:r>
          </a:p>
        </p:txBody>
      </p:sp>
      <p:sp>
        <p:nvSpPr>
          <p:cNvPr id="6165" name="TextBox 4"/>
          <p:cNvSpPr txBox="1"/>
          <p:nvPr/>
        </p:nvSpPr>
        <p:spPr>
          <a:xfrm>
            <a:off x="1002701" y="956956"/>
            <a:ext cx="7638380" cy="6091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දුතුන්ගෙන් බුහුමන් ලත් සමින්දේ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මිනිස් හට කිම් ද අලේ බැන්දේ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එඩේරකු මෙන් සොයන්නේ මුලාවුන්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කෙලෙසින් වත් කීම නොහැක් මැ 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මුත් දනිම්  ඒ මරියාවන් පුත් බැව්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බෙත්ලෙම් ගාල වී එක ම නිවෙස්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වඩුවකු ව ගාල වී එකම නිවෙස්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වඩුවකු ව නාසරෙත් විසි ය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එසේ ය ලෙව් මිදුම්කරු ආ සේක් ම ය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7" name="TextBox 1"/>
          <p:cNvSpPr txBox="1"/>
          <p:nvPr/>
        </p:nvSpPr>
        <p:spPr>
          <a:xfrm>
            <a:off x="785307" y="990602"/>
            <a:ext cx="7680961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නිහඩ ව ලෝ දුක් සයුර මැදින්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ගෙව්වේ කීසේ වසක් තිස්තුන්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පැළුණේ හද කුරුසියේ කිම්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කෙසෙසින් වත් කීම නම් නොහැක් මැ 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මුත් දනිම් එතුම පව් දුර ලයි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බිදුණු සිත් සැම සුව කරයි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බර ද සැහැල්ලු කර දේ 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එසේ ය ලෙව් මිදුම්කරු මෙහි වේ ය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9" name="TextBox 1"/>
          <p:cNvSpPr txBox="1"/>
          <p:nvPr/>
        </p:nvSpPr>
        <p:spPr>
          <a:xfrm>
            <a:off x="655319" y="685802"/>
            <a:ext cx="81381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ජාතින් සැම කෙසේ දිනා ගනිත්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ලෙව් උරුමේ කෙදින අත් වේ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පෙරාපර පැතුම් කෙසේ  පිරේ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කෙලෙසින් වත්  කීම නොහැක්  මැ 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මුත් දනිම් හිමි තෙද දකිත් සත්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රැස් කරන් එතුමන් අස්වැන්නත්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දින වේ ය සෙත් ලත් තෙදැත් දින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එසේ ය ලෙව් මිදුම්කරු ඒත්තු  ගන්න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1" name="TextBox 1"/>
          <p:cNvSpPr txBox="1"/>
          <p:nvPr/>
        </p:nvSpPr>
        <p:spPr>
          <a:xfrm>
            <a:off x="1036319" y="914402"/>
            <a:ext cx="73761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වදනින් රළ නිසල් වීමත්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ජාතින් එක් වී හිමි නැමදිමත්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බැතින් පෙමින් සව් සිත් පිරි තිබීමත්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කෙලෙසින් වත් කීම නම් නොහැක් මැ 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මුත් දනිමි අහස් කුස තුටු රැව්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දස දහස් දුතුන් ගී නද බැව්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පොළොවේ තරගෙට  පවසත්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එසේ  යලෙව් මිදුම්කරු දැන් රජයත්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3" name="TextBox 3"/>
          <p:cNvSpPr txBox="1"/>
          <p:nvPr/>
        </p:nvSpPr>
        <p:spPr>
          <a:xfrm>
            <a:off x="426719" y="228602"/>
            <a:ext cx="1127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563</a:t>
            </a:r>
          </a:p>
        </p:txBody>
      </p:sp>
      <p:sp>
        <p:nvSpPr>
          <p:cNvPr id="6174" name="TextBox 4"/>
          <p:cNvSpPr txBox="1"/>
          <p:nvPr/>
        </p:nvSpPr>
        <p:spPr>
          <a:xfrm>
            <a:off x="731519" y="1219199"/>
            <a:ext cx="77571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මෙම ලොල් වූ දන රැස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කීම යනු මග බැස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දින දින මෙ සෙන් රැසත්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කිම ද මේ කොලහලත්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 හඩින් ගොස ඇසෙයි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නාසරෙත් යේසුස් මේ මග යයි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6" name="TextBox 3"/>
          <p:cNvSpPr txBox="1"/>
          <p:nvPr/>
        </p:nvSpPr>
        <p:spPr>
          <a:xfrm>
            <a:off x="731519" y="1219199"/>
            <a:ext cx="77571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කව්රු ද මේ යේසුස් තුමන්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රට කලබන තෙදින්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ගලීලයකුට තිර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 කිම් ද මේ නුවර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යලි ද ගොස පැතිරෙයි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නාසරෙත් යේසුස් මේ මග යයි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8" name="TextBox 1"/>
          <p:cNvSpPr txBox="1"/>
          <p:nvPr/>
        </p:nvSpPr>
        <p:spPr>
          <a:xfrm>
            <a:off x="731519" y="1219199"/>
            <a:ext cx="77571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අනගි යේසුස් ම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මනු ලොව වැඩියේ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අඳ ගොළු බිහිරෝ විත්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එතුමන්ගේ සුව ලබත්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 හඩින් තුටු වෙත් මැ 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නාසරෙත් යේසුස් මේ මග යයි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0" name="TextBox 1"/>
          <p:cNvSpPr txBox="1"/>
          <p:nvPr/>
        </p:nvSpPr>
        <p:spPr>
          <a:xfrm>
            <a:off x="731519" y="1219199"/>
            <a:ext cx="77571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අහෝ පව් බර ඇත්තෙනි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සහනය පතමිනි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 හැර මුළා මග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හැරී එව් සමිදුන් වෙත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විමුක්තියේ මග තිර 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නාසරෙත් යේසුස් මේ මග යයි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2" name="TextBox 1"/>
          <p:cNvSpPr txBox="1"/>
          <p:nvPr/>
        </p:nvSpPr>
        <p:spPr>
          <a:xfrm>
            <a:off x="731519" y="1219199"/>
            <a:ext cx="7757162" cy="4522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හඩ අද නෑසුවොත්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සමිදුන් නො පිළිගත්තොත්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 තුම පසු කර යයි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යැදුමෙන් පලක් නැති වෙයි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පමා වුණ යි හඩක් ඇසෙයි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නාසරෙත් යේසුස් තුමා ගිය යි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4" name="Rectangle 1"/>
          <p:cNvSpPr txBox="1"/>
          <p:nvPr/>
        </p:nvSpPr>
        <p:spPr>
          <a:xfrm>
            <a:off x="240038" y="192062"/>
            <a:ext cx="951718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>
              <a:tabLst>
                <a:tab pos="457200" algn="l"/>
              </a:tabLst>
              <a:defRPr b="1"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lvl1pPr>
          </a:lstStyle>
          <a:p>
            <a:pPr/>
            <a:r>
              <a:t>564</a:t>
            </a:r>
          </a:p>
        </p:txBody>
      </p:sp>
      <p:sp>
        <p:nvSpPr>
          <p:cNvPr id="6185" name="Rectangle 2"/>
          <p:cNvSpPr txBox="1"/>
          <p:nvPr/>
        </p:nvSpPr>
        <p:spPr>
          <a:xfrm>
            <a:off x="801295" y="852953"/>
            <a:ext cx="5185803" cy="227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4572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Tn us¥uslreka f,iska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ud ms&lt;s.;a osk ne;ska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is;a bms, .sfhka f;diska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ta nejs uu .hus .Sfhka</a:t>
            </a:r>
          </a:p>
        </p:txBody>
      </p:sp>
      <p:sp>
        <p:nvSpPr>
          <p:cNvPr id="6186" name="Rectangle 1"/>
          <p:cNvSpPr txBox="1"/>
          <p:nvPr/>
        </p:nvSpPr>
        <p:spPr>
          <a:xfrm>
            <a:off x="3825631" y="3458974"/>
            <a:ext cx="4604505" cy="298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4572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mskaj;a od mskaj;a od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fcaiqia uf.a mjs fia¥ od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wjosj wheoskag;a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b.ekajS f;dia jS jikag;a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mskaj;a od mskaj;a od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fcaiqia uf.a mjs fia¥ od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8" name="Rectangle 1"/>
          <p:cNvSpPr txBox="1"/>
          <p:nvPr/>
        </p:nvSpPr>
        <p:spPr>
          <a:xfrm>
            <a:off x="688202" y="908317"/>
            <a:ext cx="5922949" cy="227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4572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ud fmus Tn i;= fjs h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.sjsiqu ;sr fjs h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f;die;a .Sfhka msfrhs jsuka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we;=</a:t>
            </a:r>
            <a:r>
              <a:rPr>
                <a:latin typeface="0KDARALIYA"/>
                <a:ea typeface="0KDARALIYA"/>
                <a:cs typeface="0KDARALIYA"/>
                <a:sym typeface="0KDARALIYA"/>
              </a:rPr>
              <a:t>ˆ</a:t>
            </a:r>
            <a:r>
              <a:t> fjus is;a fiduskiska</a:t>
            </a:r>
          </a:p>
        </p:txBody>
      </p:sp>
      <p:sp>
        <p:nvSpPr>
          <p:cNvPr id="6189" name="Rectangle 1"/>
          <p:cNvSpPr txBox="1"/>
          <p:nvPr/>
        </p:nvSpPr>
        <p:spPr>
          <a:xfrm>
            <a:off x="4312921" y="3523654"/>
            <a:ext cx="4604505" cy="298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4572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mskaj;a od mskaj;a od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fcaiqia uf.a mjs fia¥ od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wjosj wheoskag;a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b.ekajS f;dia jS jikag;a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mskaj;a od mskaj;a od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fcaiqia uf.a mjs fia¥ od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1" name="Rectangle 1"/>
          <p:cNvSpPr txBox="1"/>
          <p:nvPr/>
        </p:nvSpPr>
        <p:spPr>
          <a:xfrm>
            <a:off x="883919" y="809991"/>
            <a:ext cx="5242562" cy="282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tabLst>
                <a:tab pos="4572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ksu hs ksu hs fiajd uy;a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ud ysusf.a hs ysus udf.a 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.sfhus ud lef|js jsg;a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fojs yvg ;=gq jqfKus</a:t>
            </a:r>
          </a:p>
        </p:txBody>
      </p:sp>
      <p:sp>
        <p:nvSpPr>
          <p:cNvPr id="6192" name="Rectangle 1"/>
          <p:cNvSpPr txBox="1"/>
          <p:nvPr/>
        </p:nvSpPr>
        <p:spPr>
          <a:xfrm>
            <a:off x="4312921" y="3523654"/>
            <a:ext cx="4604505" cy="298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4572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mskaj;a od mskaj;a od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fcaiqia uf.a mjs fia¥ od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wjosj wheoskag;a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b.ekajS f;dia jS jikag;a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mskaj;a od mskaj;a od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fcaiqia uf.a mjs fia¥ od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4" name="Rectangle 1"/>
          <p:cNvSpPr txBox="1"/>
          <p:nvPr/>
        </p:nvSpPr>
        <p:spPr>
          <a:xfrm>
            <a:off x="775508" y="908317"/>
            <a:ext cx="5668899" cy="227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4572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iel is; ksi, jka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/foka ysus fj; ks;ska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fkd hj fi;a ,;a ysusf.ka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wh;a jka fojs ysus fmue;a</a:t>
            </a:r>
          </a:p>
        </p:txBody>
      </p:sp>
      <p:sp>
        <p:nvSpPr>
          <p:cNvPr id="6195" name="Rectangle 1"/>
          <p:cNvSpPr txBox="1"/>
          <p:nvPr/>
        </p:nvSpPr>
        <p:spPr>
          <a:xfrm>
            <a:off x="4312921" y="3523654"/>
            <a:ext cx="4604505" cy="298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4572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mskaj;a od mskaj;a od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fcaiqia uf.a mjs fia¥ od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wjosj wheoskag;a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b.ekajS f;dia jS jikag;a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mskaj;a od mskaj;a od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fcaiqia uf.a mjs fia¥ od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7" name="Rectangle 1"/>
          <p:cNvSpPr txBox="1"/>
          <p:nvPr/>
        </p:nvSpPr>
        <p:spPr>
          <a:xfrm>
            <a:off x="773903" y="908317"/>
            <a:ext cx="5687652" cy="227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4572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Wiia i. idlals orhs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ud .sjsiqus ks;a w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ලු</a:t>
            </a:r>
            <a:r>
              <a:t>;a fjhs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fmue;a fi;a ,;a .sjsiqu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jKus f,djska hk f;la u </a:t>
            </a:r>
          </a:p>
        </p:txBody>
      </p:sp>
      <p:sp>
        <p:nvSpPr>
          <p:cNvPr id="6198" name="Rectangle 1"/>
          <p:cNvSpPr txBox="1"/>
          <p:nvPr/>
        </p:nvSpPr>
        <p:spPr>
          <a:xfrm>
            <a:off x="4312921" y="3523654"/>
            <a:ext cx="4604505" cy="298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4572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mskaj;a od mskaj;a od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fcaiqia uf.a mjs fia¥ od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wjosj wheoskag;a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b.ekajS f;dia jS jikag;a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4572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mskaj;a od mskaj;a od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457200" algn="l"/>
              </a:tabLst>
              <a:defRPr sz="3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fcaiqia uf.a mjs fia¥ od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0" name="TextBox 6"/>
          <p:cNvSpPr txBox="1"/>
          <p:nvPr/>
        </p:nvSpPr>
        <p:spPr>
          <a:xfrm>
            <a:off x="274319" y="304802"/>
            <a:ext cx="14325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565</a:t>
            </a:r>
          </a:p>
        </p:txBody>
      </p:sp>
      <p:sp>
        <p:nvSpPr>
          <p:cNvPr id="6201" name="TextBox 7"/>
          <p:cNvSpPr txBox="1"/>
          <p:nvPr/>
        </p:nvSpPr>
        <p:spPr>
          <a:xfrm>
            <a:off x="1341119" y="1143002"/>
            <a:ext cx="68427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කුරුසිය රැගෙන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ජේසුස්නි යටත් සිතින්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ඔබනුව එමි නිතින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දිළිදකු විලසින්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සම්පත් නැත් වුණත් කීම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අලාබයක් නො වේ මැ 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 මගේ නො වේ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මම් ඉතා පොහොසත් මැ යි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3" name="TextBox 1"/>
          <p:cNvSpPr txBox="1"/>
          <p:nvPr/>
        </p:nvSpPr>
        <p:spPr>
          <a:xfrm>
            <a:off x="1341119" y="1143002"/>
            <a:ext cx="68427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ලෝකෙන් වේ බොහෝ ගැරහුම්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වින්දයි ඒ සැම හිමි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මිනිසුන්ගෙන් වේ රැවටුම්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නො රවටයි හිමි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දයා මෙත් යුත් බැල්ම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කෙරේ ඇති කල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සතුරු පිඩා කොහෙත් ම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කරයි මා සසල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5" name="TextBox 1"/>
          <p:cNvSpPr txBox="1"/>
          <p:nvPr/>
        </p:nvSpPr>
        <p:spPr>
          <a:xfrm>
            <a:off x="1341119" y="1143002"/>
            <a:ext cx="68427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පැමිණෙයි දුක් සියල්ල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ළං කරයි මා ඔබට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කරදර වැඩි කල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ඔසවම් නෙත් සගට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ආදරේ මටැත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ලොවට බිය ඇයි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ඔබගෙන් වෙන් වූ සැපත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අහෝ කුමකට ද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7" name="TextBox 1"/>
          <p:cNvSpPr txBox="1"/>
          <p:nvPr/>
        </p:nvSpPr>
        <p:spPr>
          <a:xfrm>
            <a:off x="1341119" y="1143002"/>
            <a:ext cx="68427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ආත්මෙනි මේ මිදීම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පිළිගත් දින පටන්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පැමිණෙන සැම දේ 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ඉවසිල්ලෙන් බාර ගන්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කෙබදු පිය කෙනෙක්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ඔබටැත්තේ සිතන්න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මිදුම්කරු කෙබදු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නිසා මැරුණ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9" name="TextBox 1"/>
          <p:cNvSpPr txBox="1"/>
          <p:nvPr/>
        </p:nvSpPr>
        <p:spPr>
          <a:xfrm>
            <a:off x="1341119" y="1143002"/>
            <a:ext cx="68427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තෙදසින් තෙදසට 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සැදෑහෙන් අයැදුමෙන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දෙවිදුන් මග පෙන්වීම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අනුව ගමන් කරන්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 පිට වන්දනාව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කෙලවර වෙයි සැණෙන්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බලා සිටීම නිම ව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ජය අත් වෙයි සිත් ලෙසින්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1" name="Rectangle 1"/>
          <p:cNvSpPr txBox="1"/>
          <p:nvPr/>
        </p:nvSpPr>
        <p:spPr>
          <a:xfrm>
            <a:off x="579119" y="385397"/>
            <a:ext cx="1127762" cy="63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tabLst>
                <a:tab pos="342900" algn="l"/>
                <a:tab pos="685800" algn="l"/>
              </a:tabLst>
              <a:defRPr b="1" sz="36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lvl1pPr>
          </a:lstStyle>
          <a:p>
            <a:pPr/>
            <a:r>
              <a:t>566</a:t>
            </a:r>
          </a:p>
        </p:txBody>
      </p:sp>
      <p:sp>
        <p:nvSpPr>
          <p:cNvPr id="6212" name="Rectangle 2"/>
          <p:cNvSpPr txBox="1"/>
          <p:nvPr/>
        </p:nvSpPr>
        <p:spPr>
          <a:xfrm>
            <a:off x="1417319" y="1167259"/>
            <a:ext cx="6614162" cy="4968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   fcaiqiaks uu .sjsiafius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	Tn fufylre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	ks;ska ud fj; jika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	ud .=re us;=re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	hqog nsh fkd fjus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	Tn &lt;. we;a kus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	Tn u. fmkajf;d;a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		uu uq&lt;d fkdfjus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4" name="Rectangle 1"/>
          <p:cNvSpPr txBox="1"/>
          <p:nvPr/>
        </p:nvSpPr>
        <p:spPr>
          <a:xfrm>
            <a:off x="2255519" y="1014859"/>
            <a:ext cx="5166362" cy="4968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f,dj ud &lt;. u fjhs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Tn Bg;a &lt;. 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fkdu.g fm&lt;fUhs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/jgs,s osiafjhs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fu ud ;=&lt;;a wjg;a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i;=frda ks;a isgs;a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Tn u &lt;x jS rlska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ud wd;auh ks;ska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6" name="Rectangle 1"/>
          <p:cNvSpPr txBox="1"/>
          <p:nvPr/>
        </p:nvSpPr>
        <p:spPr>
          <a:xfrm>
            <a:off x="2560319" y="1167259"/>
            <a:ext cx="5090162" cy="4968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l;d lrka ijka fous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meyeos,s yvska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oevs is;a fu,a, lrka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flf,ia yv .s,ajka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ud oukh lrka	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is; iqoao lrka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ud wd;auh iqrlska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ysus l;d lrka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8" name="Rectangle 1"/>
          <p:cNvSpPr txBox="1"/>
          <p:nvPr/>
        </p:nvSpPr>
        <p:spPr>
          <a:xfrm>
            <a:off x="2407919" y="1167259"/>
            <a:ext cx="5394962" cy="4968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tkafkda Tn wkqj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Tn yd f;oiska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ji;s hs fmdfrdka¥j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isys lrus ks;ska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us;=re ;=u ysus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Tn .sjsiafius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Tn wkqj tkag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fu;ska jrus ug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0" name="Rectangle 1"/>
          <p:cNvSpPr txBox="1"/>
          <p:nvPr/>
        </p:nvSpPr>
        <p:spPr>
          <a:xfrm>
            <a:off x="2484119" y="816597"/>
            <a:ext cx="5090162" cy="5523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Tn mdo igyka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u; md ;nuska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muKla Tn fnf,ka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hkakg ud .uka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ud le|jka iqr;ska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ord ud &lt;x lrka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.=re foajhsks oeka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3429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i.g ms&lt;s.ka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2" name="Rectangle 1"/>
          <p:cNvSpPr txBox="1"/>
          <p:nvPr/>
        </p:nvSpPr>
        <p:spPr>
          <a:xfrm>
            <a:off x="579119" y="460622"/>
            <a:ext cx="994059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  <a:tab pos="685800" algn="l"/>
              </a:tabLst>
              <a:defRPr sz="12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 </a:t>
            </a:r>
            <a:r>
              <a:rPr b="1" sz="4000"/>
              <a:t>567</a:t>
            </a:r>
          </a:p>
        </p:txBody>
      </p:sp>
      <p:sp>
        <p:nvSpPr>
          <p:cNvPr id="6223" name="Rectangle 2"/>
          <p:cNvSpPr txBox="1"/>
          <p:nvPr/>
        </p:nvSpPr>
        <p:spPr>
          <a:xfrm>
            <a:off x="2255522" y="1091059"/>
            <a:ext cx="4084797" cy="4968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indfjys tl u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moku fcaiqia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lf&lt;a w,q;a uejSu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osfhka yd jokska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if.ka js;a ysus fijS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indj ukd,S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ms¥fjs f,a yd osjS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.kaghs wE us,oS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" name="Rectangle 1"/>
          <p:cNvSpPr txBox="1"/>
          <p:nvPr/>
        </p:nvSpPr>
        <p:spPr>
          <a:xfrm>
            <a:off x="2026919" y="786259"/>
            <a:ext cx="4511587" cy="4968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 indent="228600"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f;dard .;a foi /i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228600"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tl u indj hs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228600"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jsuqla;sfha ikaki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228600"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tl njs;Siauh hs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228600"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tl ysus hs ne;sh 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228600"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tl i;a fnd¥k 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228600"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tl u kuska nqoshs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228600"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tl u me;=u hs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7" name="Rectangle 1"/>
          <p:cNvSpPr txBox="1"/>
          <p:nvPr/>
        </p:nvSpPr>
        <p:spPr>
          <a:xfrm>
            <a:off x="2179320" y="786259"/>
            <a:ext cx="5017949" cy="4968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mSvd yd wiyk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;=&lt;ska uevqK uq;a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jdo ;=&lt;ska fn¥K;a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us;Hdfjka rsfojsj;a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iqo fika ne;ska hosa;a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ch osk m;;a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¥l’ ªr f.jS hhs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wreKq .S kef.hs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9" name="Rectangle 1"/>
          <p:cNvSpPr txBox="1"/>
          <p:nvPr/>
        </p:nvSpPr>
        <p:spPr>
          <a:xfrm>
            <a:off x="2103119" y="862459"/>
            <a:ext cx="4310520" cy="4968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¥lska nrska fmˆK;a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hqo nsh we;;a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ieoE fk;a mskjk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f;oska imsreK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iod iduh msrs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osk n,d isgS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th indfjs chhs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Ydka;sho ta ue hs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1" name="Rectangle 1"/>
          <p:cNvSpPr txBox="1"/>
          <p:nvPr/>
        </p:nvSpPr>
        <p:spPr>
          <a:xfrm>
            <a:off x="2103121" y="710059"/>
            <a:ext cx="4453395" cy="4968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;S tla fojs;a indj;a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tal;ajh u h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fi;a ,;a;ka yd usysrs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ine|shdjla h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ieoeyej;a iqoao fika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iuÕska Wiia ;eka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Tn yd jik fuka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tabLst>
                <a:tab pos="228600" algn="l"/>
                <a:tab pos="685800" algn="l"/>
              </a:tabLst>
              <a:defRPr sz="4000">
                <a:solidFill>
                  <a:srgbClr val="FFFFFF"/>
                </a:solidFill>
                <a:latin typeface="FS-Chami."/>
                <a:ea typeface="FS-Chami."/>
                <a:cs typeface="FS-Chami."/>
                <a:sym typeface="FS-Chami."/>
              </a:defRPr>
            </a:pPr>
            <a:r>
              <a:t>idusks jrus foka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3" name="TextBox 1"/>
          <p:cNvSpPr txBox="1"/>
          <p:nvPr/>
        </p:nvSpPr>
        <p:spPr>
          <a:xfrm>
            <a:off x="350519" y="381002"/>
            <a:ext cx="12801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570</a:t>
            </a:r>
          </a:p>
        </p:txBody>
      </p:sp>
      <p:sp>
        <p:nvSpPr>
          <p:cNvPr id="6234" name="TextBox 2"/>
          <p:cNvSpPr txBox="1"/>
          <p:nvPr/>
        </p:nvSpPr>
        <p:spPr>
          <a:xfrm>
            <a:off x="1036319" y="914402"/>
            <a:ext cx="66141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කැදවයි දැන්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ශ්‍රී ලංකා දනන්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මුදන්නට පවින්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වගුළ ලෙයින්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 ප්‍රේමයෙන්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ඔබටත් සගෙන්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ඉඩමක් නියතින්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වෙයි හිමි ළගින්</a:t>
            </a:r>
          </a:p>
        </p:txBody>
      </p:sp>
      <p:sp>
        <p:nvSpPr>
          <p:cNvPr id="6235" name="TextBox 3"/>
          <p:cNvSpPr txBox="1"/>
          <p:nvPr/>
        </p:nvSpPr>
        <p:spPr>
          <a:xfrm>
            <a:off x="5151119" y="4284552"/>
            <a:ext cx="3947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කැදවයි දැන්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ශ්‍රී ලංකා දනන්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මුදන්නට පවින්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වගුළ ලෙයින්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7" name="TextBox 1"/>
          <p:cNvSpPr txBox="1"/>
          <p:nvPr/>
        </p:nvSpPr>
        <p:spPr>
          <a:xfrm>
            <a:off x="5151119" y="4284552"/>
            <a:ext cx="3947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කැදවයි දැන්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ශ්‍රී ලංකා දනන්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මුදන්නට පවින්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වගුළ ලෙයින්</a:t>
            </a:r>
          </a:p>
        </p:txBody>
      </p:sp>
      <p:sp>
        <p:nvSpPr>
          <p:cNvPr id="6238" name="TextBox 2"/>
          <p:cNvSpPr txBox="1"/>
          <p:nvPr/>
        </p:nvSpPr>
        <p:spPr>
          <a:xfrm>
            <a:off x="883919" y="533401"/>
            <a:ext cx="63093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එතුමන් දයාව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වෙයි එක ලෙස් 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දමිටුවුන් හටත්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අදමිටුන්ටන්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නොමග යනවුන්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වෙත ළං වෙමින්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අනුව එන්න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කියයි පෙමින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0" name="TextBox 1"/>
          <p:cNvSpPr txBox="1"/>
          <p:nvPr/>
        </p:nvSpPr>
        <p:spPr>
          <a:xfrm>
            <a:off x="5151119" y="4284552"/>
            <a:ext cx="3947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කැදවයි දැන්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ශ්‍රී ලංකා දනන්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මුදන්නට පවින්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වගුළ ලෙයින්</a:t>
            </a:r>
          </a:p>
        </p:txBody>
      </p:sp>
      <p:sp>
        <p:nvSpPr>
          <p:cNvPr id="6241" name="TextBox 2"/>
          <p:cNvSpPr txBox="1"/>
          <p:nvPr/>
        </p:nvSpPr>
        <p:spPr>
          <a:xfrm>
            <a:off x="960119" y="838202"/>
            <a:ext cx="54711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ජාති වාද බේද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නො තකියි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ඇති නැතිවුන්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 සේ දකියි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බර උසුලන්නන්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වෙහෙස වන්නන්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කැදවයි දෙවි තුම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දෙයි සැනසුම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3" name="TextBox 1"/>
          <p:cNvSpPr txBox="1"/>
          <p:nvPr/>
        </p:nvSpPr>
        <p:spPr>
          <a:xfrm>
            <a:off x="350519" y="285752"/>
            <a:ext cx="12039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578</a:t>
            </a:r>
          </a:p>
        </p:txBody>
      </p:sp>
      <p:sp>
        <p:nvSpPr>
          <p:cNvPr id="6244" name="TextBox 2"/>
          <p:cNvSpPr txBox="1"/>
          <p:nvPr/>
        </p:nvSpPr>
        <p:spPr>
          <a:xfrm>
            <a:off x="1645919" y="147697"/>
            <a:ext cx="5242562" cy="2278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යි තෙදැති රජ සගේ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ඔබයි පෙමැති රජ ලොවේ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නමදිමු ඔබ දොහොත් නගා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 යේසුනි</a:t>
            </a:r>
          </a:p>
        </p:txBody>
      </p:sp>
      <p:sp>
        <p:nvSpPr>
          <p:cNvPr id="6245" name="TextBox 3"/>
          <p:cNvSpPr txBox="1"/>
          <p:nvPr/>
        </p:nvSpPr>
        <p:spPr>
          <a:xfrm>
            <a:off x="1188719" y="2133601"/>
            <a:ext cx="7604762" cy="5418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නැගෙනහිරෙන් නැගෙන හිරුගෙ </a:t>
            </a:r>
          </a:p>
          <a:p>
            <a:pPr algn="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කිරණ ඔබ හිසේ</a:t>
            </a:r>
          </a:p>
          <a:p>
            <a:pPr algn="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පලදවන්නෙ රජිදුනි මිණි</a:t>
            </a:r>
          </a:p>
          <a:p>
            <a:pPr algn="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කිරුළක් විලසේ</a:t>
            </a:r>
          </a:p>
          <a:p>
            <a:pPr algn="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ළා හිරු රැස් වැදිලා</a:t>
            </a:r>
          </a:p>
          <a:p>
            <a:pPr algn="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පිපෙන කුසුම් පොඩි රැසේ</a:t>
            </a:r>
          </a:p>
          <a:p>
            <a:pPr algn="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පලදවන්නෙ ඔබේ ගෙලේ</a:t>
            </a:r>
          </a:p>
          <a:p>
            <a:pPr algn="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මල් දමක් ලෙසේ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7" name="TextBox 1"/>
          <p:cNvSpPr txBox="1"/>
          <p:nvPr/>
        </p:nvSpPr>
        <p:spPr>
          <a:xfrm>
            <a:off x="1645919" y="147697"/>
            <a:ext cx="5242562" cy="2278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යි තෙදැති රජ සගේ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ඔබයි පෙමැති රජ ලොවේ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නමදිමු ඔබ දොහොත් නගා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 යේසුනි</a:t>
            </a:r>
          </a:p>
        </p:txBody>
      </p:sp>
      <p:sp>
        <p:nvSpPr>
          <p:cNvPr id="6248" name="TextBox 2"/>
          <p:cNvSpPr txBox="1"/>
          <p:nvPr/>
        </p:nvSpPr>
        <p:spPr>
          <a:xfrm>
            <a:off x="1188719" y="2133601"/>
            <a:ext cx="7604762" cy="5418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තුරු ලිය වැල් නලවා </a:t>
            </a:r>
          </a:p>
          <a:p>
            <a:pPr algn="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සොලවා යන ගමනේ</a:t>
            </a:r>
          </a:p>
          <a:p>
            <a:pPr algn="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ඔබේ ඇගේ දැවැටෙන නල</a:t>
            </a:r>
          </a:p>
          <a:p>
            <a:pPr algn="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පවන් සලන්නේ</a:t>
            </a:r>
          </a:p>
          <a:p>
            <a:pPr algn="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තණ අග එල්ලෙමින් සිටින</a:t>
            </a:r>
          </a:p>
          <a:p>
            <a:pPr algn="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පිනි බිදු හිමිදිරි උදේ</a:t>
            </a:r>
          </a:p>
          <a:p>
            <a:pPr algn="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ආසිරි මල් වැසි වරුසා</a:t>
            </a:r>
          </a:p>
          <a:p>
            <a:pPr algn="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සිහිල සදන්නේ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0" name="TextBox 1"/>
          <p:cNvSpPr txBox="1"/>
          <p:nvPr/>
        </p:nvSpPr>
        <p:spPr>
          <a:xfrm>
            <a:off x="1645919" y="147697"/>
            <a:ext cx="5242562" cy="2278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යි තෙදැති රජ සගේ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ඔබයි පෙමැති රජ ලොවේ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නමදිමු ඔබ දොහොත් නගා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 යේසුනි</a:t>
            </a:r>
          </a:p>
        </p:txBody>
      </p:sp>
      <p:sp>
        <p:nvSpPr>
          <p:cNvPr id="6251" name="TextBox 2"/>
          <p:cNvSpPr txBox="1"/>
          <p:nvPr/>
        </p:nvSpPr>
        <p:spPr>
          <a:xfrm>
            <a:off x="1188719" y="2133601"/>
            <a:ext cx="7604762" cy="5418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රංචු රංචු මාලු පැටව්</a:t>
            </a:r>
          </a:p>
          <a:p>
            <a:pPr algn="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පීනලා යති</a:t>
            </a:r>
          </a:p>
          <a:p>
            <a:pPr algn="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පාට පාට සමනලයෝ</a:t>
            </a:r>
          </a:p>
          <a:p>
            <a:pPr algn="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මල් පැණි බොති</a:t>
            </a:r>
          </a:p>
          <a:p>
            <a:pPr algn="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කුරුලු පැටවූ කිචි බිචි</a:t>
            </a:r>
          </a:p>
          <a:p>
            <a:pPr algn="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නද දී පිය</a:t>
            </a:r>
            <a:r>
              <a:rPr>
                <a:latin typeface="FS-Chami."/>
                <a:ea typeface="FS-Chami."/>
                <a:cs typeface="FS-Chami."/>
                <a:sym typeface="FS-Chami."/>
              </a:rPr>
              <a:t>Ud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යතී</a:t>
            </a:r>
          </a:p>
          <a:p>
            <a:pPr algn="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සැම ඔබෙ ගුණ පවසයි</a:t>
            </a:r>
          </a:p>
          <a:p>
            <a:pPr algn="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 යේසුනි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3" name="TextBox 1"/>
          <p:cNvSpPr txBox="1"/>
          <p:nvPr/>
        </p:nvSpPr>
        <p:spPr>
          <a:xfrm>
            <a:off x="1645919" y="147697"/>
            <a:ext cx="5242562" cy="2278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යි තෙදැති රජ සගේ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ඔබයි පෙමැති රජ ලොවේ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නමදිමු ඔබ දොහොත් නගා</a:t>
            </a:r>
          </a:p>
          <a:p>
            <a:pPr>
              <a:defRPr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 යේසුනි</a:t>
            </a:r>
          </a:p>
        </p:txBody>
      </p:sp>
      <p:sp>
        <p:nvSpPr>
          <p:cNvPr id="6254" name="TextBox 2"/>
          <p:cNvSpPr txBox="1"/>
          <p:nvPr/>
        </p:nvSpPr>
        <p:spPr>
          <a:xfrm>
            <a:off x="1188719" y="2133601"/>
            <a:ext cx="7604762" cy="5418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හෝ හඩ ගා මුහුදු රැල්ල</a:t>
            </a:r>
          </a:p>
          <a:p>
            <a:pPr algn="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දිය ඇලි ගංගා</a:t>
            </a:r>
          </a:p>
          <a:p>
            <a:pPr algn="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අහසේ දස අත පාවී</a:t>
            </a:r>
          </a:p>
          <a:p>
            <a:pPr algn="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යන සේද වලා</a:t>
            </a:r>
          </a:p>
          <a:p>
            <a:pPr algn="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මැණික් තාරකා දිලේ</a:t>
            </a:r>
          </a:p>
          <a:p>
            <a:pPr algn="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පිරිවර සේ සද වටේ</a:t>
            </a:r>
          </a:p>
          <a:p>
            <a:pPr algn="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තේජස් බල මහිමය</a:t>
            </a:r>
          </a:p>
          <a:p>
            <a:pPr algn="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ලොවට කියන්නේ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6" name="TextBox 1"/>
          <p:cNvSpPr txBox="1"/>
          <p:nvPr/>
        </p:nvSpPr>
        <p:spPr>
          <a:xfrm>
            <a:off x="426719" y="177226"/>
            <a:ext cx="1127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580</a:t>
            </a:r>
          </a:p>
        </p:txBody>
      </p:sp>
      <p:sp>
        <p:nvSpPr>
          <p:cNvPr id="6257" name="TextBox 2"/>
          <p:cNvSpPr txBox="1"/>
          <p:nvPr/>
        </p:nvSpPr>
        <p:spPr>
          <a:xfrm>
            <a:off x="452119" y="685801"/>
            <a:ext cx="8214362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පුංචි ළමයි ගී දෙත්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දෙවිඳුන් හට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සොම්නසින් පසසත්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සමිඳුන්ට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පුංචි ළමයි වදිත්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නඟමින් දෙ අත්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හිමිගෙන්ම ඉල්ලත්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 ලෙස සෙත්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9" name="TextBox 2"/>
          <p:cNvSpPr txBox="1"/>
          <p:nvPr/>
        </p:nvSpPr>
        <p:spPr>
          <a:xfrm>
            <a:off x="426719" y="457201"/>
            <a:ext cx="8214362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පුංචි දරුවන්ට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බෝම ආදරෙන්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සෙත් සලසන්නට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වඩියි හිමි දැන්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පුංචි දරුවන්ගේ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මුහුණු නිමල්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දකින හිමිගේ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සිත් තොස් වෙයි සව් කල්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1" name="TextBox 2"/>
          <p:cNvSpPr txBox="1"/>
          <p:nvPr/>
        </p:nvSpPr>
        <p:spPr>
          <a:xfrm>
            <a:off x="426719" y="457201"/>
            <a:ext cx="8214362" cy="661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පුංචි හැම ළමයි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සතුටු සොම්නස්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කෙළි සෙල්ලම් හඬින්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කරත් හිමි තොස්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පුංචි දරුවෝ නිත්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නොහරිත්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 තුල මහත්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ආදරේ වඩත්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3" name="TextBox 2"/>
          <p:cNvSpPr txBox="1"/>
          <p:nvPr/>
        </p:nvSpPr>
        <p:spPr>
          <a:xfrm>
            <a:off x="426719" y="457201"/>
            <a:ext cx="8214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අපි පුංචි හැම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බැතින් වසමු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සිතෙහි දෙව් පෙම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නිතින් වඩමු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5" name="TextBox 1"/>
          <p:cNvSpPr txBox="1"/>
          <p:nvPr/>
        </p:nvSpPr>
        <p:spPr>
          <a:xfrm>
            <a:off x="426719" y="177226"/>
            <a:ext cx="1127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582</a:t>
            </a:r>
          </a:p>
        </p:txBody>
      </p:sp>
      <p:sp>
        <p:nvSpPr>
          <p:cNvPr id="6266" name="TextBox 2"/>
          <p:cNvSpPr txBox="1"/>
          <p:nvPr/>
        </p:nvSpPr>
        <p:spPr>
          <a:xfrm>
            <a:off x="579119" y="1219199"/>
            <a:ext cx="8214362" cy="4370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හිරු නැගෑ එනවා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සුළං හමනවා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වැසි වැහලා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ඇල දොළ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ගංගා බැස යනවා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දෙවිදු මැවූ දේ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ලොවට සිරිය දේ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8" name="TextBox 1"/>
          <p:cNvSpPr txBox="1"/>
          <p:nvPr/>
        </p:nvSpPr>
        <p:spPr>
          <a:xfrm>
            <a:off x="579119" y="1219199"/>
            <a:ext cx="8214362" cy="4370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ගස් වැල් වැවිලා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පල බර වෙනවා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මලිති බටිති කොවුල් ගිරා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රෑන් ඇදෙනවා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දෙවිදු මැවූ දේ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ලොවට සිරිය දේ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0" name="TextBox 1"/>
          <p:cNvSpPr txBox="1"/>
          <p:nvPr/>
        </p:nvSpPr>
        <p:spPr>
          <a:xfrm>
            <a:off x="579119" y="1219199"/>
            <a:ext cx="8214362" cy="4370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මල් පුබුදිනවා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රොන් ඉහිරෙනවා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මී මැස්සොයි සමනලයොයි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මල් පැණි බොනවා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දෙවිදු මැවූ දේ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ලොවට සිරිය දේ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2" name="TextBox 4"/>
          <p:cNvSpPr txBox="1"/>
          <p:nvPr/>
        </p:nvSpPr>
        <p:spPr>
          <a:xfrm>
            <a:off x="729288" y="1474618"/>
            <a:ext cx="8061961" cy="4625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සඳ හා තරු වැල් මවලා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ගහ කොළ හා සියොතුන් මවලා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ඇල දොළ ගඟා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සුදු පෙන නන් ගා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ලස්සන මේ ලෝකය නිමවා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6273" name="TextBox 5"/>
          <p:cNvSpPr txBox="1"/>
          <p:nvPr/>
        </p:nvSpPr>
        <p:spPr>
          <a:xfrm>
            <a:off x="426719" y="228599"/>
            <a:ext cx="128016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584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5" name="TextBox 2"/>
          <p:cNvSpPr txBox="1"/>
          <p:nvPr/>
        </p:nvSpPr>
        <p:spPr>
          <a:xfrm>
            <a:off x="1305351" y="1412775"/>
            <a:ext cx="5813218" cy="4681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බෝවිටියා දං හිඹුටු මසං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අඹ දඹ නාරං පැණි රඹුටන්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පලතුරු මවලා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එහි පැණි පුරලා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ලස්සන මේ ලෝකය නිමවා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7" name="TextBox 4"/>
          <p:cNvSpPr txBox="1"/>
          <p:nvPr/>
        </p:nvSpPr>
        <p:spPr>
          <a:xfrm>
            <a:off x="655319" y="381001"/>
            <a:ext cx="8061962" cy="654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බටිති මලිති හා පොල්කිච්චන්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ගිරා කොබෙයියන් කෑදත්තන්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කුරුළු විමානය ලොවක උදානය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ලස්සන මේ ලෝකය නිමවා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පාට පාට රන් සමනලයන්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රෑන රෑන ගුමු මී මැස්සන්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මල් රොන් අරගෙන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මී වද පුරවන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ලස්සන මේ ලෝකය නිමවා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9" name="TextBox 1"/>
          <p:cNvSpPr txBox="1"/>
          <p:nvPr/>
        </p:nvSpPr>
        <p:spPr>
          <a:xfrm>
            <a:off x="579119" y="1219202"/>
            <a:ext cx="82143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රෝස ඩේලි අරලිය සපු මල්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දෑස පිනන නිල කටුරෝලු මල්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නිල්ල් මහනෙල් මල් සමන් පිච්ච මල්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සැම මැව් දෙව් පිය වඳිමු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1" name="TextBox 4"/>
          <p:cNvSpPr txBox="1"/>
          <p:nvPr/>
        </p:nvSpPr>
        <p:spPr>
          <a:xfrm>
            <a:off x="655319" y="1066799"/>
            <a:ext cx="8061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කෙත්වතුවල සුපිපුණු මල් සුළගෙ වැනෙනවා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හිමිගේ මහිමේ සිහින් හඩින් නීති කොදුරනවා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සිත් සනහන කුරුලු පැටව් රස කලතනවා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සුරකින දෙවිදුගෙ ගුණ නිතර ගයනවා </a:t>
            </a:r>
          </a:p>
        </p:txBody>
      </p:sp>
      <p:sp>
        <p:nvSpPr>
          <p:cNvPr id="6282" name="TextBox 5"/>
          <p:cNvSpPr txBox="1"/>
          <p:nvPr/>
        </p:nvSpPr>
        <p:spPr>
          <a:xfrm>
            <a:off x="426719" y="228599"/>
            <a:ext cx="128016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585</a:t>
            </a:r>
          </a:p>
        </p:txBody>
      </p:sp>
      <p:sp>
        <p:nvSpPr>
          <p:cNvPr id="6283" name="TextBox 6"/>
          <p:cNvSpPr txBox="1"/>
          <p:nvPr/>
        </p:nvSpPr>
        <p:spPr>
          <a:xfrm>
            <a:off x="1493519" y="4191000"/>
            <a:ext cx="66141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පුංචි අප ද දෙවිදුගෙ ගුණ නිතර වනනවා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නිතර වනනවා වයා ගයා නටනවා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5" name="TextBox 2"/>
          <p:cNvSpPr txBox="1"/>
          <p:nvPr/>
        </p:nvSpPr>
        <p:spPr>
          <a:xfrm>
            <a:off x="1493519" y="4191000"/>
            <a:ext cx="66141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පුංචි අප ද දෙවිදුගෙ ගුණ නිතර වනනවා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නිතර වනනවා වයා ගයා නටනවා</a:t>
            </a:r>
          </a:p>
        </p:txBody>
      </p:sp>
      <p:sp>
        <p:nvSpPr>
          <p:cNvPr id="6286" name="TextBox 3"/>
          <p:cNvSpPr txBox="1"/>
          <p:nvPr/>
        </p:nvSpPr>
        <p:spPr>
          <a:xfrm>
            <a:off x="579119" y="990599"/>
            <a:ext cx="8138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නැගෙමින් දිවෙමින් හැපෙමින් ගංගා ගලනවා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 තුමාගේ බල පෙන්වා පෙරට ඇදෙනවා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සිත් සුළං ගෙනෙන සයුර රැලි පෙරළනවා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පොළොවේ ලුණු වෙන්න කියා ඔවදන් දෙනවා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8" name="TextBox 2"/>
          <p:cNvSpPr txBox="1"/>
          <p:nvPr/>
        </p:nvSpPr>
        <p:spPr>
          <a:xfrm>
            <a:off x="1493519" y="4191000"/>
            <a:ext cx="66141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පුංචි අප ද දෙවිදුගෙ ගුණ නිතර වනනවා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නිතර වනනවා වයා ගයා නටනවා</a:t>
            </a:r>
          </a:p>
        </p:txBody>
      </p:sp>
      <p:sp>
        <p:nvSpPr>
          <p:cNvPr id="6289" name="TextBox 3"/>
          <p:cNvSpPr txBox="1"/>
          <p:nvPr/>
        </p:nvSpPr>
        <p:spPr>
          <a:xfrm>
            <a:off x="579119" y="838199"/>
            <a:ext cx="8138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අහස් කුසේ දිදුලන තරු සද වට කරලා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අනගි මැවුම් බලා ඉගි පවසනවා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රැයේ අදුර දුරු කරන්ට හද පායනවා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පොළොවේ ආලෝක වන්ට අපට කියනවා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1" name="TextBox 2"/>
          <p:cNvSpPr txBox="1"/>
          <p:nvPr/>
        </p:nvSpPr>
        <p:spPr>
          <a:xfrm>
            <a:off x="1493519" y="4191000"/>
            <a:ext cx="66141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පුංචි අප ද දෙවිදුගෙ ගුණ නිතර වනනවා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නිතර වනනවා වයා ගයා නටනවා</a:t>
            </a:r>
          </a:p>
        </p:txBody>
      </p:sp>
      <p:sp>
        <p:nvSpPr>
          <p:cNvPr id="6292" name="TextBox 3"/>
          <p:cNvSpPr txBox="1"/>
          <p:nvPr/>
        </p:nvSpPr>
        <p:spPr>
          <a:xfrm>
            <a:off x="655319" y="990599"/>
            <a:ext cx="7833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ඈත අහසේ සුනිල් වලාකුළු පාවෙනවා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මුදු මොලොක් ගතිය පෙන්වා දෙනවා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පොළොවේ ඇති ගිමන නිවන වැස්ස වහිනවා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සෙත් ආසිරි ඔබෙන් ලැබෙන බව පවසනවා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4" name="Title 1"/>
          <p:cNvSpPr txBox="1"/>
          <p:nvPr>
            <p:ph type="title"/>
          </p:nvPr>
        </p:nvSpPr>
        <p:spPr>
          <a:xfrm>
            <a:off x="344558" y="397565"/>
            <a:ext cx="8547653" cy="6056244"/>
          </a:xfrm>
          <a:prstGeom prst="rect">
            <a:avLst/>
          </a:prstGeom>
        </p:spPr>
        <p:txBody>
          <a:bodyPr anchor="t"/>
          <a:lstStyle/>
          <a:p>
            <a:pPr defTabSz="406908">
              <a:defRPr sz="4806"/>
            </a:pPr>
            <a:br/>
            <a:r>
              <a:rPr>
                <a:latin typeface="+mj-lt"/>
                <a:ea typeface="+mj-ea"/>
                <a:cs typeface="+mj-cs"/>
                <a:sym typeface="Helvetica"/>
              </a:rPr>
              <a:t>දාවිත් රජ පුරේ වරක්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විය සුළු ගෝහලක්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ඒ හල තුළ වූ මවක්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ඔරුවෙ ක බිලිඳෙක්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මරියාවෝ ඒ මවයි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ක්‍රිස්තුස් බිළිඳු යි</a:t>
            </a:r>
          </a:p>
        </p:txBody>
      </p:sp>
      <p:sp>
        <p:nvSpPr>
          <p:cNvPr id="6295" name="TextBox 2"/>
          <p:cNvSpPr txBox="1"/>
          <p:nvPr/>
        </p:nvSpPr>
        <p:spPr>
          <a:xfrm>
            <a:off x="390279" y="251791"/>
            <a:ext cx="928977" cy="485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595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7" name="Title 1"/>
          <p:cNvSpPr txBox="1"/>
          <p:nvPr>
            <p:ph type="title"/>
          </p:nvPr>
        </p:nvSpPr>
        <p:spPr>
          <a:xfrm>
            <a:off x="344558" y="397565"/>
            <a:ext cx="8547653" cy="6056244"/>
          </a:xfrm>
          <a:prstGeom prst="rect">
            <a:avLst/>
          </a:prstGeom>
        </p:spPr>
        <p:txBody>
          <a:bodyPr anchor="t"/>
          <a:lstStyle/>
          <a:p>
            <a:pPr defTabSz="402336">
              <a:defRPr sz="4224"/>
            </a:pPr>
            <a:br/>
            <a:r>
              <a:rPr>
                <a:latin typeface="+mj-lt"/>
                <a:ea typeface="+mj-ea"/>
                <a:cs typeface="+mj-cs"/>
                <a:sym typeface="Helvetica"/>
              </a:rPr>
              <a:t>වැඩි සේක් දෙවිඳු සගෙන්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සියල්ලෙහි හිමි වන්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නිවහන වී ගෝහලක්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තොටිල්ල වී ඔරුවක්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සමගින් දුගී දන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මිදුම්කරු විසී ය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9" name="Title 1"/>
          <p:cNvSpPr txBox="1"/>
          <p:nvPr>
            <p:ph type="title"/>
          </p:nvPr>
        </p:nvSpPr>
        <p:spPr>
          <a:xfrm>
            <a:off x="628650" y="365128"/>
            <a:ext cx="7886700" cy="6088684"/>
          </a:xfrm>
          <a:prstGeom prst="rect">
            <a:avLst/>
          </a:prstGeom>
        </p:spPr>
        <p:txBody>
          <a:bodyPr anchor="t"/>
          <a:lstStyle/>
          <a:p>
            <a:pPr defTabSz="384047">
              <a:defRPr sz="3024"/>
            </a:pPr>
            <a:br/>
            <a:br/>
            <a:r>
              <a:rPr sz="4032">
                <a:latin typeface="+mj-lt"/>
                <a:ea typeface="+mj-ea"/>
                <a:cs typeface="+mj-cs"/>
                <a:sym typeface="Helvetica"/>
              </a:rPr>
              <a:t>ළමා වියෙහි එතුම</a:t>
            </a:r>
            <a:br>
              <a:rPr sz="4032">
                <a:latin typeface="+mj-lt"/>
                <a:ea typeface="+mj-ea"/>
                <a:cs typeface="+mj-cs"/>
                <a:sym typeface="Helvetica"/>
              </a:rPr>
            </a:br>
            <a:r>
              <a:rPr sz="4032">
                <a:latin typeface="+mj-lt"/>
                <a:ea typeface="+mj-ea"/>
                <a:cs typeface="+mj-cs"/>
                <a:sym typeface="Helvetica"/>
              </a:rPr>
              <a:t>පෙමින් කීකරුකමින්</a:t>
            </a:r>
            <a:br>
              <a:rPr sz="4032">
                <a:latin typeface="+mj-lt"/>
                <a:ea typeface="+mj-ea"/>
                <a:cs typeface="+mj-cs"/>
                <a:sym typeface="Helvetica"/>
              </a:rPr>
            </a:br>
            <a:r>
              <a:rPr sz="4032">
                <a:latin typeface="+mj-lt"/>
                <a:ea typeface="+mj-ea"/>
                <a:cs typeface="+mj-cs"/>
                <a:sym typeface="Helvetica"/>
              </a:rPr>
              <a:t>හැදු වැඩු මව තම</a:t>
            </a:r>
            <a:br>
              <a:rPr sz="4032">
                <a:latin typeface="+mj-lt"/>
                <a:ea typeface="+mj-ea"/>
                <a:cs typeface="+mj-cs"/>
                <a:sym typeface="Helvetica"/>
              </a:rPr>
            </a:br>
            <a:r>
              <a:rPr sz="4032">
                <a:latin typeface="+mj-lt"/>
                <a:ea typeface="+mj-ea"/>
                <a:cs typeface="+mj-cs"/>
                <a:sym typeface="Helvetica"/>
              </a:rPr>
              <a:t>කෙළේ ය අනුගමන්</a:t>
            </a:r>
            <a:br>
              <a:rPr sz="4032">
                <a:latin typeface="+mj-lt"/>
                <a:ea typeface="+mj-ea"/>
                <a:cs typeface="+mj-cs"/>
                <a:sym typeface="Helvetica"/>
              </a:rPr>
            </a:br>
            <a:r>
              <a:rPr sz="4032">
                <a:latin typeface="+mj-lt"/>
                <a:ea typeface="+mj-ea"/>
                <a:cs typeface="+mj-cs"/>
                <a:sym typeface="Helvetica"/>
              </a:rPr>
              <a:t>කිතුනු දරු හැම</a:t>
            </a:r>
            <a:br>
              <a:rPr sz="4032">
                <a:latin typeface="+mj-lt"/>
                <a:ea typeface="+mj-ea"/>
                <a:cs typeface="+mj-cs"/>
                <a:sym typeface="Helvetica"/>
              </a:rPr>
            </a:br>
            <a:r>
              <a:rPr sz="4032">
                <a:latin typeface="+mj-lt"/>
                <a:ea typeface="+mj-ea"/>
                <a:cs typeface="+mj-cs"/>
                <a:sym typeface="Helvetica"/>
              </a:rPr>
              <a:t>කළ යුතු ඒමෙන් ම</a:t>
            </a:r>
            <a:br>
              <a:rPr sz="4032">
                <a:latin typeface="+mj-lt"/>
                <a:ea typeface="+mj-ea"/>
                <a:cs typeface="+mj-cs"/>
                <a:sym typeface="Helvetica"/>
              </a:rPr>
            </a:br>
            <a:r>
              <a:rPr sz="4032"/>
              <a:t>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1" name="Title 1"/>
          <p:cNvSpPr txBox="1"/>
          <p:nvPr>
            <p:ph type="title"/>
          </p:nvPr>
        </p:nvSpPr>
        <p:spPr>
          <a:xfrm>
            <a:off x="628650" y="365128"/>
            <a:ext cx="7886700" cy="6088684"/>
          </a:xfrm>
          <a:prstGeom prst="rect">
            <a:avLst/>
          </a:prstGeom>
        </p:spPr>
        <p:txBody>
          <a:bodyPr anchor="t"/>
          <a:lstStyle/>
          <a:p>
            <a:pPr defTabSz="406908">
              <a:defRPr sz="4806"/>
            </a:pPr>
            <a:br/>
            <a:r>
              <a:rPr>
                <a:latin typeface="+mj-lt"/>
                <a:ea typeface="+mj-ea"/>
                <a:cs typeface="+mj-cs"/>
                <a:sym typeface="Helvetica"/>
              </a:rPr>
              <a:t>සුනිමල් දෙව් දරු තුම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හඩමින් සිනා සෙමින්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අත්දකිමින් දුගීකම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වැඩිණි අප ලෙසින්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හිමි අප වීරයා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දැනුත් සෙත් දෙයි වී දයා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3" name="Title 1"/>
          <p:cNvSpPr txBox="1"/>
          <p:nvPr>
            <p:ph type="title"/>
          </p:nvPr>
        </p:nvSpPr>
        <p:spPr>
          <a:xfrm>
            <a:off x="628650" y="365128"/>
            <a:ext cx="7886700" cy="6088684"/>
          </a:xfrm>
          <a:prstGeom prst="rect">
            <a:avLst/>
          </a:prstGeom>
        </p:spPr>
        <p:txBody>
          <a:bodyPr anchor="t"/>
          <a:lstStyle/>
          <a:p>
            <a:pPr defTabSz="438911">
              <a:defRPr sz="3072"/>
            </a:pPr>
            <a:br/>
            <a:br/>
            <a:r>
              <a:rPr sz="4608">
                <a:latin typeface="+mj-lt"/>
                <a:ea typeface="+mj-ea"/>
                <a:cs typeface="+mj-cs"/>
                <a:sym typeface="Helvetica"/>
              </a:rPr>
              <a:t>ඒ කුමරා මුදු පෙමැත්</a:t>
            </a:r>
            <a:br>
              <a:rPr sz="4608">
                <a:latin typeface="+mj-lt"/>
                <a:ea typeface="+mj-ea"/>
                <a:cs typeface="+mj-cs"/>
                <a:sym typeface="Helvetica"/>
              </a:rPr>
            </a:br>
            <a:r>
              <a:rPr sz="4608">
                <a:latin typeface="+mj-lt"/>
                <a:ea typeface="+mj-ea"/>
                <a:cs typeface="+mj-cs"/>
                <a:sym typeface="Helvetica"/>
              </a:rPr>
              <a:t>සගේ අප හිමි වෙයි</a:t>
            </a:r>
            <a:br>
              <a:rPr sz="4608">
                <a:latin typeface="+mj-lt"/>
                <a:ea typeface="+mj-ea"/>
                <a:cs typeface="+mj-cs"/>
                <a:sym typeface="Helvetica"/>
              </a:rPr>
            </a:br>
            <a:r>
              <a:rPr sz="4608">
                <a:latin typeface="+mj-lt"/>
                <a:ea typeface="+mj-ea"/>
                <a:cs typeface="+mj-cs"/>
                <a:sym typeface="Helvetica"/>
              </a:rPr>
              <a:t>දරුන් හට බෙලෙන් පෙම් යුත්</a:t>
            </a:r>
            <a:br>
              <a:rPr sz="4608">
                <a:latin typeface="+mj-lt"/>
                <a:ea typeface="+mj-ea"/>
                <a:cs typeface="+mj-cs"/>
                <a:sym typeface="Helvetica"/>
              </a:rPr>
            </a:br>
            <a:r>
              <a:rPr sz="4608">
                <a:latin typeface="+mj-lt"/>
                <a:ea typeface="+mj-ea"/>
                <a:cs typeface="+mj-cs"/>
                <a:sym typeface="Helvetica"/>
              </a:rPr>
              <a:t>සග මග දක්වා දෙයි</a:t>
            </a:r>
            <a:br>
              <a:rPr sz="4608">
                <a:latin typeface="+mj-lt"/>
                <a:ea typeface="+mj-ea"/>
                <a:cs typeface="+mj-cs"/>
                <a:sym typeface="Helvetica"/>
              </a:rPr>
            </a:br>
            <a:r>
              <a:rPr sz="4608">
                <a:latin typeface="+mj-lt"/>
                <a:ea typeface="+mj-ea"/>
                <a:cs typeface="+mj-cs"/>
                <a:sym typeface="Helvetica"/>
              </a:rPr>
              <a:t>අන්තිමේ දී එතුමන්</a:t>
            </a:r>
            <a:br>
              <a:rPr sz="4608">
                <a:latin typeface="+mj-lt"/>
                <a:ea typeface="+mj-ea"/>
                <a:cs typeface="+mj-cs"/>
                <a:sym typeface="Helvetica"/>
              </a:rPr>
            </a:br>
            <a:r>
              <a:rPr sz="4608">
                <a:latin typeface="+mj-lt"/>
                <a:ea typeface="+mj-ea"/>
                <a:cs typeface="+mj-cs"/>
                <a:sym typeface="Helvetica"/>
              </a:rPr>
              <a:t>දක්නෙමු අප ඇසින්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5" name="Title 1"/>
          <p:cNvSpPr txBox="1"/>
          <p:nvPr>
            <p:ph type="title"/>
          </p:nvPr>
        </p:nvSpPr>
        <p:spPr>
          <a:xfrm>
            <a:off x="628650" y="365128"/>
            <a:ext cx="7886700" cy="6088684"/>
          </a:xfrm>
          <a:prstGeom prst="rect">
            <a:avLst/>
          </a:prstGeom>
        </p:spPr>
        <p:txBody>
          <a:bodyPr anchor="t"/>
          <a:lstStyle/>
          <a:p>
            <a:pPr defTabSz="406908">
              <a:defRPr sz="4806"/>
            </a:pPr>
            <a:br/>
            <a:r>
              <a:rPr>
                <a:latin typeface="+mj-lt"/>
                <a:ea typeface="+mj-ea"/>
                <a:cs typeface="+mj-cs"/>
                <a:sym typeface="Helvetica"/>
              </a:rPr>
              <a:t>ඒ ගව ලෙනේ හිත් නොවේ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ගවයිනුත් අතරේ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දකින්නෙමු හිමි සගේ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දකුණේ පියාණන්ගේ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දරුවෝ සුදු වතින්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තරු මෙන් වෙත් අවටින්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7" name="TextBox 3"/>
          <p:cNvSpPr txBox="1"/>
          <p:nvPr/>
        </p:nvSpPr>
        <p:spPr>
          <a:xfrm>
            <a:off x="817244" y="634427"/>
            <a:ext cx="746762" cy="1031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600</a:t>
            </a:r>
          </a:p>
        </p:txBody>
      </p:sp>
      <p:sp>
        <p:nvSpPr>
          <p:cNvPr id="6308" name="Rectangle 5"/>
          <p:cNvSpPr txBox="1"/>
          <p:nvPr/>
        </p:nvSpPr>
        <p:spPr>
          <a:xfrm>
            <a:off x="1297577" y="1676401"/>
            <a:ext cx="6766561" cy="3322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හිමි ළමා කාලේ</a:t>
            </a:r>
          </a:p>
          <a:p>
            <a:pPr algn="just"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දුක්පත් ජොසෙප්ගේ පට්ටලේ</a:t>
            </a:r>
          </a:p>
          <a:p>
            <a:pPr algn="just"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 අතින් සුනිමල්</a:t>
            </a:r>
          </a:p>
          <a:p>
            <a:pPr algn="just"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පුංචි වඩු වැඩ කළේ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0" name="Rectangle 4"/>
          <p:cNvSpPr txBox="1"/>
          <p:nvPr/>
        </p:nvSpPr>
        <p:spPr>
          <a:xfrm>
            <a:off x="1341119" y="1828801"/>
            <a:ext cx="6461762" cy="3322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වැඩ හොදින් නිම කළේ</a:t>
            </a:r>
          </a:p>
          <a:p>
            <a:pPr algn="just"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කිසි නරකක් නොකළේ</a:t>
            </a:r>
          </a:p>
          <a:p>
            <a:pPr algn="just"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ඇඳ පුටු වැසූ එළේ</a:t>
            </a:r>
          </a:p>
          <a:p>
            <a:pPr algn="just"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නොතිබිණි  එ පට්ටලේ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2" name="Rectangle 3"/>
          <p:cNvSpPr txBox="1"/>
          <p:nvPr/>
        </p:nvSpPr>
        <p:spPr>
          <a:xfrm>
            <a:off x="1569719" y="1657768"/>
            <a:ext cx="5699762" cy="3322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දුක්පත්කම නිසා මහත්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කම්මැලිකම කර ඉවත්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 ගැට ආව නමුත්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වැඩ කළේ සතුටින් සිත්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4" name="TextBox 3"/>
          <p:cNvSpPr txBox="1"/>
          <p:nvPr/>
        </p:nvSpPr>
        <p:spPr>
          <a:xfrm>
            <a:off x="274319" y="152401"/>
            <a:ext cx="12039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605</a:t>
            </a:r>
          </a:p>
        </p:txBody>
      </p:sp>
      <p:sp>
        <p:nvSpPr>
          <p:cNvPr id="6315" name="TextBox 4"/>
          <p:cNvSpPr txBox="1"/>
          <p:nvPr/>
        </p:nvSpPr>
        <p:spPr>
          <a:xfrm>
            <a:off x="495992" y="1219202"/>
            <a:ext cx="58521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ස්වාමිනි දිනෙන් දින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සුමග මට පෙන්වන්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නිමල් දිවි ගෙන යන්න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යුතු දෙය උගන්වන්</a:t>
            </a:r>
          </a:p>
        </p:txBody>
      </p:sp>
      <p:sp>
        <p:nvSpPr>
          <p:cNvPr id="6316" name="TextBox 5"/>
          <p:cNvSpPr txBox="1"/>
          <p:nvPr/>
        </p:nvSpPr>
        <p:spPr>
          <a:xfrm>
            <a:off x="3862647" y="3810001"/>
            <a:ext cx="4937761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විපතේ දී සවියත්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 බැව් මිදුමත්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දන්වා දෙන් සුරැකුමත්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පෙම්හි නවතැනත්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" name="TextBox 3"/>
          <p:cNvSpPr txBox="1"/>
          <p:nvPr/>
        </p:nvSpPr>
        <p:spPr>
          <a:xfrm>
            <a:off x="495992" y="1219202"/>
            <a:ext cx="58521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පරික්සාවට නැමෙත්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 නැණ හා සවියත්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මා තනි වුවත්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වසන් ඔබ</a:t>
            </a:r>
            <a:r>
              <a:t>’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තින් බලැත්</a:t>
            </a:r>
          </a:p>
        </p:txBody>
      </p:sp>
      <p:sp>
        <p:nvSpPr>
          <p:cNvPr id="6319" name="TextBox 4"/>
          <p:cNvSpPr txBox="1"/>
          <p:nvPr/>
        </p:nvSpPr>
        <p:spPr>
          <a:xfrm>
            <a:off x="3862647" y="3810001"/>
            <a:ext cx="4937761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ඉපිලෙත් මා සොම්නසින්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සිහි කරවන්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පෙම්වත් බැව් මා පියාණන්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 සිත් පිරෙයි තුටින්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1" name="TextBox 3"/>
          <p:cNvSpPr txBox="1"/>
          <p:nvPr/>
        </p:nvSpPr>
        <p:spPr>
          <a:xfrm>
            <a:off x="495992" y="1219202"/>
            <a:ext cx="58521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අමාරු වැඩ තොසින්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කරන්ට පිහිට වන්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වේදනා දුක් දරමින්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ඉවසන්ට උදව් දෙන්</a:t>
            </a:r>
          </a:p>
        </p:txBody>
      </p:sp>
      <p:sp>
        <p:nvSpPr>
          <p:cNvPr id="6322" name="TextBox 4"/>
          <p:cNvSpPr txBox="1"/>
          <p:nvPr/>
        </p:nvSpPr>
        <p:spPr>
          <a:xfrm>
            <a:off x="3862647" y="3810001"/>
            <a:ext cx="4937761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යහපතත් දිප්තියත්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තේරුම් ගන්ට සලසන්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නද තොසින් යුත්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ඇසෙන්ට පිහිට වන්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4" name="TextBox 3"/>
          <p:cNvSpPr txBox="1"/>
          <p:nvPr/>
        </p:nvSpPr>
        <p:spPr>
          <a:xfrm>
            <a:off x="274319" y="152401"/>
            <a:ext cx="12039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607</a:t>
            </a:r>
          </a:p>
        </p:txBody>
      </p:sp>
      <p:sp>
        <p:nvSpPr>
          <p:cNvPr id="6325" name="TextBox 4"/>
          <p:cNvSpPr txBox="1"/>
          <p:nvPr/>
        </p:nvSpPr>
        <p:spPr>
          <a:xfrm>
            <a:off x="495992" y="1219202"/>
            <a:ext cx="58521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පොරණේ සිටියේ උතුමෙක්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එතුමා බලැති රජෙකි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නැත් ම ය කියන්ට කැළලක්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සත මුදන කෙනෙකි</a:t>
            </a:r>
          </a:p>
        </p:txBody>
      </p:sp>
      <p:sp>
        <p:nvSpPr>
          <p:cNvPr id="6326" name="TextBox 5"/>
          <p:cNvSpPr txBox="1"/>
          <p:nvPr/>
        </p:nvSpPr>
        <p:spPr>
          <a:xfrm>
            <a:off x="4465321" y="4343400"/>
            <a:ext cx="4321234" cy="2180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එතුමා</a:t>
            </a:r>
            <a:r>
              <a:t>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කව්රු ද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සිරි සෙත් දෙන උතුමා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එතුමා</a:t>
            </a:r>
            <a:r>
              <a:t>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කව්රු ද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රූබර පෙම්බර උතුමා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" name="TextBox 3"/>
          <p:cNvSpPr txBox="1"/>
          <p:nvPr/>
        </p:nvSpPr>
        <p:spPr>
          <a:xfrm>
            <a:off x="495992" y="1219202"/>
            <a:ext cx="58521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මව් පියන් මෙන් මව්පියන්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ඇතුව යි සිටියේ එතුමා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හැර සබදුන් ද නෑයන්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සමග යි විසුවේ එතුමා</a:t>
            </a:r>
          </a:p>
        </p:txBody>
      </p:sp>
      <p:sp>
        <p:nvSpPr>
          <p:cNvPr id="6329" name="TextBox 4"/>
          <p:cNvSpPr txBox="1"/>
          <p:nvPr/>
        </p:nvSpPr>
        <p:spPr>
          <a:xfrm>
            <a:off x="4465321" y="4343400"/>
            <a:ext cx="4321234" cy="2180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එතුමා</a:t>
            </a:r>
            <a:r>
              <a:t>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කව්රු ද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සිරි සෙත් දෙන උතුමා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එතුමා</a:t>
            </a:r>
            <a:r>
              <a:t>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කව්රු ද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රූබර පෙම්බර උතුමා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1" name="TextBox 3"/>
          <p:cNvSpPr txBox="1"/>
          <p:nvPr/>
        </p:nvSpPr>
        <p:spPr>
          <a:xfrm>
            <a:off x="495992" y="1219202"/>
            <a:ext cx="58521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මිතුරන් සතුරන් සමගින්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 සේ කල් ඇර සොදට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සැපතත් සම්පතත් හරිමින්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විසුවේ වැඩ වී සැමට</a:t>
            </a:r>
          </a:p>
        </p:txBody>
      </p:sp>
      <p:sp>
        <p:nvSpPr>
          <p:cNvPr id="6332" name="TextBox 4"/>
          <p:cNvSpPr txBox="1"/>
          <p:nvPr/>
        </p:nvSpPr>
        <p:spPr>
          <a:xfrm>
            <a:off x="4465321" y="4343400"/>
            <a:ext cx="4321234" cy="2180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එතුමා</a:t>
            </a:r>
            <a:r>
              <a:t>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ම යි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රජුන්ගේ රජ වන හිමි යි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අපගේ</a:t>
            </a:r>
            <a:r>
              <a:t>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මිතුර යි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කරමු සේවය එතුමන්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4" name="TextBox 3"/>
          <p:cNvSpPr txBox="1"/>
          <p:nvPr/>
        </p:nvSpPr>
        <p:spPr>
          <a:xfrm>
            <a:off x="495992" y="1219202"/>
            <a:ext cx="5852162" cy="2427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සැම කරමින් අග දී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සත ගලවා ගන්නට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තමන් ම පිදෙමින් පණ දී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මිදුම සැලසී සැමට</a:t>
            </a:r>
          </a:p>
        </p:txBody>
      </p:sp>
      <p:sp>
        <p:nvSpPr>
          <p:cNvPr id="6335" name="TextBox 4"/>
          <p:cNvSpPr txBox="1"/>
          <p:nvPr/>
        </p:nvSpPr>
        <p:spPr>
          <a:xfrm>
            <a:off x="4465321" y="4343400"/>
            <a:ext cx="4321234" cy="2180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එතුමා</a:t>
            </a:r>
            <a:r>
              <a:t>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ම යි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රජුන්ගේ රජ වන හිමි යි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අපගේ</a:t>
            </a:r>
            <a:r>
              <a:t>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මිතුර යි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කරමු සේවය එතුමන්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7" name="Content Placeholder 2"/>
          <p:cNvSpPr txBox="1"/>
          <p:nvPr>
            <p:ph type="body" idx="1"/>
          </p:nvPr>
        </p:nvSpPr>
        <p:spPr>
          <a:xfrm>
            <a:off x="457200" y="304801"/>
            <a:ext cx="8229600" cy="5821365"/>
          </a:xfrm>
          <a:prstGeom prst="rect">
            <a:avLst/>
          </a:prstGeom>
        </p:spPr>
        <p:txBody>
          <a:bodyPr/>
          <a:lstStyle/>
          <a:p>
            <a:pPr marL="0" indent="0" defTabSz="452627">
              <a:spcBef>
                <a:spcPts val="900"/>
              </a:spcBef>
              <a:buSzTx/>
              <a:buFont typeface="Wingdings 3"/>
              <a:buNone/>
              <a:defRPr b="1" sz="3959"/>
            </a:pPr>
            <a:r>
              <a:t>610</a:t>
            </a:r>
          </a:p>
          <a:p>
            <a:pPr marL="0" indent="0" defTabSz="452627">
              <a:spcBef>
                <a:spcPts val="900"/>
              </a:spcBef>
              <a:buSzTx/>
              <a:buFont typeface="Wingdings 3"/>
              <a:buNone/>
              <a:defRPr sz="1782"/>
            </a:pPr>
          </a:p>
          <a:p>
            <a:pPr marL="0" indent="0" defTabSz="452627">
              <a:spcBef>
                <a:spcPts val="900"/>
              </a:spcBef>
              <a:buSzTx/>
              <a:buFont typeface="Wingdings 3"/>
              <a:buNone/>
              <a:defRPr sz="356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කොටලුවකුගේ පිට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52627">
              <a:spcBef>
                <a:spcPts val="900"/>
              </a:spcBef>
              <a:buSzTx/>
              <a:buFont typeface="Wingdings 3"/>
              <a:buNone/>
              <a:defRPr sz="356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නැගී දෙව් මැදුරට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52627">
              <a:spcBef>
                <a:spcPts val="900"/>
              </a:spcBef>
              <a:buSzTx/>
              <a:buFont typeface="Wingdings 3"/>
              <a:buNone/>
              <a:defRPr sz="356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පෙරහරින් වඩිනට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52627">
              <a:spcBef>
                <a:spcPts val="900"/>
              </a:spcBef>
              <a:buSzTx/>
              <a:buFont typeface="Wingdings 3"/>
              <a:buNone/>
              <a:defRPr sz="356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ගමන් ගත් රජු හට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52627">
              <a:spcBef>
                <a:spcPts val="900"/>
              </a:spcBef>
              <a:buSzTx/>
              <a:buFont typeface="Wingdings 3"/>
              <a:buNone/>
              <a:defRPr sz="356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හෝසන්නා වේ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52627">
              <a:spcBef>
                <a:spcPts val="900"/>
              </a:spcBef>
              <a:buSzTx/>
              <a:buFont typeface="Wingdings 3"/>
              <a:buNone/>
              <a:defRPr sz="356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කියමු දැන් ගී නදින්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9" name="Content Placeholder 2"/>
          <p:cNvSpPr txBox="1"/>
          <p:nvPr>
            <p:ph type="body" idx="1"/>
          </p:nvPr>
        </p:nvSpPr>
        <p:spPr>
          <a:xfrm>
            <a:off x="457200" y="990600"/>
            <a:ext cx="8229600" cy="4876801"/>
          </a:xfrm>
          <a:prstGeom prst="rect">
            <a:avLst/>
          </a:prstGeom>
        </p:spPr>
        <p:txBody>
          <a:bodyPr/>
          <a:lstStyle/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32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 ගනන් සෙනග ද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32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 සළු ගෙන</a:t>
            </a:r>
            <a:r>
              <a:t>’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තින්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32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අතුරමින් සෙද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32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 පසු ගයමින්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32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හොසන්නා වේ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3239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පතුරත් ජය ගොසින්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1479">
              <a:spcBef>
                <a:spcPts val="900"/>
              </a:spcBef>
              <a:buSzTx/>
              <a:buFont typeface="Wingdings 3"/>
              <a:buNone/>
              <a:defRPr sz="3239"/>
            </a:pPr>
            <a: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1" name="Content Placeholder 2"/>
          <p:cNvSpPr txBox="1"/>
          <p:nvPr>
            <p:ph type="body" idx="1"/>
          </p:nvPr>
        </p:nvSpPr>
        <p:spPr>
          <a:xfrm>
            <a:off x="457200" y="990600"/>
            <a:ext cx="8229600" cy="4495800"/>
          </a:xfrm>
          <a:prstGeom prst="rect">
            <a:avLst/>
          </a:prstGeom>
        </p:spPr>
        <p:txBody>
          <a:bodyPr/>
          <a:lstStyle/>
          <a:p>
            <a:pPr marL="0" indent="0" defTabSz="438911">
              <a:spcBef>
                <a:spcPts val="900"/>
              </a:spcBef>
              <a:buSzTx/>
              <a:buFont typeface="Wingdings 3"/>
              <a:buNone/>
              <a:defRPr sz="3455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බාල දරු කැල සොද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38911">
              <a:spcBef>
                <a:spcPts val="900"/>
              </a:spcBef>
              <a:buSzTx/>
              <a:buFont typeface="Wingdings 3"/>
              <a:buNone/>
              <a:defRPr sz="3455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විමන් තුළ සිට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38911">
              <a:spcBef>
                <a:spcPts val="900"/>
              </a:spcBef>
              <a:buSzTx/>
              <a:buFont typeface="Wingdings 3"/>
              <a:buNone/>
              <a:defRPr sz="3455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නැගු හඩ මනනද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38911">
              <a:spcBef>
                <a:spcPts val="900"/>
              </a:spcBef>
              <a:buSzTx/>
              <a:buFont typeface="Wingdings 3"/>
              <a:buNone/>
              <a:defRPr sz="3455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දාවිත්ගේ පුතු හට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38911">
              <a:spcBef>
                <a:spcPts val="900"/>
              </a:spcBef>
              <a:buSzTx/>
              <a:buFont typeface="Wingdings 3"/>
              <a:buNone/>
              <a:defRPr sz="3455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හොසන්නා වේ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38911">
              <a:spcBef>
                <a:spcPts val="900"/>
              </a:spcBef>
              <a:buSzTx/>
              <a:buFont typeface="Wingdings 3"/>
              <a:buNone/>
              <a:defRPr sz="3455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අසමු ගීත හඬ</a:t>
            </a:r>
            <a: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3" name="Content Placeholder 2"/>
          <p:cNvSpPr txBox="1"/>
          <p:nvPr>
            <p:ph type="body" idx="1"/>
          </p:nvPr>
        </p:nvSpPr>
        <p:spPr>
          <a:xfrm>
            <a:off x="457200" y="1066800"/>
            <a:ext cx="8229600" cy="4419600"/>
          </a:xfrm>
          <a:prstGeom prst="rect">
            <a:avLst/>
          </a:prstGeom>
        </p:spPr>
        <p:txBody>
          <a:bodyPr/>
          <a:lstStyle/>
          <a:p>
            <a:pPr marL="0" indent="0" defTabSz="425195">
              <a:spcBef>
                <a:spcPts val="900"/>
              </a:spcBef>
              <a:buSzTx/>
              <a:buFont typeface="Wingdings 3"/>
              <a:buNone/>
              <a:defRPr sz="33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එදා බාලයන්ගේ මුවින්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25195">
              <a:spcBef>
                <a:spcPts val="900"/>
              </a:spcBef>
              <a:buSzTx/>
              <a:buFont typeface="Wingdings 3"/>
              <a:buNone/>
              <a:defRPr sz="33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පසස් ලත් හිමිට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25195">
              <a:spcBef>
                <a:spcPts val="900"/>
              </a:spcBef>
              <a:buSzTx/>
              <a:buFont typeface="Wingdings 3"/>
              <a:buNone/>
              <a:defRPr sz="33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හැම සිත් සොම්නසින්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25195">
              <a:spcBef>
                <a:spcPts val="900"/>
              </a:spcBef>
              <a:buSzTx/>
              <a:buFont typeface="Wingdings 3"/>
              <a:buNone/>
              <a:defRPr sz="33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නගමු හ</a:t>
            </a:r>
            <a:r>
              <a:rPr>
                <a:latin typeface="Iskoola Pota"/>
                <a:ea typeface="Iskoola Pota"/>
                <a:cs typeface="Iskoola Pota"/>
                <a:sym typeface="Iskoola Pota"/>
              </a:rPr>
              <a:t>ඬ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තුට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25195">
              <a:spcBef>
                <a:spcPts val="900"/>
              </a:spcBef>
              <a:buSzTx/>
              <a:buFont typeface="Wingdings 3"/>
              <a:buNone/>
              <a:defRPr sz="33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හොසන්නා වේ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25195">
              <a:spcBef>
                <a:spcPts val="900"/>
              </a:spcBef>
              <a:buSzTx/>
              <a:buFont typeface="Wingdings 3"/>
              <a:buNone/>
              <a:defRPr sz="33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ගයමු වැද බැතින්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5" name="Content Placeholder 2"/>
          <p:cNvSpPr txBox="1"/>
          <p:nvPr>
            <p:ph type="body" idx="1"/>
          </p:nvPr>
        </p:nvSpPr>
        <p:spPr>
          <a:xfrm>
            <a:off x="457200" y="152400"/>
            <a:ext cx="8229600" cy="6553200"/>
          </a:xfrm>
          <a:prstGeom prst="rect">
            <a:avLst/>
          </a:prstGeom>
        </p:spPr>
        <p:txBody>
          <a:bodyPr/>
          <a:lstStyle/>
          <a:p>
            <a:pPr marL="0" indent="0" defTabSz="425195">
              <a:spcBef>
                <a:spcPts val="900"/>
              </a:spcBef>
              <a:buSzTx/>
              <a:buFont typeface="Wingdings 3"/>
              <a:buNone/>
              <a:defRPr sz="3348"/>
            </a:pPr>
            <a:r>
              <a:t>611</a:t>
            </a:r>
          </a:p>
          <a:p>
            <a:pPr marL="0" indent="0" defTabSz="425195">
              <a:spcBef>
                <a:spcPts val="900"/>
              </a:spcBef>
              <a:buSzTx/>
              <a:buFont typeface="Wingdings 3"/>
              <a:buNone/>
              <a:defRPr sz="33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ඇත්තේ හෙළක් බොහෝ ඈතින්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25195">
              <a:spcBef>
                <a:spcPts val="900"/>
              </a:spcBef>
              <a:buSzTx/>
              <a:buFont typeface="Wingdings 3"/>
              <a:buNone/>
              <a:defRPr sz="33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නුවරින් පිටත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25195">
              <a:spcBef>
                <a:spcPts val="900"/>
              </a:spcBef>
              <a:buSzTx/>
              <a:buFont typeface="Wingdings 3"/>
              <a:buNone/>
              <a:defRPr sz="33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පෙම්වත් හිමි එහි මළේ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25195">
              <a:spcBef>
                <a:spcPts val="900"/>
              </a:spcBef>
              <a:buSzTx/>
              <a:buFont typeface="Wingdings 3"/>
              <a:buNone/>
              <a:defRPr sz="33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කුරුසිය මත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25195">
              <a:spcBef>
                <a:spcPts val="900"/>
              </a:spcBef>
              <a:buSzTx/>
              <a:buFont typeface="Wingdings 3"/>
              <a:buNone/>
              <a:defRPr sz="33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කොපමණ දුක් වේදනා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25195">
              <a:spcBef>
                <a:spcPts val="900"/>
              </a:spcBef>
              <a:buSzTx/>
              <a:buFont typeface="Wingdings 3"/>
              <a:buNone/>
              <a:defRPr sz="33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වින්දේ ද එතුමා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25195">
              <a:spcBef>
                <a:spcPts val="900"/>
              </a:spcBef>
              <a:buSzTx/>
              <a:buFont typeface="Wingdings 3"/>
              <a:buNone/>
              <a:defRPr sz="33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වින්දේ සියලු ගාවිනා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25195">
              <a:spcBef>
                <a:spcPts val="900"/>
              </a:spcBef>
              <a:buSzTx/>
              <a:buFont typeface="Wingdings 3"/>
              <a:buNone/>
              <a:defRPr sz="33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නිසයි අප සැමා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7" name="Content Placeholder 2"/>
          <p:cNvSpPr txBox="1"/>
          <p:nvPr>
            <p:ph type="body" idx="1"/>
          </p:nvPr>
        </p:nvSpPr>
        <p:spPr>
          <a:xfrm>
            <a:off x="457200" y="152400"/>
            <a:ext cx="8229600" cy="6553200"/>
          </a:xfrm>
          <a:prstGeom prst="rect">
            <a:avLst/>
          </a:prstGeom>
        </p:spPr>
        <p:txBody>
          <a:bodyPr/>
          <a:lstStyle/>
          <a:p>
            <a:pPr marL="0" indent="0" defTabSz="416052">
              <a:lnSpc>
                <a:spcPct val="90000"/>
              </a:lnSpc>
              <a:spcBef>
                <a:spcPts val="900"/>
              </a:spcBef>
              <a:buSzTx/>
              <a:buFont typeface="Wingdings 3"/>
              <a:buNone/>
              <a:defRPr sz="364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මළේ එතුම අපට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6052">
              <a:lnSpc>
                <a:spcPct val="90000"/>
              </a:lnSpc>
              <a:spcBef>
                <a:spcPts val="900"/>
              </a:spcBef>
              <a:buSzTx/>
              <a:buFont typeface="Wingdings 3"/>
              <a:buNone/>
              <a:defRPr sz="364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කමාව දෙන්නටයි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6052">
              <a:lnSpc>
                <a:spcPct val="90000"/>
              </a:lnSpc>
              <a:spcBef>
                <a:spcPts val="900"/>
              </a:spcBef>
              <a:buSzTx/>
              <a:buFont typeface="Wingdings 3"/>
              <a:buNone/>
              <a:defRPr sz="364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සැප මෙ අපට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6052">
              <a:lnSpc>
                <a:spcPct val="90000"/>
              </a:lnSpc>
              <a:spcBef>
                <a:spcPts val="900"/>
              </a:spcBef>
              <a:buSzTx/>
              <a:buFont typeface="Wingdings 3"/>
              <a:buNone/>
              <a:defRPr sz="364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කරන්නටයි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6052">
              <a:lnSpc>
                <a:spcPct val="90000"/>
              </a:lnSpc>
              <a:spcBef>
                <a:spcPts val="900"/>
              </a:spcBef>
              <a:buSzTx/>
              <a:buFont typeface="Wingdings 3"/>
              <a:buNone/>
              <a:defRPr sz="3640"/>
            </a:pPr>
          </a:p>
          <a:p>
            <a:pPr marL="0" indent="0" defTabSz="416052">
              <a:lnSpc>
                <a:spcPct val="90000"/>
              </a:lnSpc>
              <a:spcBef>
                <a:spcPts val="900"/>
              </a:spcBef>
              <a:buSzTx/>
              <a:buFont typeface="Wingdings 3"/>
              <a:buNone/>
              <a:defRPr sz="364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සමත් අප පව් ගෙවන්ට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6052">
              <a:lnSpc>
                <a:spcPct val="90000"/>
              </a:lnSpc>
              <a:spcBef>
                <a:spcPts val="900"/>
              </a:spcBef>
              <a:buSzTx/>
              <a:buFont typeface="Wingdings 3"/>
              <a:buNone/>
              <a:defRPr sz="364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නොවීය අන් කෙනෙක්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6052">
              <a:lnSpc>
                <a:spcPct val="90000"/>
              </a:lnSpc>
              <a:spcBef>
                <a:spcPts val="900"/>
              </a:spcBef>
              <a:buSzTx/>
              <a:buFont typeface="Wingdings 3"/>
              <a:buNone/>
              <a:defRPr sz="364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 දොර ඇර දෙන්ට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16052">
              <a:lnSpc>
                <a:spcPct val="90000"/>
              </a:lnSpc>
              <a:spcBef>
                <a:spcPts val="900"/>
              </a:spcBef>
              <a:buSzTx/>
              <a:buFont typeface="Wingdings 3"/>
              <a:buNone/>
              <a:defRPr sz="364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එතුමා ම මිසක්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" name="Content Placeholder 2"/>
          <p:cNvSpPr txBox="1"/>
          <p:nvPr>
            <p:ph type="body" idx="1"/>
          </p:nvPr>
        </p:nvSpPr>
        <p:spPr>
          <a:xfrm>
            <a:off x="457200" y="152400"/>
            <a:ext cx="8229600" cy="655320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අහෝ පෙන් වූ ඒ ප්‍රේමය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නිසා පෙම් කරමු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අදහා මිදීමේ ලෙය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4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සේවය කරමු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1" name="Title 1"/>
          <p:cNvSpPr txBox="1"/>
          <p:nvPr>
            <p:ph type="title"/>
          </p:nvPr>
        </p:nvSpPr>
        <p:spPr>
          <a:xfrm>
            <a:off x="1130594" y="2404534"/>
            <a:ext cx="5826721" cy="1646303"/>
          </a:xfrm>
          <a:prstGeom prst="rect">
            <a:avLst/>
          </a:prstGeom>
        </p:spPr>
        <p:txBody>
          <a:bodyPr/>
          <a:lstStyle/>
          <a:p>
            <a:pPr algn="l" defTabSz="237743">
              <a:defRPr sz="208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 මට ආදරෙයි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බයිබලේ එසේ කියයි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බාල මා දුබල මුත්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මා අයත් හිමි බලත් </a:t>
            </a:r>
          </a:p>
        </p:txBody>
      </p:sp>
      <p:sp>
        <p:nvSpPr>
          <p:cNvPr id="6352" name="Subtitle 2"/>
          <p:cNvSpPr txBox="1"/>
          <p:nvPr>
            <p:ph type="body" sz="quarter" idx="1"/>
          </p:nvPr>
        </p:nvSpPr>
        <p:spPr>
          <a:xfrm>
            <a:off x="1331639" y="4851012"/>
            <a:ext cx="7689879" cy="1394391"/>
          </a:xfrm>
          <a:prstGeom prst="rect">
            <a:avLst/>
          </a:prstGeom>
        </p:spPr>
        <p:txBody>
          <a:bodyPr/>
          <a:lstStyle/>
          <a:p>
            <a:pPr algn="l" defTabSz="425195">
              <a:spcBef>
                <a:spcPts val="900"/>
              </a:spcBef>
              <a:defRPr sz="33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ඔව් ජේසුස් උතුම්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ආදරෙයි දනීම්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algn="l" defTabSz="425195">
              <a:spcBef>
                <a:spcPts val="900"/>
              </a:spcBef>
              <a:defRPr sz="33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ඔව් ඒ බව මම්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බයිබලෙන් දනීම් </a:t>
            </a:r>
          </a:p>
        </p:txBody>
      </p:sp>
      <p:sp>
        <p:nvSpPr>
          <p:cNvPr id="6353" name="TextBox 4"/>
          <p:cNvSpPr txBox="1"/>
          <p:nvPr/>
        </p:nvSpPr>
        <p:spPr>
          <a:xfrm>
            <a:off x="657279" y="137720"/>
            <a:ext cx="1132698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602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5" name="Title 1"/>
          <p:cNvSpPr txBox="1"/>
          <p:nvPr>
            <p:ph type="title"/>
          </p:nvPr>
        </p:nvSpPr>
        <p:spPr>
          <a:xfrm>
            <a:off x="609598" y="609600"/>
            <a:ext cx="7130755" cy="2603376"/>
          </a:xfrm>
          <a:prstGeom prst="rect">
            <a:avLst/>
          </a:prstGeom>
        </p:spPr>
        <p:txBody>
          <a:bodyPr/>
          <a:lstStyle/>
          <a:p>
            <a:pPr defTabSz="438911">
              <a:defRPr sz="3455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මරුපත් වුනේ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සග දොර අරින්ටයි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මා පවු සෝදා හරින්නේ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මට ඇතුළු වන්ටයි</a:t>
            </a:r>
          </a:p>
        </p:txBody>
      </p:sp>
      <p:sp>
        <p:nvSpPr>
          <p:cNvPr id="6356" name="Content Placeholder 2"/>
          <p:cNvSpPr txBox="1"/>
          <p:nvPr>
            <p:ph type="body" sz="half" idx="1"/>
          </p:nvPr>
        </p:nvSpPr>
        <p:spPr>
          <a:xfrm>
            <a:off x="2267743" y="4365104"/>
            <a:ext cx="7202763" cy="210830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ඔව් යේසුස්  උතුම්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ආදරෙයි දනීම්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ඔව් ඒ බව මම්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බයිබලයෙන් දනීම්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8" name="Title 1"/>
          <p:cNvSpPr txBox="1"/>
          <p:nvPr>
            <p:ph type="title"/>
          </p:nvPr>
        </p:nvSpPr>
        <p:spPr>
          <a:xfrm>
            <a:off x="609598" y="609600"/>
            <a:ext cx="6626699" cy="2531368"/>
          </a:xfrm>
          <a:prstGeom prst="rect">
            <a:avLst/>
          </a:prstGeom>
        </p:spPr>
        <p:txBody>
          <a:bodyPr/>
          <a:lstStyle/>
          <a:p>
            <a:pPr defTabSz="425195">
              <a:defRPr sz="33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මට ආදරෙයි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මා ලග සදා වසයි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රකින්ට මා නින්දෙදී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දෙවු දුඋතුන් ඒවි දිමුත් </a:t>
            </a:r>
          </a:p>
        </p:txBody>
      </p:sp>
      <p:sp>
        <p:nvSpPr>
          <p:cNvPr id="6359" name="Content Placeholder 2"/>
          <p:cNvSpPr txBox="1"/>
          <p:nvPr>
            <p:ph type="body" sz="half" idx="1"/>
          </p:nvPr>
        </p:nvSpPr>
        <p:spPr>
          <a:xfrm>
            <a:off x="1835696" y="4293096"/>
            <a:ext cx="6842722" cy="2252324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ඔව් යේසුස් උතුම්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ආදරෙයි දනීම්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ඔව් ඒ බව මම්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බයිබලයෙන් දනීම්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1" name="Title 1"/>
          <p:cNvSpPr txBox="1"/>
          <p:nvPr>
            <p:ph type="title"/>
          </p:nvPr>
        </p:nvSpPr>
        <p:spPr>
          <a:xfrm>
            <a:off x="609598" y="609600"/>
            <a:ext cx="6842723" cy="2819400"/>
          </a:xfrm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තුමාට මෙමා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ආදරයෙන් විසුවොත්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මෙ ලොවින් ගිය විට </a:t>
            </a:r>
            <a:br>
              <a:rPr>
                <a:latin typeface="+mj-lt"/>
                <a:ea typeface="+mj-ea"/>
                <a:cs typeface="+mj-cs"/>
                <a:sym typeface="Helvetica"/>
              </a:rPr>
            </a:br>
            <a:r>
              <a:rPr>
                <a:latin typeface="+mj-lt"/>
                <a:ea typeface="+mj-ea"/>
                <a:cs typeface="+mj-cs"/>
                <a:sym typeface="Helvetica"/>
              </a:rPr>
              <a:t>ගනී මා දෙවු ලොවට </a:t>
            </a:r>
          </a:p>
        </p:txBody>
      </p:sp>
      <p:sp>
        <p:nvSpPr>
          <p:cNvPr id="6362" name="Content Placeholder 2"/>
          <p:cNvSpPr txBox="1"/>
          <p:nvPr>
            <p:ph type="body" sz="half" idx="1"/>
          </p:nvPr>
        </p:nvSpPr>
        <p:spPr>
          <a:xfrm>
            <a:off x="1619671" y="4509120"/>
            <a:ext cx="7202763" cy="1872209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ඔව් යේසුස් උතුම්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ආදරෙයි  දනීම්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buSzTx/>
              <a:buFont typeface="Wingdings 3"/>
              <a:buNone/>
              <a:defRPr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ඔව් ඒ බව මම්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බයිබලයෙන් දනීම්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4" name="Content Placeholder 2"/>
          <p:cNvSpPr txBox="1"/>
          <p:nvPr>
            <p:ph type="body" idx="1"/>
          </p:nvPr>
        </p:nvSpPr>
        <p:spPr>
          <a:xfrm>
            <a:off x="304800" y="228600"/>
            <a:ext cx="8229600" cy="6248400"/>
          </a:xfrm>
          <a:prstGeom prst="rect">
            <a:avLst/>
          </a:prstGeom>
        </p:spPr>
        <p:txBody>
          <a:bodyPr/>
          <a:lstStyle/>
          <a:p>
            <a:pPr marL="0" indent="0" defTabSz="402336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b="1" sz="3256"/>
            </a:pPr>
            <a:r>
              <a:t>614</a:t>
            </a:r>
            <a:endParaRPr sz="3520"/>
          </a:p>
          <a:p>
            <a:pPr marL="0" indent="0" defTabSz="402336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2112"/>
            </a:pPr>
          </a:p>
          <a:p>
            <a:pPr marL="0" indent="0" defTabSz="402336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325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 තුමන් රැළට</a:t>
            </a:r>
            <a:endParaRPr sz="1408"/>
          </a:p>
          <a:p>
            <a:pPr marL="0" indent="0" defTabSz="402336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325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අයිති සැම ළමයි</a:t>
            </a:r>
            <a:endParaRPr sz="1408"/>
          </a:p>
          <a:p>
            <a:pPr marL="0" indent="0" defTabSz="402336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325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 මෙන් සොදට</a:t>
            </a:r>
            <a:endParaRPr sz="1408"/>
          </a:p>
          <a:p>
            <a:pPr marL="0" indent="0" defTabSz="402336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325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පැවැත්ම යුතුයි </a:t>
            </a:r>
            <a:endParaRPr sz="1408"/>
          </a:p>
          <a:p>
            <a:pPr marL="0" indent="0" defTabSz="402336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325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 කිසි ලෙසින්</a:t>
            </a:r>
            <a:endParaRPr sz="1408"/>
          </a:p>
          <a:p>
            <a:pPr marL="0" indent="0" defTabSz="402336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325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නෑ පාපයක් කෙළේ</a:t>
            </a:r>
            <a:endParaRPr sz="1408"/>
          </a:p>
          <a:p>
            <a:pPr marL="0" indent="0" defTabSz="402336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325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 දෙවිදු තුමන්</a:t>
            </a:r>
            <a:endParaRPr sz="1408"/>
          </a:p>
          <a:p>
            <a:pPr marL="0" indent="0" defTabSz="402336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3256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කැමැත්ත කෙළේ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6" name="Rectangle 3"/>
          <p:cNvSpPr txBox="1"/>
          <p:nvPr/>
        </p:nvSpPr>
        <p:spPr>
          <a:xfrm>
            <a:off x="502919" y="685799"/>
            <a:ext cx="7528562" cy="6624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තුමන් හඩට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කීකරු අය නම්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 මෙන් සැමට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කරත් යාපත්කම්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 මව් පියන්ට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පෙමින් මෙහෙ කෙළේ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සතුරු දුදනන්ට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නිතින් පෙම් කෙළේ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8" name="Rectangle 3"/>
          <p:cNvSpPr txBox="1"/>
          <p:nvPr/>
        </p:nvSpPr>
        <p:spPr>
          <a:xfrm>
            <a:off x="655319" y="609599"/>
            <a:ext cx="7452362" cy="6624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 තුමන් නමට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ආදරය ඇති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සැවොම එතුමට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කීකරු වෙති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 අණ පණත්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පවත්වන හැම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මතු ද සගේ වසත්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ළග ම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0" name="Content Placeholder 2"/>
          <p:cNvSpPr txBox="1"/>
          <p:nvPr>
            <p:ph type="body" idx="1"/>
          </p:nvPr>
        </p:nvSpPr>
        <p:spPr>
          <a:xfrm>
            <a:off x="457200" y="152400"/>
            <a:ext cx="8229600" cy="6553200"/>
          </a:xfrm>
          <a:prstGeom prst="rect">
            <a:avLst/>
          </a:prstGeom>
        </p:spPr>
        <p:txBody>
          <a:bodyPr/>
          <a:lstStyle/>
          <a:p>
            <a:pPr marL="0" indent="0" defTabSz="425195">
              <a:lnSpc>
                <a:spcPct val="90000"/>
              </a:lnSpc>
              <a:spcBef>
                <a:spcPts val="900"/>
              </a:spcBef>
              <a:buSzTx/>
              <a:buFont typeface="Wingdings 3"/>
              <a:buNone/>
              <a:defRPr b="1" sz="3348"/>
            </a:pPr>
            <a:r>
              <a:t>620 </a:t>
            </a:r>
          </a:p>
          <a:p>
            <a:pPr marL="0" indent="0" defTabSz="425195">
              <a:lnSpc>
                <a:spcPct val="90000"/>
              </a:lnSpc>
              <a:spcBef>
                <a:spcPts val="900"/>
              </a:spcBef>
              <a:buSzTx/>
              <a:buFont typeface="Wingdings 3"/>
              <a:buNone/>
              <a:defRPr sz="33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බඩගිනි අයකු සොයා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25195">
              <a:lnSpc>
                <a:spcPct val="90000"/>
              </a:lnSpc>
              <a:spcBef>
                <a:spcPts val="900"/>
              </a:spcBef>
              <a:buSzTx/>
              <a:buFont typeface="Wingdings 3"/>
              <a:buNone/>
              <a:defRPr sz="33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කෑම ටිකක් සපයා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25195">
              <a:lnSpc>
                <a:spcPct val="90000"/>
              </a:lnSpc>
              <a:spcBef>
                <a:spcPts val="900"/>
              </a:spcBef>
              <a:buSzTx/>
              <a:buFont typeface="Wingdings 3"/>
              <a:buNone/>
              <a:defRPr sz="33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දුනහොත් යේසුස් හිමි පවසයි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25195">
              <a:lnSpc>
                <a:spcPct val="90000"/>
              </a:lnSpc>
              <a:spcBef>
                <a:spcPts val="900"/>
              </a:spcBef>
              <a:buSzTx/>
              <a:buFont typeface="Wingdings 3"/>
              <a:buNone/>
              <a:defRPr sz="33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එය කලේ මටයි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25195">
              <a:lnSpc>
                <a:spcPct val="90000"/>
              </a:lnSpc>
              <a:spcBef>
                <a:spcPts val="900"/>
              </a:spcBef>
              <a:buSzTx/>
              <a:buFont typeface="Wingdings 3"/>
              <a:buNone/>
              <a:defRPr sz="3348"/>
            </a:pPr>
          </a:p>
          <a:p>
            <a:pPr marL="0" indent="0" defTabSz="425195">
              <a:lnSpc>
                <a:spcPct val="90000"/>
              </a:lnSpc>
              <a:spcBef>
                <a:spcPts val="900"/>
              </a:spcBef>
              <a:buSzTx/>
              <a:buFont typeface="Wingdings 3"/>
              <a:buNone/>
              <a:defRPr sz="33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වතුර තිබහ කෙනෙකුන්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25195">
              <a:lnSpc>
                <a:spcPct val="90000"/>
              </a:lnSpc>
              <a:spcBef>
                <a:spcPts val="900"/>
              </a:spcBef>
              <a:buSzTx/>
              <a:buFont typeface="Wingdings 3"/>
              <a:buNone/>
              <a:defRPr sz="33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 විට බදුනක් පැන්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25195">
              <a:lnSpc>
                <a:spcPct val="90000"/>
              </a:lnSpc>
              <a:spcBef>
                <a:spcPts val="900"/>
              </a:spcBef>
              <a:buSzTx/>
              <a:buFont typeface="Wingdings 3"/>
              <a:buNone/>
              <a:defRPr sz="33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දුනහොත් යේසුස් හිමි පවසයි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425195">
              <a:lnSpc>
                <a:spcPct val="90000"/>
              </a:lnSpc>
              <a:spcBef>
                <a:spcPts val="900"/>
              </a:spcBef>
              <a:buSzTx/>
              <a:buFont typeface="Wingdings 3"/>
              <a:buNone/>
              <a:defRPr sz="33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එය කලේ මටයි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2" name="Content Placeholder 2"/>
          <p:cNvSpPr txBox="1"/>
          <p:nvPr>
            <p:ph type="body" idx="1"/>
          </p:nvPr>
        </p:nvSpPr>
        <p:spPr>
          <a:xfrm>
            <a:off x="457200" y="363417"/>
            <a:ext cx="8229600" cy="5745165"/>
          </a:xfrm>
          <a:prstGeom prst="rect">
            <a:avLst/>
          </a:prstGeom>
        </p:spPr>
        <p:txBody>
          <a:bodyPr/>
          <a:lstStyle/>
          <a:p>
            <a:pPr marL="0" indent="0" defTabSz="397763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313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දුක්පත් කෙනෙකු බලා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97763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313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ඇදුමක් සපයලා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97763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313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දුනහොත් යේසුස් හිමි පවසයි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97763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313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එය කලේ මටයි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97763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3132"/>
            </a:pPr>
          </a:p>
          <a:p>
            <a:pPr marL="0" indent="0" defTabSz="397763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313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අසරණ රෝගියකු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97763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313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බලනට යන අයකු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97763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313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දුනහොත් යේසුස් හිමි පවසයි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97763">
              <a:lnSpc>
                <a:spcPct val="90000"/>
              </a:lnSpc>
              <a:spcBef>
                <a:spcPts val="800"/>
              </a:spcBef>
              <a:buSzTx/>
              <a:buFont typeface="Wingdings 3"/>
              <a:buNone/>
              <a:defRPr sz="313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එය කලේ මටයි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4" name="Content Placeholder 2"/>
          <p:cNvSpPr txBox="1"/>
          <p:nvPr>
            <p:ph type="body" idx="1"/>
          </p:nvPr>
        </p:nvSpPr>
        <p:spPr>
          <a:xfrm>
            <a:off x="457200" y="381001"/>
            <a:ext cx="8229600" cy="5745165"/>
          </a:xfrm>
          <a:prstGeom prst="rect">
            <a:avLst/>
          </a:prstGeom>
        </p:spPr>
        <p:txBody>
          <a:bodyPr/>
          <a:lstStyle/>
          <a:p>
            <a:pPr marL="0" indent="0" defTabSz="374904">
              <a:spcBef>
                <a:spcPts val="800"/>
              </a:spcBef>
              <a:buSzTx/>
              <a:buFont typeface="Wingdings 3"/>
              <a:buNone/>
              <a:defRPr sz="295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 අගන්තුකින්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74904">
              <a:spcBef>
                <a:spcPts val="800"/>
              </a:spcBef>
              <a:buSzTx/>
              <a:buFont typeface="Wingdings 3"/>
              <a:buNone/>
              <a:defRPr sz="295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නිවෙසට පිලිගන්නන්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74904">
              <a:spcBef>
                <a:spcPts val="800"/>
              </a:spcBef>
              <a:buSzTx/>
              <a:buFont typeface="Wingdings 3"/>
              <a:buNone/>
              <a:defRPr sz="295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අමතා යේසුස් හිමි පවසයි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74904">
              <a:spcBef>
                <a:spcPts val="800"/>
              </a:spcBef>
              <a:buSzTx/>
              <a:buFont typeface="Wingdings 3"/>
              <a:buNone/>
              <a:defRPr sz="295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එය කලේ මටයි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74904">
              <a:spcBef>
                <a:spcPts val="800"/>
              </a:spcBef>
              <a:buSzTx/>
              <a:buFont typeface="Wingdings 3"/>
              <a:buNone/>
              <a:defRPr sz="2952"/>
            </a:pPr>
          </a:p>
          <a:p>
            <a:pPr marL="0" indent="0" defTabSz="374904">
              <a:spcBef>
                <a:spcPts val="800"/>
              </a:spcBef>
              <a:buSzTx/>
              <a:buFont typeface="Wingdings 3"/>
              <a:buNone/>
              <a:defRPr sz="295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හට සේවය නම්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74904">
              <a:spcBef>
                <a:spcPts val="800"/>
              </a:spcBef>
              <a:buSzTx/>
              <a:buFont typeface="Wingdings 3"/>
              <a:buNone/>
              <a:defRPr sz="295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අනුනට සේවය මයි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74904">
              <a:spcBef>
                <a:spcPts val="800"/>
              </a:spcBef>
              <a:buSzTx/>
              <a:buFont typeface="Wingdings 3"/>
              <a:buNone/>
              <a:defRPr sz="295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 දිවිය ඔවුනට හිමි බැව්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defTabSz="374904">
              <a:spcBef>
                <a:spcPts val="800"/>
              </a:spcBef>
              <a:buSzTx/>
              <a:buFont typeface="Wingdings 3"/>
              <a:buNone/>
              <a:defRPr sz="295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හිමි පවසි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6" name="TextBox 3"/>
          <p:cNvSpPr txBox="1"/>
          <p:nvPr/>
        </p:nvSpPr>
        <p:spPr>
          <a:xfrm>
            <a:off x="350519" y="304802"/>
            <a:ext cx="1127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635</a:t>
            </a:r>
          </a:p>
        </p:txBody>
      </p:sp>
      <p:sp>
        <p:nvSpPr>
          <p:cNvPr id="6377" name="TextBox 4"/>
          <p:cNvSpPr txBox="1"/>
          <p:nvPr/>
        </p:nvSpPr>
        <p:spPr>
          <a:xfrm>
            <a:off x="1341119" y="1376809"/>
            <a:ext cx="67665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දෙවිදේ ඔබ සමිදේ</a:t>
            </a:r>
          </a:p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පවුලෙහි මුල අග වේ</a:t>
            </a:r>
          </a:p>
        </p:txBody>
      </p:sp>
      <p:sp>
        <p:nvSpPr>
          <p:cNvPr id="6378" name="TextBox 5"/>
          <p:cNvSpPr txBox="1"/>
          <p:nvPr/>
        </p:nvSpPr>
        <p:spPr>
          <a:xfrm>
            <a:off x="807719" y="32003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 මුල් යුවල එකතු කරලා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ආදරයෙන් බැදලා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 පිරෙනා තෙක් නිතිනා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වසනට වර දුන්නා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0" name="TextBox 3"/>
          <p:cNvSpPr txBox="1"/>
          <p:nvPr/>
        </p:nvSpPr>
        <p:spPr>
          <a:xfrm>
            <a:off x="1341119" y="1376809"/>
            <a:ext cx="67665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දෙවිදේ ඔබ සමිදේ</a:t>
            </a:r>
          </a:p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පවුලෙහි මුල අග වේ</a:t>
            </a:r>
          </a:p>
        </p:txBody>
      </p:sp>
      <p:sp>
        <p:nvSpPr>
          <p:cNvPr id="6381" name="TextBox 4"/>
          <p:cNvSpPr txBox="1"/>
          <p:nvPr/>
        </p:nvSpPr>
        <p:spPr>
          <a:xfrm>
            <a:off x="807719" y="32003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මව් පිය රැකවරණය හැරලා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</a:t>
            </a:r>
            <a:r>
              <a:rPr sz="3200">
                <a:latin typeface="FS-Anurada"/>
                <a:ea typeface="FS-Anurada"/>
                <a:cs typeface="FS-Anurada"/>
                <a:sym typeface="FS-Anurada"/>
              </a:rPr>
              <a:t>U</a:t>
            </a:r>
            <a:r>
              <a:rPr>
                <a:latin typeface="FS-Anurada"/>
                <a:ea typeface="FS-Anurada"/>
                <a:cs typeface="FS-Anurada"/>
                <a:sym typeface="FS-Anurada"/>
              </a:rPr>
              <a:t>Q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සැමි එකතු වෙලා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ගෙවනා බව කීවා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 ම කයක් ලෙසිනා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3" name="TextBox 3"/>
          <p:cNvSpPr txBox="1"/>
          <p:nvPr/>
        </p:nvSpPr>
        <p:spPr>
          <a:xfrm>
            <a:off x="1341119" y="1376809"/>
            <a:ext cx="67665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දෙවිදේ ඔබ සමිදේ</a:t>
            </a:r>
          </a:p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පවුලෙහි මුල අග වේ</a:t>
            </a:r>
          </a:p>
        </p:txBody>
      </p:sp>
      <p:sp>
        <p:nvSpPr>
          <p:cNvPr id="6384" name="TextBox 4"/>
          <p:cNvSpPr txBox="1"/>
          <p:nvPr/>
        </p:nvSpPr>
        <p:spPr>
          <a:xfrm>
            <a:off x="807719" y="32003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</a:t>
            </a:r>
            <a:r>
              <a:rPr sz="3200">
                <a:latin typeface="FS-Anurada"/>
                <a:ea typeface="FS-Anurada"/>
                <a:cs typeface="FS-Anurada"/>
                <a:sym typeface="FS-Anurada"/>
              </a:rPr>
              <a:t>U</a:t>
            </a:r>
            <a:r>
              <a:rPr>
                <a:latin typeface="FS-Anurada"/>
                <a:ea typeface="FS-Anurada"/>
                <a:cs typeface="FS-Anurada"/>
                <a:sym typeface="FS-Anurada"/>
              </a:rPr>
              <a:t>Q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සැමි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සැම එකිනෙකා හටා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ගරු කටයුතු ලෙසිනා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ප්‍රේමයෙන් දරුන් සදා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ඇති දැඩි කරමු සැමා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6" name="TextBox 3"/>
          <p:cNvSpPr txBox="1"/>
          <p:nvPr/>
        </p:nvSpPr>
        <p:spPr>
          <a:xfrm>
            <a:off x="1341119" y="1376809"/>
            <a:ext cx="6766562" cy="1233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දෙවිදේ ඔබ සමිදේ</a:t>
            </a:r>
          </a:p>
          <a:p>
            <a:pPr algn="ctr"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පවුලෙහි මුල අග වේ</a:t>
            </a:r>
          </a:p>
        </p:txBody>
      </p:sp>
      <p:sp>
        <p:nvSpPr>
          <p:cNvPr id="6387" name="TextBox 4"/>
          <p:cNvSpPr txBox="1"/>
          <p:nvPr/>
        </p:nvSpPr>
        <p:spPr>
          <a:xfrm>
            <a:off x="807719" y="32003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නසරෙතෙහි ඒ පවුල මෙනා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දේව බියෙන් පිරිලා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කල් ගෙවනා ලෙස තුටිනා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ආසිරි යදිමු සැමා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9" name="TextBox 1"/>
          <p:cNvSpPr txBox="1"/>
          <p:nvPr/>
        </p:nvSpPr>
        <p:spPr>
          <a:xfrm>
            <a:off x="350519" y="304802"/>
            <a:ext cx="1127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636</a:t>
            </a:r>
          </a:p>
        </p:txBody>
      </p:sp>
      <p:sp>
        <p:nvSpPr>
          <p:cNvPr id="6390" name="TextBox 2"/>
          <p:cNvSpPr txBox="1"/>
          <p:nvPr/>
        </p:nvSpPr>
        <p:spPr>
          <a:xfrm>
            <a:off x="807719" y="1219199"/>
            <a:ext cx="5509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හිමි නිතින් වසන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නිවෙස් සිරි ලත් මැයි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වාසීන්ට දෙව් පෙමත් සෙතත්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නිතින් අත්පත් වේ මැ යි</a:t>
            </a:r>
          </a:p>
        </p:txBody>
      </p:sp>
      <p:sp>
        <p:nvSpPr>
          <p:cNvPr id="6391" name="TextBox 3"/>
          <p:cNvSpPr txBox="1"/>
          <p:nvPr/>
        </p:nvSpPr>
        <p:spPr>
          <a:xfrm>
            <a:off x="3246119" y="3962399"/>
            <a:ext cx="549021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 ජේසුස් සමිදුන්ගේ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අගේ ව ඇති 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සුබ ගෙය යි තොසින් යුත්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සැප දෙකේ දීත්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3" name="TextBox 1"/>
          <p:cNvSpPr txBox="1"/>
          <p:nvPr/>
        </p:nvSpPr>
        <p:spPr>
          <a:xfrm>
            <a:off x="807719" y="1219199"/>
            <a:ext cx="5509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යැදුම් හා පසස් පුදන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නිවාස සුබ මැ 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යැදුම් හඩ සවන් දෙන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ස්වාමි ඔවුන්ගේ යි</a:t>
            </a:r>
          </a:p>
        </p:txBody>
      </p:sp>
      <p:sp>
        <p:nvSpPr>
          <p:cNvPr id="6394" name="TextBox 2"/>
          <p:cNvSpPr txBox="1"/>
          <p:nvPr/>
        </p:nvSpPr>
        <p:spPr>
          <a:xfrm>
            <a:off x="3246119" y="3962399"/>
            <a:ext cx="549021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වදන් කෙරේ ප්‍රිය 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දෙගුරුන් ඇති ගේ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කල් ම සිරි පුර්ණ 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නිවෙසක් වේ අගේ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6" name="TextBox 1"/>
          <p:cNvSpPr txBox="1"/>
          <p:nvPr/>
        </p:nvSpPr>
        <p:spPr>
          <a:xfrm>
            <a:off x="807719" y="1219199"/>
            <a:ext cx="5509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උතුම් ශාන්ති ප්‍රේමයක්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ආසිරිත් නිතිනි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මෙහි නිවැසියන්ට නිත්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ලැබේ වා ස්වාමිනි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8" name="TextBox 1"/>
          <p:cNvSpPr txBox="1"/>
          <p:nvPr/>
        </p:nvSpPr>
        <p:spPr>
          <a:xfrm>
            <a:off x="350519" y="304802"/>
            <a:ext cx="1127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637</a:t>
            </a:r>
          </a:p>
        </p:txBody>
      </p:sp>
      <p:sp>
        <p:nvSpPr>
          <p:cNvPr id="6399" name="TextBox 2"/>
          <p:cNvSpPr txBox="1"/>
          <p:nvPr/>
        </p:nvSpPr>
        <p:spPr>
          <a:xfrm>
            <a:off x="807719" y="1219199"/>
            <a:ext cx="5509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සෙත් ආසිරි දුන් අපට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දයාබර පිත් හිමිට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ගයමු පසස් මෙවිට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වදිමු දොහොත් එක් කොට</a:t>
            </a:r>
          </a:p>
        </p:txBody>
      </p:sp>
      <p:sp>
        <p:nvSpPr>
          <p:cNvPr id="6400" name="TextBox 3"/>
          <p:cNvSpPr txBox="1"/>
          <p:nvPr/>
        </p:nvSpPr>
        <p:spPr>
          <a:xfrm>
            <a:off x="3246119" y="3962399"/>
            <a:ext cx="549021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සිත් වේ වා පුජාවන්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හට මිහිරි 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පුදමු නමින් එතුමන්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සතු දේ සොම්නසින්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2" name="TextBox 1"/>
          <p:cNvSpPr txBox="1"/>
          <p:nvPr/>
        </p:nvSpPr>
        <p:spPr>
          <a:xfrm>
            <a:off x="807719" y="1219199"/>
            <a:ext cx="5509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නිවෙස් වසන්නන්ට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ගුණ පතුරන්ට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එක්සත්කමින් කල් යවන්ට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පියාණෙනි දෙන් පිහිට</a:t>
            </a:r>
          </a:p>
        </p:txBody>
      </p:sp>
      <p:sp>
        <p:nvSpPr>
          <p:cNvPr id="6403" name="TextBox 2"/>
          <p:cNvSpPr txBox="1"/>
          <p:nvPr/>
        </p:nvSpPr>
        <p:spPr>
          <a:xfrm>
            <a:off x="3246119" y="3962399"/>
            <a:ext cx="549021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ලෙඩින් දුකින් පිඩිතවුන්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හැම සිත් සනසාලමින්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රැක දුන් සමිදුන්ට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පුදමු ගී පසන් හඩින්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5" name="TextBox 1"/>
          <p:cNvSpPr txBox="1"/>
          <p:nvPr/>
        </p:nvSpPr>
        <p:spPr>
          <a:xfrm>
            <a:off x="807719" y="1219199"/>
            <a:ext cx="5509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බැති පෙම් නිත් පුදන්නට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කිතු නමින් යදින්නට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දරු දැරි මාපියන්ට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 වරම් දෙන් මෙත් කොට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7" name="TextBox 1"/>
          <p:cNvSpPr txBox="1"/>
          <p:nvPr/>
        </p:nvSpPr>
        <p:spPr>
          <a:xfrm>
            <a:off x="350519" y="304802"/>
            <a:ext cx="1127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638</a:t>
            </a:r>
          </a:p>
        </p:txBody>
      </p:sp>
      <p:sp>
        <p:nvSpPr>
          <p:cNvPr id="6408" name="TextBox 3"/>
          <p:cNvSpPr txBox="1"/>
          <p:nvPr/>
        </p:nvSpPr>
        <p:spPr>
          <a:xfrm>
            <a:off x="807719" y="1219199"/>
            <a:ext cx="5509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දෙවිදුනි දිවා රැයේ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අනගි මොහොත වුයේ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වීම යි ඔබ පා මුලේ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යාච්ඤාවට</a:t>
            </a:r>
          </a:p>
        </p:txBody>
      </p:sp>
      <p:sp>
        <p:nvSpPr>
          <p:cNvPr id="6409" name="TextBox 4"/>
          <p:cNvSpPr txBox="1"/>
          <p:nvPr/>
        </p:nvSpPr>
        <p:spPr>
          <a:xfrm>
            <a:off x="3246119" y="3962399"/>
            <a:ext cx="549021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නිසසල උදා පැයේ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බාවනාවත් සවස් වෙලෙ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පරදන හඩක් වියේ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යාච්ඤාවට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1" name="TextBox 1"/>
          <p:cNvSpPr txBox="1"/>
          <p:nvPr/>
        </p:nvSpPr>
        <p:spPr>
          <a:xfrm>
            <a:off x="807719" y="1219199"/>
            <a:ext cx="5509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බෙලෙන් දිරි ගැන් වේ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පව් ඔබ කමා කෙළේ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පහන් සිත යොමු වන්නේ 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යාච්ඤාවට</a:t>
            </a:r>
          </a:p>
        </p:txBody>
      </p:sp>
      <p:sp>
        <p:nvSpPr>
          <p:cNvPr id="6412" name="TextBox 2"/>
          <p:cNvSpPr txBox="1"/>
          <p:nvPr/>
        </p:nvSpPr>
        <p:spPr>
          <a:xfrm>
            <a:off x="3017519" y="3931023"/>
            <a:ext cx="5852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විස්තර කල නොහෙන්නේ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පෙම ගලා එන්නේ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ආසිරි දොර ඇරෙන්නේ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යාච්ඤාවට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4" name="TextBox 1"/>
          <p:cNvSpPr txBox="1"/>
          <p:nvPr/>
        </p:nvSpPr>
        <p:spPr>
          <a:xfrm>
            <a:off x="807719" y="1219199"/>
            <a:ext cx="5775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බිය සැක පහ වන්නේ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සිත් සගට යොමු වන්නේ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 නෙත් කදුළෙන් තෙමෙන්නේ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යාච්ඤාවට</a:t>
            </a:r>
          </a:p>
        </p:txBody>
      </p:sp>
      <p:sp>
        <p:nvSpPr>
          <p:cNvPr id="6415" name="TextBox 2"/>
          <p:cNvSpPr txBox="1"/>
          <p:nvPr/>
        </p:nvSpPr>
        <p:spPr>
          <a:xfrm>
            <a:off x="3246119" y="3962399"/>
            <a:ext cx="549021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සාමිනි මා සග පුරේ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වැතිර ඔබ පා මුලේ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තෙද මහිම ගයන්නේ</a:t>
            </a:r>
          </a:p>
          <a:p>
            <a:pPr algn="ctr"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යාච්ඤාවට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7" name="TextBox 1"/>
          <p:cNvSpPr txBox="1"/>
          <p:nvPr/>
        </p:nvSpPr>
        <p:spPr>
          <a:xfrm>
            <a:off x="350519" y="304802"/>
            <a:ext cx="1127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639</a:t>
            </a:r>
          </a:p>
        </p:txBody>
      </p:sp>
      <p:sp>
        <p:nvSpPr>
          <p:cNvPr id="6418" name="TextBox 2"/>
          <p:cNvSpPr txBox="1"/>
          <p:nvPr/>
        </p:nvSpPr>
        <p:spPr>
          <a:xfrm>
            <a:off x="807719" y="1219199"/>
            <a:ext cx="5509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ජේසුස්නි සිරි දෙන්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නිවෙසට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පෙම් වගුරන්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දොස් පහ කොට</a:t>
            </a:r>
          </a:p>
        </p:txBody>
      </p:sp>
      <p:sp>
        <p:nvSpPr>
          <p:cNvPr id="6419" name="TextBox 3"/>
          <p:cNvSpPr txBox="1"/>
          <p:nvPr/>
        </p:nvSpPr>
        <p:spPr>
          <a:xfrm>
            <a:off x="3246119" y="3962399"/>
            <a:ext cx="549021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පෙම් පළමුවෙන්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දා යැදීමෙන්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නාසරෙත් නිවෙසින්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ආදිරිසයක් දෙන්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1" name="TextBox 1"/>
          <p:cNvSpPr txBox="1"/>
          <p:nvPr/>
        </p:nvSpPr>
        <p:spPr>
          <a:xfrm>
            <a:off x="807719" y="1219199"/>
            <a:ext cx="5509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යටත් පහත් කමෙන්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සුවිනීත බවෙන්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මරියාවන් ලෙසින්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ප්‍රිය වන්</a:t>
            </a:r>
          </a:p>
        </p:txBody>
      </p:sp>
      <p:sp>
        <p:nvSpPr>
          <p:cNvPr id="6422" name="TextBox 2"/>
          <p:cNvSpPr txBox="1"/>
          <p:nvPr/>
        </p:nvSpPr>
        <p:spPr>
          <a:xfrm>
            <a:off x="3246119" y="3962399"/>
            <a:ext cx="549021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ලෙසින් ජෝසප් තුමන්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සම්පත් ම නො තකා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කළ සේ ම සේවා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කරන්ට ලැබේ වා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4" name="TextBox 1"/>
          <p:cNvSpPr txBox="1"/>
          <p:nvPr/>
        </p:nvSpPr>
        <p:spPr>
          <a:xfrm>
            <a:off x="807719" y="1219199"/>
            <a:ext cx="5509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ඔබාසිරි මගින්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සපලය එවන්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රිසි ලෙසින්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වසන්ට වරම් දෙන්</a:t>
            </a:r>
          </a:p>
        </p:txBody>
      </p:sp>
      <p:sp>
        <p:nvSpPr>
          <p:cNvPr id="6425" name="TextBox 2"/>
          <p:cNvSpPr txBox="1"/>
          <p:nvPr/>
        </p:nvSpPr>
        <p:spPr>
          <a:xfrm>
            <a:off x="3246119" y="3962399"/>
            <a:ext cx="549021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සමගින් සග සෙන්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පැසසුම් දෙන මෙන්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අන්තිමේ ගෙන යන්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දෙවි විමන්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7" name="TextBox 1"/>
          <p:cNvSpPr txBox="1"/>
          <p:nvPr/>
        </p:nvSpPr>
        <p:spPr>
          <a:xfrm>
            <a:off x="350519" y="304802"/>
            <a:ext cx="11277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640</a:t>
            </a:r>
          </a:p>
        </p:txBody>
      </p:sp>
      <p:sp>
        <p:nvSpPr>
          <p:cNvPr id="6428" name="TextBox 2"/>
          <p:cNvSpPr txBox="1"/>
          <p:nvPr/>
        </p:nvSpPr>
        <p:spPr>
          <a:xfrm>
            <a:off x="807719" y="1219199"/>
            <a:ext cx="5509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ක්‍රිස්තුස්නි ඔබ වෙසෙන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නමදින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නම නිත් ගැයෙන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නිවෙසක් මෙ තැන</a:t>
            </a:r>
          </a:p>
        </p:txBody>
      </p:sp>
      <p:sp>
        <p:nvSpPr>
          <p:cNvPr id="6429" name="TextBox 3"/>
          <p:cNvSpPr txBox="1"/>
          <p:nvPr/>
        </p:nvSpPr>
        <p:spPr>
          <a:xfrm>
            <a:off x="3246119" y="3962399"/>
            <a:ext cx="549021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නිවැසියාණන් අග තැන්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පිදෙයි නිවෙස් මුල් තැන්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හඩ අගේ කරයි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පිළිසරණ වෙයි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1" name="TextBox 1"/>
          <p:cNvSpPr txBox="1"/>
          <p:nvPr/>
        </p:nvSpPr>
        <p:spPr>
          <a:xfrm>
            <a:off x="807719" y="1219199"/>
            <a:ext cx="5509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දෙමාපිය දරු කැල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මිතුරන් එක් කළ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නමදින කල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සෙත් වේ පහළ</a:t>
            </a:r>
          </a:p>
        </p:txBody>
      </p:sp>
      <p:sp>
        <p:nvSpPr>
          <p:cNvPr id="6432" name="TextBox 2"/>
          <p:cNvSpPr txBox="1"/>
          <p:nvPr/>
        </p:nvSpPr>
        <p:spPr>
          <a:xfrm>
            <a:off x="3246119" y="3962399"/>
            <a:ext cx="549021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ලෙඩින් දුකින් පිඩිතවුන්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ගැන යදිමු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පෙමැත් හිමි ළං 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නිවෙස රකින්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4" name="TextBox 1"/>
          <p:cNvSpPr txBox="1"/>
          <p:nvPr/>
        </p:nvSpPr>
        <p:spPr>
          <a:xfrm>
            <a:off x="807719" y="1219199"/>
            <a:ext cx="55092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ලත් ආසිරි ගැන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තුති ගී පිදෙන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ආත්ම තොස් කෙරෙන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පැය මෙය වන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6" name="TextBox 1"/>
          <p:cNvSpPr txBox="1"/>
          <p:nvPr/>
        </p:nvSpPr>
        <p:spPr>
          <a:xfrm>
            <a:off x="579119" y="457201"/>
            <a:ext cx="9753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641</a:t>
            </a:r>
          </a:p>
        </p:txBody>
      </p:sp>
      <p:sp>
        <p:nvSpPr>
          <p:cNvPr id="6437" name="TextBox 2"/>
          <p:cNvSpPr txBox="1"/>
          <p:nvPr/>
        </p:nvSpPr>
        <p:spPr>
          <a:xfrm>
            <a:off x="1112519" y="1295402"/>
            <a:ext cx="70713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සිසිල අව්වැසි මද සුළං පිනි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සයුරු ගං දිය ඇලි වැනි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ඉසුරුබර සිරි ලකෙහි පින් බිම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අපට කානාන් දේසෙකි</a:t>
            </a:r>
          </a:p>
        </p:txBody>
      </p:sp>
      <p:sp>
        <p:nvSpPr>
          <p:cNvPr id="6438" name="TextBox 3"/>
          <p:cNvSpPr txBox="1"/>
          <p:nvPr/>
        </p:nvSpPr>
        <p:spPr>
          <a:xfrm>
            <a:off x="3393583" y="4437112"/>
            <a:ext cx="4877113" cy="263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වඩිනු මැන කිතු සමිදුනේ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ඉන්න අපගේ පෙරමුණේ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අපේ ඒඩියන් අපේ සවියත්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ගන්න දියුණුට රට දැයේ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0" name="TextBox 1"/>
          <p:cNvSpPr txBox="1"/>
          <p:nvPr/>
        </p:nvSpPr>
        <p:spPr>
          <a:xfrm>
            <a:off x="1112519" y="1295402"/>
            <a:ext cx="70713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සාර පොළොවත් දෑතේ සවියත්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එකට එක් වන විට අපේ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පලින් බර සිරි ලකෙහි පින් බිම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අපට ඒදන් උයනෙකි</a:t>
            </a:r>
          </a:p>
        </p:txBody>
      </p:sp>
      <p:sp>
        <p:nvSpPr>
          <p:cNvPr id="6441" name="TextBox 2"/>
          <p:cNvSpPr txBox="1"/>
          <p:nvPr/>
        </p:nvSpPr>
        <p:spPr>
          <a:xfrm>
            <a:off x="3393583" y="4437112"/>
            <a:ext cx="4877113" cy="263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වඩිනු මැන කිතු සමිදුනේ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ඉන්න අපගේ පෙරමුණේ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අපේ ඒඩියන් අපේ සවියත්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ගන්න දියුණුට රට දැයේ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3" name="TextBox 1"/>
          <p:cNvSpPr txBox="1"/>
          <p:nvPr/>
        </p:nvSpPr>
        <p:spPr>
          <a:xfrm>
            <a:off x="1112519" y="1295402"/>
            <a:ext cx="7071362" cy="272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අලසකම හැර දුබල ගති හැරැ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පෙරට ආවොත් නිරතුරේ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වීරකම් කළ දු පුතුන් දිනු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හෙළය දාවිත් පුරයෙකි</a:t>
            </a:r>
          </a:p>
        </p:txBody>
      </p:sp>
      <p:sp>
        <p:nvSpPr>
          <p:cNvPr id="6444" name="TextBox 2"/>
          <p:cNvSpPr txBox="1"/>
          <p:nvPr/>
        </p:nvSpPr>
        <p:spPr>
          <a:xfrm>
            <a:off x="3393583" y="4437112"/>
            <a:ext cx="4877113" cy="263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වඩිනු මැන කිතු සමිදුනේ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ඉන්න අපගේ පෙරමුණේ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අපේ ඒඩියන් අපේ සවියත්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ගන්න දියුණුට රට දැයේ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6" name="TextBox 3"/>
          <p:cNvSpPr txBox="1"/>
          <p:nvPr/>
        </p:nvSpPr>
        <p:spPr>
          <a:xfrm>
            <a:off x="579119" y="457201"/>
            <a:ext cx="9753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643</a:t>
            </a:r>
          </a:p>
        </p:txBody>
      </p:sp>
      <p:sp>
        <p:nvSpPr>
          <p:cNvPr id="6447" name="TextBox 4"/>
          <p:cNvSpPr txBox="1"/>
          <p:nvPr/>
        </p:nvSpPr>
        <p:spPr>
          <a:xfrm>
            <a:off x="1112519" y="1295402"/>
            <a:ext cx="70713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සමිදුනි දිවයින්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මුහුදේ මැණික් 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එන තෙක් තෙදින්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සිටියි අණ දුන් මෙන්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 රටටත් ඒ ලෙසින්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ආසිරි දෙන මෙන්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අවදි ව ම නිතින්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යදිමු ඔබ ගෙන්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9" name="TextBox 1"/>
          <p:cNvSpPr txBox="1"/>
          <p:nvPr/>
        </p:nvSpPr>
        <p:spPr>
          <a:xfrm>
            <a:off x="1036319" y="1066802"/>
            <a:ext cx="6461762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පියාණෙනි බෙලෙන් යුත්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එවන් සිරි වෙසෙස්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සපිරි සුනිල් කෙත් වත්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ගම් නියම්  ගම් පෙදෙස්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කදු හෙල් අවට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මුහුදු තෙර 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වසන්නෝ සතුටිනි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වෙත් වා ඔබ සුතන්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" name="TextBox 1"/>
          <p:cNvSpPr txBox="1"/>
          <p:nvPr/>
        </p:nvSpPr>
        <p:spPr>
          <a:xfrm>
            <a:off x="1229061" y="914402"/>
            <a:ext cx="7071361" cy="5418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රටෙහි සාමදානේ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නීති පවතින්ටත්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සැබෑ පෙම් යුත් සිතින්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එක්සත් වෙන්ටත්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යටත් පහත් කමිනි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වැඩ කරන මෙන්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සෙත් දෙනු පියාණෙනි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 තෙක් සමිදුන්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3" name="TextBox 1"/>
          <p:cNvSpPr txBox="1"/>
          <p:nvPr/>
        </p:nvSpPr>
        <p:spPr>
          <a:xfrm>
            <a:off x="1112519" y="860993"/>
            <a:ext cx="7833362" cy="5418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ශ්‍රී ලංකා දෙන්න සවන්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යේසුස්ගේ හඩට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පා නමදිමින්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නගන් ගී සොදට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දිවයින රකිමින්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සේවයේ යෙදෙමින්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සපිරෙන තෙක් සිරින්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පිදෙමු සියල්ලෙන්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5" name="Content Placeholder 2"/>
          <p:cNvSpPr txBox="1"/>
          <p:nvPr>
            <p:ph type="body" idx="1"/>
          </p:nvPr>
        </p:nvSpPr>
        <p:spPr>
          <a:xfrm>
            <a:off x="457200" y="1060965"/>
            <a:ext cx="8229600" cy="5105401"/>
          </a:xfrm>
          <a:prstGeom prst="rect">
            <a:avLst/>
          </a:prstGeom>
        </p:spPr>
        <p:txBody>
          <a:bodyPr/>
          <a:lstStyle/>
          <a:p>
            <a:pPr marL="0" indent="0" defTabSz="420623">
              <a:spcBef>
                <a:spcPts val="900"/>
              </a:spcBef>
              <a:buSzTx/>
              <a:buFont typeface="Wingdings 3"/>
              <a:buNone/>
              <a:defRPr b="1" sz="40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පිය කරුණා විලසින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473202" indent="-473202" defTabSz="420623">
              <a:spcBef>
                <a:spcPts val="900"/>
              </a:spcBef>
              <a:buSzTx/>
              <a:buFont typeface="Wingdings 3"/>
              <a:buNone/>
              <a:defRPr b="1" sz="40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සාමය රජයන දිනයක්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473202" indent="-473202" defTabSz="420623">
              <a:spcBef>
                <a:spcPts val="900"/>
              </a:spcBef>
              <a:buSzTx/>
              <a:buFont typeface="Wingdings 3"/>
              <a:buNone/>
              <a:defRPr b="1" sz="404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 තල දකිනා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මිහි තල දකිනා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473202" indent="-473202" defTabSz="420623">
              <a:spcBef>
                <a:spcPts val="900"/>
              </a:spcBef>
              <a:buSzTx/>
              <a:buFont typeface="Wingdings 3"/>
              <a:buNone/>
              <a:defRPr b="1" sz="1656"/>
            </a:pPr>
          </a:p>
          <a:p>
            <a:pPr marL="473202" indent="-473202" defTabSz="420623">
              <a:spcBef>
                <a:spcPts val="900"/>
              </a:spcBef>
              <a:buSzTx/>
              <a:buFont typeface="Wingdings 3"/>
              <a:buNone/>
              <a:defRPr b="1" sz="1656"/>
            </a:pPr>
            <a:r>
              <a:t>		</a:t>
            </a:r>
            <a:r>
              <a:rPr sz="3312">
                <a:latin typeface="+mj-lt"/>
                <a:ea typeface="+mj-ea"/>
                <a:cs typeface="+mj-cs"/>
                <a:sym typeface="Helvetica"/>
              </a:rPr>
              <a:t>මහිමය වේ වා දෙවිදුට</a:t>
            </a:r>
            <a:endParaRPr sz="3312">
              <a:latin typeface="+mj-lt"/>
              <a:ea typeface="+mj-ea"/>
              <a:cs typeface="+mj-cs"/>
              <a:sym typeface="Helvetica"/>
            </a:endParaRPr>
          </a:p>
          <a:p>
            <a:pPr marL="473202" indent="-473202" defTabSz="420623">
              <a:spcBef>
                <a:spcPts val="900"/>
              </a:spcBef>
              <a:buSzTx/>
              <a:buFont typeface="Wingdings 3"/>
              <a:buNone/>
              <a:defRPr b="1" sz="331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මිහි පිට වේ වා සාමය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473202" indent="-473202" defTabSz="420623">
              <a:spcBef>
                <a:spcPts val="900"/>
              </a:spcBef>
              <a:buSzTx/>
              <a:buFont typeface="Wingdings 3"/>
              <a:buNone/>
              <a:defRPr b="1" sz="331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හොද හිත පැතෙනා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හොද හිත පැතෙනා</a:t>
            </a:r>
          </a:p>
        </p:txBody>
      </p:sp>
      <p:sp>
        <p:nvSpPr>
          <p:cNvPr id="6456" name="Rectangle 1"/>
          <p:cNvSpPr txBox="1"/>
          <p:nvPr/>
        </p:nvSpPr>
        <p:spPr>
          <a:xfrm>
            <a:off x="426719" y="228599"/>
            <a:ext cx="128016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646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8" name="Content Placeholder 2"/>
          <p:cNvSpPr txBox="1"/>
          <p:nvPr>
            <p:ph type="body" idx="1"/>
          </p:nvPr>
        </p:nvSpPr>
        <p:spPr>
          <a:xfrm>
            <a:off x="228600" y="457200"/>
            <a:ext cx="8686800" cy="6172200"/>
          </a:xfrm>
          <a:prstGeom prst="rect">
            <a:avLst/>
          </a:prstGeom>
        </p:spPr>
        <p:txBody>
          <a:bodyPr/>
          <a:lstStyle/>
          <a:p>
            <a:pPr>
              <a:buSzTx/>
              <a:buFont typeface="Wingdings 3"/>
              <a:buNone/>
              <a:defRPr b="1"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 තල වෙසෙනා සැම දන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514350" indent="-514350">
              <a:buSzTx/>
              <a:buFont typeface="Wingdings 3"/>
              <a:buNone/>
              <a:defRPr b="1"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සුදු කළු බේදය පහ කර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514350" indent="-514350">
              <a:buSzTx/>
              <a:buFont typeface="Wingdings 3"/>
              <a:buNone/>
              <a:defRPr b="1"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සොහොයුරු වේවා </a:t>
            </a:r>
            <a:r>
              <a:t>- 	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සොහොයුරු වේවා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514350" indent="-514350">
              <a:buAutoNum type="arabicPeriod" startAt="1"/>
              <a:defRPr b="1"/>
            </a:pPr>
          </a:p>
          <a:p>
            <a:pPr marL="514350" indent="-514350">
              <a:buSzTx/>
              <a:buFont typeface="Wingdings 3"/>
              <a:buNone/>
              <a:defRPr b="1"/>
            </a:pPr>
            <a:r>
              <a:t>		</a:t>
            </a:r>
            <a:r>
              <a:rPr sz="3600">
                <a:latin typeface="+mj-lt"/>
                <a:ea typeface="+mj-ea"/>
                <a:cs typeface="+mj-cs"/>
                <a:sym typeface="Helvetica"/>
              </a:rPr>
              <a:t>මහිමය වේ වා දෙවිදුට</a:t>
            </a:r>
            <a:endParaRPr sz="3600">
              <a:latin typeface="+mj-lt"/>
              <a:ea typeface="+mj-ea"/>
              <a:cs typeface="+mj-cs"/>
              <a:sym typeface="Helvetica"/>
            </a:endParaRPr>
          </a:p>
          <a:p>
            <a:pPr marL="514350" indent="-514350">
              <a:buSzTx/>
              <a:buFont typeface="Wingdings 3"/>
              <a:buNone/>
              <a:defRPr b="1"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මිහි පිට වේ වා සාමය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514350" indent="-514350">
              <a:buSzTx/>
              <a:buFont typeface="Wingdings 3"/>
              <a:buNone/>
              <a:defRPr b="1"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හොද හිත පැතෙනා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හොද හිත පැතෙනා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0" name="Content Placeholder 2"/>
          <p:cNvSpPr txBox="1"/>
          <p:nvPr>
            <p:ph type="body" idx="1"/>
          </p:nvPr>
        </p:nvSpPr>
        <p:spPr>
          <a:xfrm>
            <a:off x="457200" y="304800"/>
            <a:ext cx="8229600" cy="6172200"/>
          </a:xfrm>
          <a:prstGeom prst="rect">
            <a:avLst/>
          </a:prstGeom>
        </p:spPr>
        <p:txBody>
          <a:bodyPr/>
          <a:lstStyle/>
          <a:p>
            <a:pPr>
              <a:buSzTx/>
              <a:buFont typeface="Wingdings 3"/>
              <a:buNone/>
              <a:defRPr b="1"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ඇති නැති වෙනසක් නොමැති ව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514350" indent="-514350">
              <a:buSzTx/>
              <a:buFont typeface="Wingdings 3"/>
              <a:buNone/>
              <a:defRPr b="1"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තාඩන පීඩන නැති කර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514350" indent="-514350">
              <a:buSzTx/>
              <a:buFont typeface="Wingdings 3"/>
              <a:buNone/>
              <a:defRPr b="1"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ජිවිත ගෙවනා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ජිවිත ගෙවනා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514350" indent="-514350">
              <a:buSzTx/>
              <a:buFont typeface="Wingdings 3"/>
              <a:buNone/>
              <a:defRPr b="1" sz="4400"/>
            </a:pPr>
            <a:r>
              <a:t> </a:t>
            </a:r>
          </a:p>
          <a:p>
            <a:pPr marL="514350" indent="-514350">
              <a:buSzTx/>
              <a:buFont typeface="Wingdings 3"/>
              <a:buNone/>
              <a:defRPr b="1"/>
            </a:pPr>
            <a:r>
              <a:t>		</a:t>
            </a:r>
            <a:r>
              <a:rPr sz="3600">
                <a:latin typeface="+mj-lt"/>
                <a:ea typeface="+mj-ea"/>
                <a:cs typeface="+mj-cs"/>
                <a:sym typeface="Helvetica"/>
              </a:rPr>
              <a:t>මහිමය වේ වා දෙවිදුට</a:t>
            </a:r>
            <a:endParaRPr sz="3600">
              <a:latin typeface="+mj-lt"/>
              <a:ea typeface="+mj-ea"/>
              <a:cs typeface="+mj-cs"/>
              <a:sym typeface="Helvetica"/>
            </a:endParaRPr>
          </a:p>
          <a:p>
            <a:pPr marL="514350" indent="-514350">
              <a:buSzTx/>
              <a:buFont typeface="Wingdings 3"/>
              <a:buNone/>
              <a:defRPr b="1"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මිහි පිට වේ වා සාමය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514350" indent="-514350">
              <a:buSzTx/>
              <a:buFont typeface="Wingdings 3"/>
              <a:buNone/>
              <a:defRPr b="1"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හොද හිත පැතෙනා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හොද හිත පැතෙනා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2" name="Content Placeholder 2"/>
          <p:cNvSpPr txBox="1"/>
          <p:nvPr>
            <p:ph type="body" idx="1"/>
          </p:nvPr>
        </p:nvSpPr>
        <p:spPr>
          <a:xfrm>
            <a:off x="457200" y="304800"/>
            <a:ext cx="8229600" cy="6172200"/>
          </a:xfrm>
          <a:prstGeom prst="rect">
            <a:avLst/>
          </a:prstGeom>
        </p:spPr>
        <p:txBody>
          <a:bodyPr/>
          <a:lstStyle/>
          <a:p>
            <a:pPr>
              <a:buSzTx/>
              <a:buFont typeface="Wingdings 3"/>
              <a:buNone/>
              <a:defRPr b="1"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ආගම ධර්මයෙ පිහිටුණ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514350" indent="-514350">
              <a:buSzTx/>
              <a:buFont typeface="Wingdings 3"/>
              <a:buNone/>
              <a:defRPr b="1"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ජිවිත යුතු මග ගෙන යන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514350" indent="-514350">
              <a:buSzTx/>
              <a:buFont typeface="Wingdings 3"/>
              <a:buNone/>
              <a:defRPr b="1"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කාලය පැතෙනා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කාලය පැතෙනා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514350" indent="-514350">
              <a:buSzTx/>
              <a:buFont typeface="Wingdings 3"/>
              <a:buNone/>
              <a:defRPr b="1"/>
            </a:pPr>
          </a:p>
          <a:p>
            <a:pPr marL="514350" indent="-514350">
              <a:buSzTx/>
              <a:buFont typeface="Wingdings 3"/>
              <a:buNone/>
              <a:defRPr b="1"/>
            </a:pPr>
            <a:r>
              <a:t>		</a:t>
            </a:r>
            <a:r>
              <a:rPr sz="3600">
                <a:latin typeface="+mj-lt"/>
                <a:ea typeface="+mj-ea"/>
                <a:cs typeface="+mj-cs"/>
                <a:sym typeface="Helvetica"/>
              </a:rPr>
              <a:t>මහිමය වේ වා දෙවිදුට</a:t>
            </a:r>
            <a:endParaRPr sz="3600">
              <a:latin typeface="+mj-lt"/>
              <a:ea typeface="+mj-ea"/>
              <a:cs typeface="+mj-cs"/>
              <a:sym typeface="Helvetica"/>
            </a:endParaRPr>
          </a:p>
          <a:p>
            <a:pPr marL="514350" indent="-514350">
              <a:buSzTx/>
              <a:buFont typeface="Wingdings 3"/>
              <a:buNone/>
              <a:defRPr b="1"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මිහි පිට වේ වා සාමය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514350" indent="-514350">
              <a:buSzTx/>
              <a:buFont typeface="Wingdings 3"/>
              <a:buNone/>
              <a:defRPr b="1"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හොද හිත පැතෙනා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හොද හිත පැතෙනා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4" name="Content Placeholder 2"/>
          <p:cNvSpPr txBox="1"/>
          <p:nvPr>
            <p:ph type="body" idx="1"/>
          </p:nvPr>
        </p:nvSpPr>
        <p:spPr>
          <a:xfrm>
            <a:off x="457200" y="838200"/>
            <a:ext cx="8229600" cy="5257800"/>
          </a:xfrm>
          <a:prstGeom prst="rect">
            <a:avLst/>
          </a:prstGeom>
        </p:spPr>
        <p:txBody>
          <a:bodyPr/>
          <a:lstStyle/>
          <a:p>
            <a:pPr marL="493775" indent="-493775" defTabSz="438911">
              <a:spcBef>
                <a:spcPts val="900"/>
              </a:spcBef>
              <a:buSzTx/>
              <a:buFont typeface="Wingdings 3"/>
              <a:buNone/>
              <a:defRPr b="1" sz="422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වෙඩි හඩ ගුගුරා පැතිරෙන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493775" indent="-493775" defTabSz="438911">
              <a:spcBef>
                <a:spcPts val="900"/>
              </a:spcBef>
              <a:buSzTx/>
              <a:buFont typeface="Wingdings 3"/>
              <a:buNone/>
              <a:defRPr b="1" sz="422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ජලකර පුපුරන විපතක්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493775" indent="-493775" defTabSz="438911">
              <a:spcBef>
                <a:spcPts val="900"/>
              </a:spcBef>
              <a:buSzTx/>
              <a:buFont typeface="Wingdings 3"/>
              <a:buNone/>
              <a:defRPr b="1" sz="422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 මත නොවනා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මිහි මත නොවනා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493775" indent="-493775" defTabSz="438911">
              <a:spcBef>
                <a:spcPts val="900"/>
              </a:spcBef>
              <a:buSzTx/>
              <a:buFont typeface="Wingdings 3"/>
              <a:buNone/>
              <a:defRPr b="1" sz="1727"/>
            </a:pPr>
          </a:p>
          <a:p>
            <a:pPr marL="493775" indent="-493775" defTabSz="438911">
              <a:spcBef>
                <a:spcPts val="900"/>
              </a:spcBef>
              <a:buSzTx/>
              <a:buFont typeface="Wingdings 3"/>
              <a:buNone/>
              <a:defRPr b="1" sz="1727"/>
            </a:pPr>
            <a:r>
              <a:t>		</a:t>
            </a:r>
            <a:r>
              <a:rPr sz="3455">
                <a:latin typeface="+mj-lt"/>
                <a:ea typeface="+mj-ea"/>
                <a:cs typeface="+mj-cs"/>
                <a:sym typeface="Helvetica"/>
              </a:rPr>
              <a:t>මහිමය වේ වා දෙවිදුට</a:t>
            </a:r>
            <a:endParaRPr sz="3455">
              <a:latin typeface="+mj-lt"/>
              <a:ea typeface="+mj-ea"/>
              <a:cs typeface="+mj-cs"/>
              <a:sym typeface="Helvetica"/>
            </a:endParaRPr>
          </a:p>
          <a:p>
            <a:pPr marL="493775" indent="-493775" defTabSz="438911">
              <a:spcBef>
                <a:spcPts val="900"/>
              </a:spcBef>
              <a:buSzTx/>
              <a:buFont typeface="Wingdings 3"/>
              <a:buNone/>
              <a:defRPr b="1" sz="3455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මිහි පිට වේ වා සාමය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493775" indent="-493775" defTabSz="438911">
              <a:spcBef>
                <a:spcPts val="900"/>
              </a:spcBef>
              <a:buSzTx/>
              <a:buFont typeface="Wingdings 3"/>
              <a:buNone/>
              <a:defRPr b="1" sz="3455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හොද හිත පැතෙනා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හොද හිත පැතෙනා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6" name="Content Placeholder 2"/>
          <p:cNvSpPr txBox="1"/>
          <p:nvPr>
            <p:ph type="body" idx="1"/>
          </p:nvPr>
        </p:nvSpPr>
        <p:spPr>
          <a:xfrm>
            <a:off x="152400" y="381000"/>
            <a:ext cx="8839200" cy="6172200"/>
          </a:xfrm>
          <a:prstGeom prst="rect">
            <a:avLst/>
          </a:prstGeom>
        </p:spPr>
        <p:txBody>
          <a:bodyPr/>
          <a:lstStyle/>
          <a:p>
            <a:pPr>
              <a:buSzTx/>
              <a:buFont typeface="Wingdings 3"/>
              <a:buNone/>
              <a:defRPr b="1"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මිනිසා මිනිසට අදරින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514350" indent="-514350">
              <a:buSzTx/>
              <a:buFont typeface="Wingdings 3"/>
              <a:buNone/>
              <a:defRPr b="1"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සොහොයුරු සෙනෙහස පාමින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514350" indent="-514350">
              <a:buSzTx/>
              <a:buFont typeface="Wingdings 3"/>
              <a:buNone/>
              <a:defRPr b="1"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හොද හිත පැතෙනා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හොද හිත පැතෙනා</a:t>
            </a:r>
          </a:p>
          <a:p>
            <a:pPr marL="514350" indent="-514350">
              <a:buSzTx/>
              <a:buFont typeface="Wingdings 3"/>
              <a:buNone/>
              <a:defRPr b="1"/>
            </a:pPr>
          </a:p>
          <a:p>
            <a:pPr marL="514350" indent="-514350">
              <a:buSzTx/>
              <a:buFont typeface="Wingdings 3"/>
              <a:buNone/>
              <a:defRPr b="1"/>
            </a:pPr>
            <a:r>
              <a:t>		</a:t>
            </a:r>
            <a:r>
              <a:rPr sz="3600">
                <a:latin typeface="+mj-lt"/>
                <a:ea typeface="+mj-ea"/>
                <a:cs typeface="+mj-cs"/>
                <a:sym typeface="Helvetica"/>
              </a:rPr>
              <a:t>මහිමය වේ වා දෙවිදුට</a:t>
            </a:r>
            <a:endParaRPr sz="3600">
              <a:latin typeface="+mj-lt"/>
              <a:ea typeface="+mj-ea"/>
              <a:cs typeface="+mj-cs"/>
              <a:sym typeface="Helvetica"/>
            </a:endParaRPr>
          </a:p>
          <a:p>
            <a:pPr marL="514350" indent="-514350">
              <a:buSzTx/>
              <a:buFont typeface="Wingdings 3"/>
              <a:buNone/>
              <a:defRPr b="1"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මිහි පිට වේ වා සාමය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514350" indent="-514350">
              <a:buSzTx/>
              <a:buFont typeface="Wingdings 3"/>
              <a:buNone/>
              <a:defRPr b="1"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හොද හිත පැතෙනා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හොද හිත පැතෙනා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8" name="Content Placeholder 2"/>
          <p:cNvSpPr txBox="1"/>
          <p:nvPr>
            <p:ph type="body" idx="1"/>
          </p:nvPr>
        </p:nvSpPr>
        <p:spPr>
          <a:xfrm>
            <a:off x="457200" y="304800"/>
            <a:ext cx="8229600" cy="6172200"/>
          </a:xfrm>
          <a:prstGeom prst="rect">
            <a:avLst/>
          </a:prstGeom>
        </p:spPr>
        <p:txBody>
          <a:bodyPr/>
          <a:lstStyle/>
          <a:p>
            <a:pPr>
              <a:buSzTx/>
              <a:buFont typeface="Wingdings 3"/>
              <a:buNone/>
              <a:defRPr b="1"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 හිත නගමින ගොවිපළ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514350" indent="-514350">
              <a:buSzTx/>
              <a:buFont typeface="Wingdings 3"/>
              <a:buNone/>
              <a:defRPr b="1"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එකතුව වැඩිකර කම්හල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514350" indent="-514350">
              <a:buSzTx/>
              <a:buFont typeface="Wingdings 3"/>
              <a:buNone/>
              <a:defRPr b="1"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රට දැය වඩනා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රට දැය වඩනා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514350" indent="-514350">
              <a:buSzTx/>
              <a:buFont typeface="Wingdings 3"/>
              <a:buNone/>
              <a:defRPr b="1"/>
            </a:pPr>
          </a:p>
          <a:p>
            <a:pPr marL="514350" indent="-514350">
              <a:buSzTx/>
              <a:buFont typeface="Wingdings 3"/>
              <a:buNone/>
              <a:defRPr b="1"/>
            </a:pPr>
            <a:r>
              <a:t>		</a:t>
            </a:r>
            <a:r>
              <a:rPr sz="3600">
                <a:latin typeface="+mj-lt"/>
                <a:ea typeface="+mj-ea"/>
                <a:cs typeface="+mj-cs"/>
                <a:sym typeface="Helvetica"/>
              </a:rPr>
              <a:t>මහිමය වේ වා දෙවිදුට</a:t>
            </a:r>
            <a:endParaRPr sz="3600">
              <a:latin typeface="+mj-lt"/>
              <a:ea typeface="+mj-ea"/>
              <a:cs typeface="+mj-cs"/>
              <a:sym typeface="Helvetica"/>
            </a:endParaRPr>
          </a:p>
          <a:p>
            <a:pPr marL="514350" indent="-514350">
              <a:buSzTx/>
              <a:buFont typeface="Wingdings 3"/>
              <a:buNone/>
              <a:defRPr b="1"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මිහි පිට වේ වා සාමය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514350" indent="-514350">
              <a:buSzTx/>
              <a:buFont typeface="Wingdings 3"/>
              <a:buNone/>
              <a:defRPr b="1"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හොද හිත පැතෙනා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හොද හිත පැතෙනා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0" name="Content Placeholder 2"/>
          <p:cNvSpPr txBox="1"/>
          <p:nvPr>
            <p:ph type="body" idx="1"/>
          </p:nvPr>
        </p:nvSpPr>
        <p:spPr>
          <a:xfrm>
            <a:off x="457200" y="838200"/>
            <a:ext cx="8229600" cy="5410200"/>
          </a:xfrm>
          <a:prstGeom prst="rect">
            <a:avLst/>
          </a:prstGeom>
        </p:spPr>
        <p:txBody>
          <a:bodyPr/>
          <a:lstStyle/>
          <a:p>
            <a:pPr marL="336042" indent="-336042" defTabSz="448055">
              <a:spcBef>
                <a:spcPts val="900"/>
              </a:spcBef>
              <a:buSzTx/>
              <a:buFont typeface="Wingdings 3"/>
              <a:buNone/>
              <a:defRPr b="1" sz="431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අල්ලස දුෂණ මැඩලන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504063" indent="-504063" defTabSz="448055">
              <a:spcBef>
                <a:spcPts val="900"/>
              </a:spcBef>
              <a:buSzTx/>
              <a:buFont typeface="Wingdings 3"/>
              <a:buNone/>
              <a:defRPr b="1" sz="431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සාමය සැම දා රජයන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504063" indent="-504063" defTabSz="448055">
              <a:spcBef>
                <a:spcPts val="900"/>
              </a:spcBef>
              <a:buSzTx/>
              <a:buFont typeface="Wingdings 3"/>
              <a:buNone/>
              <a:defRPr b="1" sz="4312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යුගයක් එනවා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යුගයක් එනවා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504063" indent="-504063" defTabSz="448055">
              <a:spcBef>
                <a:spcPts val="900"/>
              </a:spcBef>
              <a:buSzTx/>
              <a:buFont typeface="Wingdings 3"/>
              <a:buNone/>
              <a:defRPr b="1" sz="1764"/>
            </a:pPr>
          </a:p>
          <a:p>
            <a:pPr marL="504063" indent="-504063" defTabSz="448055">
              <a:spcBef>
                <a:spcPts val="900"/>
              </a:spcBef>
              <a:buSzTx/>
              <a:buFont typeface="Wingdings 3"/>
              <a:buNone/>
              <a:defRPr b="1" sz="1764"/>
            </a:pPr>
            <a:r>
              <a:t>		</a:t>
            </a:r>
            <a:r>
              <a:rPr sz="3528">
                <a:latin typeface="+mj-lt"/>
                <a:ea typeface="+mj-ea"/>
                <a:cs typeface="+mj-cs"/>
                <a:sym typeface="Helvetica"/>
              </a:rPr>
              <a:t>මහිමය වේ වා දෙවිදුට</a:t>
            </a:r>
            <a:endParaRPr sz="3528">
              <a:latin typeface="+mj-lt"/>
              <a:ea typeface="+mj-ea"/>
              <a:cs typeface="+mj-cs"/>
              <a:sym typeface="Helvetica"/>
            </a:endParaRPr>
          </a:p>
          <a:p>
            <a:pPr marL="504063" indent="-504063" defTabSz="448055">
              <a:spcBef>
                <a:spcPts val="900"/>
              </a:spcBef>
              <a:buSzTx/>
              <a:buFont typeface="Wingdings 3"/>
              <a:buNone/>
              <a:defRPr b="1" sz="352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මිහි පිට වේ වා සාමය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504063" indent="-504063" defTabSz="448055">
              <a:spcBef>
                <a:spcPts val="900"/>
              </a:spcBef>
              <a:buSzTx/>
              <a:buFont typeface="Wingdings 3"/>
              <a:buNone/>
              <a:defRPr b="1" sz="3528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හොද හිත පැතෙනා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හොද හිත පැතෙනා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2" name="Content Placeholder 2"/>
          <p:cNvSpPr txBox="1"/>
          <p:nvPr>
            <p:ph type="body" idx="1"/>
          </p:nvPr>
        </p:nvSpPr>
        <p:spPr>
          <a:xfrm>
            <a:off x="457200" y="304800"/>
            <a:ext cx="8229600" cy="6324600"/>
          </a:xfrm>
          <a:prstGeom prst="rect">
            <a:avLst/>
          </a:prstGeom>
        </p:spPr>
        <p:txBody>
          <a:bodyPr/>
          <a:lstStyle/>
          <a:p>
            <a:pPr>
              <a:buSzTx/>
              <a:buFont typeface="Wingdings 3"/>
              <a:buNone/>
              <a:defRPr b="1"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සිරි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ලක සාමය පැතිරෙන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514350" indent="-514350">
              <a:buSzTx/>
              <a:buFont typeface="Wingdings 3"/>
              <a:buNone/>
              <a:defRPr b="1"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දහමින් සැම දෑ ඉටු වන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514350" indent="-514350">
              <a:buSzTx/>
              <a:buFont typeface="Wingdings 3"/>
              <a:buNone/>
              <a:defRPr b="1" sz="4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දිනයක් එනවා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දිනයක් එනවා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514350" indent="-514350">
              <a:buSzTx/>
              <a:buFont typeface="Wingdings 3"/>
              <a:buNone/>
              <a:defRPr b="1"/>
            </a:pPr>
          </a:p>
          <a:p>
            <a:pPr marL="514350" indent="-514350">
              <a:buSzTx/>
              <a:buFont typeface="Wingdings 3"/>
              <a:buNone/>
              <a:defRPr b="1"/>
            </a:pPr>
            <a:r>
              <a:t>		</a:t>
            </a:r>
            <a:r>
              <a:rPr sz="3600">
                <a:latin typeface="+mj-lt"/>
                <a:ea typeface="+mj-ea"/>
                <a:cs typeface="+mj-cs"/>
                <a:sym typeface="Helvetica"/>
              </a:rPr>
              <a:t>මහිමය වේ වා දෙවිදුට</a:t>
            </a:r>
            <a:endParaRPr sz="3600">
              <a:latin typeface="+mj-lt"/>
              <a:ea typeface="+mj-ea"/>
              <a:cs typeface="+mj-cs"/>
              <a:sym typeface="Helvetica"/>
            </a:endParaRPr>
          </a:p>
          <a:p>
            <a:pPr marL="514350" indent="-514350">
              <a:buSzTx/>
              <a:buFont typeface="Wingdings 3"/>
              <a:buNone/>
              <a:defRPr b="1"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මිහි පිට වේ වා සාමය 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514350" indent="-514350">
              <a:buSzTx/>
              <a:buFont typeface="Wingdings 3"/>
              <a:buNone/>
              <a:defRPr b="1" sz="36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		හොද හිත පැතෙනා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හොද හිත පැතෙනා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514350" indent="-514350">
              <a:buSzTx/>
              <a:buFont typeface="Wingdings 3"/>
              <a:buNone/>
              <a:defRPr b="1" sz="3600"/>
            </a:pPr>
            <a:r>
              <a:t>							</a:t>
            </a:r>
            <a:r>
              <a:rPr sz="2400">
                <a:latin typeface="+mj-lt"/>
                <a:ea typeface="+mj-ea"/>
                <a:cs typeface="+mj-cs"/>
                <a:sym typeface="Helvetica"/>
              </a:rPr>
              <a:t>සී</a:t>
            </a:r>
            <a:r>
              <a:rPr sz="2400"/>
              <a:t>. </a:t>
            </a:r>
            <a:r>
              <a:rPr sz="2400">
                <a:latin typeface="+mj-lt"/>
                <a:ea typeface="+mj-ea"/>
                <a:cs typeface="+mj-cs"/>
                <a:sym typeface="Helvetica"/>
              </a:rPr>
              <a:t>එම්</a:t>
            </a:r>
            <a:r>
              <a:rPr sz="2400"/>
              <a:t>. </a:t>
            </a:r>
            <a:r>
              <a:rPr sz="2400">
                <a:latin typeface="+mj-lt"/>
                <a:ea typeface="+mj-ea"/>
                <a:cs typeface="+mj-cs"/>
                <a:sym typeface="Helvetica"/>
              </a:rPr>
              <a:t>ඉලංගසේකර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4" name="TextBox 3"/>
          <p:cNvSpPr txBox="1"/>
          <p:nvPr/>
        </p:nvSpPr>
        <p:spPr>
          <a:xfrm>
            <a:off x="1112519" y="1295401"/>
            <a:ext cx="70713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 වෙත මිහි තල සපයන දේ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යුක්තිය සදාරණය ලෙදේ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ජන සතු කරවන ලෙස සමිදේ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ජාතින් සුවය පතා ම යැදේ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පේමෙන් හා සේවයෙන් පිරිදිවියක් පතනෙමු සතට පිරි</a:t>
            </a:r>
          </a:p>
        </p:txBody>
      </p:sp>
      <p:sp>
        <p:nvSpPr>
          <p:cNvPr id="6475" name="TextBox 5"/>
          <p:cNvSpPr txBox="1"/>
          <p:nvPr/>
        </p:nvSpPr>
        <p:spPr>
          <a:xfrm>
            <a:off x="513263" y="309532"/>
            <a:ext cx="1203961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648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7" name="TextBox 3"/>
          <p:cNvSpPr txBox="1"/>
          <p:nvPr/>
        </p:nvSpPr>
        <p:spPr>
          <a:xfrm>
            <a:off x="1112519" y="1295401"/>
            <a:ext cx="70713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පහ කළ මැන ලොව සම බාදා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ජිවිතයට එන රුපුන් සදා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වෙන් වන මිනිසාගෙන් මිනිසා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දුර ලනු බේදය සෙත උදෙසා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යුත් මග යන අප පොදු ගමනේ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කෙටි කල් දිවියට වනු සරණේ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9" name="TextBox 3"/>
          <p:cNvSpPr txBox="1"/>
          <p:nvPr/>
        </p:nvSpPr>
        <p:spPr>
          <a:xfrm>
            <a:off x="1112519" y="1295401"/>
            <a:ext cx="70713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ලොව වියවුලෙන් මුදා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නිදහස වෙත යන මග පහදා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සක බිය තොර සාමයෙන් සදා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විසුමට සලසනු ඔබ නමදා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යහපත පිරි නව ජිවිතයේ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කැඩපත වනු ඔබ ම දෙවි පියේ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" name="TextBox 3"/>
          <p:cNvSpPr txBox="1"/>
          <p:nvPr/>
        </p:nvSpPr>
        <p:spPr>
          <a:xfrm>
            <a:off x="1112519" y="1295401"/>
            <a:ext cx="7071362" cy="407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මවුම්කරුනි ඔබ නම උතුම්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මිනිස් වගෙහි ලියැවෙයි නොනිමි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වැඩෙනට ඔබ හා සම සම වී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කිතු දිවි සිහි කරවනු මැනවි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පිළිතුර වන සේවයේනී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ලෝව තම ඉරණම සොයා ගනී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3" name="TextBox 1"/>
          <p:cNvSpPr txBox="1"/>
          <p:nvPr/>
        </p:nvSpPr>
        <p:spPr>
          <a:xfrm>
            <a:off x="1036319" y="1142999"/>
            <a:ext cx="7452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වෙත් වසන් රැ වේගෙන එයි දැන්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ගනදුර වෙයි මා හිමි ළං වන්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සරණ හා නැත් කල සැනසුම්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සරණ ඔබ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 වෙත් වසන් </a:t>
            </a:r>
          </a:p>
        </p:txBody>
      </p:sp>
      <p:sp>
        <p:nvSpPr>
          <p:cNvPr id="6484" name="TextBox 2"/>
          <p:cNvSpPr txBox="1"/>
          <p:nvPr/>
        </p:nvSpPr>
        <p:spPr>
          <a:xfrm>
            <a:off x="513263" y="309532"/>
            <a:ext cx="1203961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665</a:t>
            </a:r>
          </a:p>
        </p:txBody>
      </p:sp>
      <p:sp>
        <p:nvSpPr>
          <p:cNvPr id="6485" name="TextBox 3"/>
          <p:cNvSpPr txBox="1"/>
          <p:nvPr/>
        </p:nvSpPr>
        <p:spPr>
          <a:xfrm>
            <a:off x="1036319" y="3886199"/>
            <a:ext cx="7452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ලුහු දිව් යයි සැණෙකින් ගෙවී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ලෝ සැපතත් නැත් වෙයි තොසිත් නිවී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වෙයි පිරිහුම් හා වෙනස් වීම් වටින්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නොවනස් වන් හිමි මා වෙත් වසන්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7" name="TextBox 1"/>
          <p:cNvSpPr txBox="1"/>
          <p:nvPr/>
        </p:nvSpPr>
        <p:spPr>
          <a:xfrm>
            <a:off x="883919" y="990599"/>
            <a:ext cx="7452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මරණය බිරම් දෙයක් නො වන්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ආදරයෙන් සෙත් රැගෙන වඩින්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දුකේ දී සැනසිල්ල වන්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කරුන්ගේ මිතු මා වෙත් වසන් </a:t>
            </a:r>
          </a:p>
        </p:txBody>
      </p:sp>
      <p:sp>
        <p:nvSpPr>
          <p:cNvPr id="6488" name="TextBox 2"/>
          <p:cNvSpPr txBox="1"/>
          <p:nvPr/>
        </p:nvSpPr>
        <p:spPr>
          <a:xfrm>
            <a:off x="883919" y="3581399"/>
            <a:ext cx="7223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මොහොතක් පාසා ම ඔබ මට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ඇත් නම් සාතන් පැරදේ එවිට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මට මග පෙන්වන සමිදුන්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 සැප දෙක්හි මා වෙත් වසන්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0" name="TextBox 1"/>
          <p:cNvSpPr txBox="1"/>
          <p:nvPr/>
        </p:nvSpPr>
        <p:spPr>
          <a:xfrm>
            <a:off x="655319" y="838199"/>
            <a:ext cx="78333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මා ලග නම් නො වෙමි බියක්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 තුනී වේ නෑ පීඩා බරක්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බිරම් මරු ජයක් ඇත් ද සොහොන්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මම් ජය ගනිමි මා වෙත් වසන් </a:t>
            </a:r>
          </a:p>
        </p:txBody>
      </p:sp>
      <p:sp>
        <p:nvSpPr>
          <p:cNvPr id="6491" name="TextBox 2"/>
          <p:cNvSpPr txBox="1"/>
          <p:nvPr/>
        </p:nvSpPr>
        <p:spPr>
          <a:xfrm>
            <a:off x="579119" y="3505199"/>
            <a:ext cx="7985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නෙත් වැසෙත්ම කුරුසේ පෙන්වන්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අදුර තුලින් සග මං දක්වන්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ලෝ පෙනෙයි පහ වී සේයාවන් 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නස්නා විටත් හිමි මා වෙත් වසන්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3" name="TextBox 3"/>
          <p:cNvSpPr txBox="1"/>
          <p:nvPr/>
        </p:nvSpPr>
        <p:spPr>
          <a:xfrm>
            <a:off x="274319" y="381002"/>
            <a:ext cx="12039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673</a:t>
            </a:r>
          </a:p>
        </p:txBody>
      </p:sp>
      <p:sp>
        <p:nvSpPr>
          <p:cNvPr id="6494" name="TextBox 4"/>
          <p:cNvSpPr txBox="1"/>
          <p:nvPr/>
        </p:nvSpPr>
        <p:spPr>
          <a:xfrm>
            <a:off x="922019" y="1036225"/>
            <a:ext cx="76809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තවත් වසරක් ගෙවුණා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පැසසුම් දෙව් පැසසුම්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නව වසරක් ලැබුණා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පැසසුම් දෙව් පැසසුම්</a:t>
            </a:r>
          </a:p>
        </p:txBody>
      </p:sp>
      <p:sp>
        <p:nvSpPr>
          <p:cNvPr id="6495" name="TextBox 5"/>
          <p:cNvSpPr txBox="1"/>
          <p:nvPr/>
        </p:nvSpPr>
        <p:spPr>
          <a:xfrm>
            <a:off x="3779519" y="4038601"/>
            <a:ext cx="47853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විශ්වය පසස් නගත් 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පිය නම වණත් 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 හිමි මග පෙන්වා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හෝසන්නා දෙව් හෝසන්නා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7" name="TextBox 1"/>
          <p:cNvSpPr txBox="1"/>
          <p:nvPr/>
        </p:nvSpPr>
        <p:spPr>
          <a:xfrm>
            <a:off x="3779519" y="4038601"/>
            <a:ext cx="47853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විශ්වය පසස් නගත් 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පිය නම වණත් 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 හිමි මග පෙන්වා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හෝසන්නා දෙව් හෝසන්නා</a:t>
            </a:r>
          </a:p>
        </p:txBody>
      </p:sp>
      <p:sp>
        <p:nvSpPr>
          <p:cNvPr id="6498" name="TextBox 2"/>
          <p:cNvSpPr txBox="1"/>
          <p:nvPr/>
        </p:nvSpPr>
        <p:spPr>
          <a:xfrm>
            <a:off x="883919" y="762001"/>
            <a:ext cx="64617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සැබෑවේ පටිය බදිව්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දම් ළය වැස්ම අදිව්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නිමි නැති සටනට දිවි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පිහිට වෙයි හිමි දෙව්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0" name="TextBox 1"/>
          <p:cNvSpPr txBox="1"/>
          <p:nvPr/>
        </p:nvSpPr>
        <p:spPr>
          <a:xfrm>
            <a:off x="3779519" y="4038601"/>
            <a:ext cx="47853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විශ්වය පසස් නගත් 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පිය නම වණත් 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 හිමි මග පෙන්වා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හෝසන්නා දෙව් හෝසන්නා</a:t>
            </a:r>
          </a:p>
        </p:txBody>
      </p:sp>
      <p:sp>
        <p:nvSpPr>
          <p:cNvPr id="6501" name="TextBox 2"/>
          <p:cNvSpPr txBox="1"/>
          <p:nvPr/>
        </p:nvSpPr>
        <p:spPr>
          <a:xfrm>
            <a:off x="579119" y="609601"/>
            <a:ext cx="66141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සුබසුන් වහන් පය ලව්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සාමදානේ පතුරව්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විස්වාසි පළිහ දරව්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නපුරෙන් ජය ගනිව්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3" name="TextBox 1"/>
          <p:cNvSpPr txBox="1"/>
          <p:nvPr/>
        </p:nvSpPr>
        <p:spPr>
          <a:xfrm>
            <a:off x="3779519" y="4038601"/>
            <a:ext cx="47853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විශ්වය පසස් නගත් 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පිය නම වණත් 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 හිමි මග පෙන්වා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හෝසන්නා දෙව් හෝසන්නා</a:t>
            </a:r>
          </a:p>
        </p:txBody>
      </p:sp>
      <p:sp>
        <p:nvSpPr>
          <p:cNvPr id="6504" name="TextBox 2"/>
          <p:cNvSpPr txBox="1"/>
          <p:nvPr/>
        </p:nvSpPr>
        <p:spPr>
          <a:xfrm>
            <a:off x="655319" y="685801"/>
            <a:ext cx="52425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විමුක්තියේ හිස් වැසුම් ලව්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සුරැකුම ලබව්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දම් කග අත දරව්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සුදත් හිමි අයදිව්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6" name="TextBox 1"/>
          <p:cNvSpPr txBox="1"/>
          <p:nvPr/>
        </p:nvSpPr>
        <p:spPr>
          <a:xfrm>
            <a:off x="3779519" y="4038601"/>
            <a:ext cx="47853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විශ්වය පසස් නගත් 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පිය නම වණත් 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 හිමි මග පෙන්වා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හෝසන්නා දෙව් හෝසන්නා</a:t>
            </a:r>
          </a:p>
        </p:txBody>
      </p:sp>
      <p:sp>
        <p:nvSpPr>
          <p:cNvPr id="6507" name="TextBox 2"/>
          <p:cNvSpPr txBox="1"/>
          <p:nvPr/>
        </p:nvSpPr>
        <p:spPr>
          <a:xfrm>
            <a:off x="731519" y="685801"/>
            <a:ext cx="56235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නව වසර ගමනේ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යයි පෙරමුණේ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අපත් එදෙස් බලමිනේ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ගමන අර</a:t>
            </a:r>
            <a:r>
              <a:rPr>
                <a:latin typeface="0KDARALIYA"/>
                <a:ea typeface="0KDARALIYA"/>
                <a:cs typeface="0KDARALIYA"/>
                <a:sym typeface="0KDARALIYA"/>
              </a:rPr>
              <a:t>U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න්නේ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9" name="TextBox 1"/>
          <p:cNvSpPr txBox="1"/>
          <p:nvPr/>
        </p:nvSpPr>
        <p:spPr>
          <a:xfrm>
            <a:off x="3779519" y="4038601"/>
            <a:ext cx="47853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හිමියෙනි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දිනට මෙ මාත්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සුදානම් වන ලෙසිනි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සෝදාලන් පව් මගේත්</a:t>
            </a:r>
          </a:p>
        </p:txBody>
      </p:sp>
      <p:sp>
        <p:nvSpPr>
          <p:cNvPr id="6510" name="TextBox 2"/>
          <p:cNvSpPr txBox="1"/>
          <p:nvPr/>
        </p:nvSpPr>
        <p:spPr>
          <a:xfrm>
            <a:off x="1188719" y="882306"/>
            <a:ext cx="56235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වසරින් වසර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ගෙවී ගොස් මේ ලෙසින්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තේජසට පත්වූවන්ට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වන්නෙමු අපිත්</a:t>
            </a:r>
          </a:p>
        </p:txBody>
      </p:sp>
      <p:sp>
        <p:nvSpPr>
          <p:cNvPr id="6511" name="TextBox 3"/>
          <p:cNvSpPr txBox="1"/>
          <p:nvPr/>
        </p:nvSpPr>
        <p:spPr>
          <a:xfrm>
            <a:off x="274319" y="228602"/>
            <a:ext cx="10515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674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3" name="TextBox 1"/>
          <p:cNvSpPr txBox="1"/>
          <p:nvPr/>
        </p:nvSpPr>
        <p:spPr>
          <a:xfrm>
            <a:off x="3779519" y="4038601"/>
            <a:ext cx="47853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හිමියෙනි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දිනට මෙ මාත්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සුදානම් වන ලෙසිනි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සෝදාලන් පව් මගේත්</a:t>
            </a:r>
          </a:p>
        </p:txBody>
      </p:sp>
      <p:sp>
        <p:nvSpPr>
          <p:cNvPr id="6514" name="TextBox 2"/>
          <p:cNvSpPr txBox="1"/>
          <p:nvPr/>
        </p:nvSpPr>
        <p:spPr>
          <a:xfrm>
            <a:off x="1188719" y="882306"/>
            <a:ext cx="56235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දවසින් දවස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යත්ම හිරු බැස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ශාන්තිකර ඒ රට 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සැපත් වමු තුට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6" name="TextBox 1"/>
          <p:cNvSpPr txBox="1"/>
          <p:nvPr/>
        </p:nvSpPr>
        <p:spPr>
          <a:xfrm>
            <a:off x="3779519" y="4038601"/>
            <a:ext cx="47853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හිමියෙනි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දිනට මෙ මාත්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සුදානම් වන ලෙසිනි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සෝදාලන් පව් මගේත්</a:t>
            </a:r>
          </a:p>
        </p:txBody>
      </p:sp>
      <p:sp>
        <p:nvSpPr>
          <p:cNvPr id="6517" name="TextBox 2"/>
          <p:cNvSpPr txBox="1"/>
          <p:nvPr/>
        </p:nvSpPr>
        <p:spPr>
          <a:xfrm>
            <a:off x="1188719" y="882306"/>
            <a:ext cx="56235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සුළං රැලෙන් රැළ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ලෙව්හි විඳ ගොස්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කුණාටු නැති ඒ පුර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ලබනෙමු සිත් ලෙස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9" name="TextBox 1"/>
          <p:cNvSpPr txBox="1"/>
          <p:nvPr/>
        </p:nvSpPr>
        <p:spPr>
          <a:xfrm>
            <a:off x="3779519" y="4038601"/>
            <a:ext cx="47853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හිමියෙනි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දිනට මෙ මාත්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සුදානම් වන ලෙසිනි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සෝදාලන් පව් මගේත්</a:t>
            </a:r>
          </a:p>
        </p:txBody>
      </p:sp>
      <p:sp>
        <p:nvSpPr>
          <p:cNvPr id="6520" name="TextBox 2"/>
          <p:cNvSpPr txBox="1"/>
          <p:nvPr/>
        </p:nvSpPr>
        <p:spPr>
          <a:xfrm>
            <a:off x="1188719" y="882306"/>
            <a:ext cx="56235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කඳුලෙන් කඳුළ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වියෝ දුක් නිමව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නැත් දේසයට ගොසින්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වසන්නෙමු තොසින්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2" name="TextBox 1"/>
          <p:cNvSpPr txBox="1"/>
          <p:nvPr/>
        </p:nvSpPr>
        <p:spPr>
          <a:xfrm>
            <a:off x="3779519" y="3733801"/>
            <a:ext cx="4785362" cy="242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හිමියෙනි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දිනට මෙ මාත්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සුදානම් වන ලෙසිනි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සෝදාලන් පව් මගේත්</a:t>
            </a:r>
          </a:p>
        </p:txBody>
      </p:sp>
      <p:sp>
        <p:nvSpPr>
          <p:cNvPr id="6523" name="TextBox 2"/>
          <p:cNvSpPr txBox="1"/>
          <p:nvPr/>
        </p:nvSpPr>
        <p:spPr>
          <a:xfrm>
            <a:off x="1188719" y="882306"/>
            <a:ext cx="56235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කලින් කල ගෙවෙයි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යලිත් වඩියි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වැ විසුමට අපත්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ගනියි එතුමන් වෙත්</a:t>
            </a:r>
          </a:p>
        </p:txBody>
      </p:sp>
      <p:sp>
        <p:nvSpPr>
          <p:cNvPr id="6524" name="TextBox 3"/>
          <p:cNvSpPr txBox="1"/>
          <p:nvPr/>
        </p:nvSpPr>
        <p:spPr>
          <a:xfrm>
            <a:off x="6446519" y="6092852"/>
            <a:ext cx="2423162" cy="821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පරිවර්තක </a:t>
            </a:r>
            <a:r>
              <a:t>:</a:t>
            </a:r>
          </a:p>
          <a:p>
            <a:pPr algn="r">
              <a:defRPr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සී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ඩබ්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 එස්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6" name="TextBox 1"/>
          <p:cNvSpPr txBox="1"/>
          <p:nvPr/>
        </p:nvSpPr>
        <p:spPr>
          <a:xfrm>
            <a:off x="274319" y="304800"/>
            <a:ext cx="1508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675</a:t>
            </a:r>
          </a:p>
        </p:txBody>
      </p:sp>
      <p:sp>
        <p:nvSpPr>
          <p:cNvPr id="6527" name="TextBox 4"/>
          <p:cNvSpPr txBox="1"/>
          <p:nvPr/>
        </p:nvSpPr>
        <p:spPr>
          <a:xfrm>
            <a:off x="1645920" y="990599"/>
            <a:ext cx="456124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එයි නව වසරක්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විවර දොරක්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දෙව් පෙම් සලකුණක්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අරුණෝදයක්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නොපෙනෙතත් දුර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 පෙම්බර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හා කතර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යන්ට දෙන් වර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9" name="TextBox 1"/>
          <p:cNvSpPr txBox="1"/>
          <p:nvPr/>
        </p:nvSpPr>
        <p:spPr>
          <a:xfrm>
            <a:off x="1569719" y="685799"/>
            <a:ext cx="41757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ගෙවෙන වසර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අත් හැර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ගියෙන් මුළා විණි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මුත් පෙමිනි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ළං වෙමිනි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සරණ විණි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හද පත්ලෙන්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තුති පිදෙයි දැන්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1" name="TextBox 1"/>
          <p:cNvSpPr txBox="1"/>
          <p:nvPr/>
        </p:nvSpPr>
        <p:spPr>
          <a:xfrm>
            <a:off x="1722120" y="838199"/>
            <a:ext cx="456124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 කමා යදිමින්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මනස්තාපයෙන්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වගුළ කදුළෙන්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තෙත් විය නුවන්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 දෙවි කුළුණෙන්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කියන වදන්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කමා වීම ඔබට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ඇසෙයි අපට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3" name="TextBox 1"/>
          <p:cNvSpPr txBox="1"/>
          <p:nvPr/>
        </p:nvSpPr>
        <p:spPr>
          <a:xfrm>
            <a:off x="1417319" y="609599"/>
            <a:ext cx="41757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සිත් ශාන්තියෙන්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පිරි යයි මේ දැන්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ව බැතිමතුන්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රැස් ව දෙවි විමන්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පුරන්ට වසරක්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අදිටන් සිතක්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 මෙන් යදිමින්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වදිමු බැතින්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5" name="TextBox 1"/>
          <p:cNvSpPr txBox="1"/>
          <p:nvPr/>
        </p:nvSpPr>
        <p:spPr>
          <a:xfrm>
            <a:off x="1417320" y="609599"/>
            <a:ext cx="456124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 අලුත් වීමත්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ඇත් මැ යි සෑහිමත්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තවත් නව වසක්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දක්නට වෙතොත්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 අබිමුව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වැතිරෙමුව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තිර ඇදහිල්ලෙන්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කැප වෙමු දැන්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7" name="TextBox 1"/>
          <p:cNvSpPr txBox="1"/>
          <p:nvPr/>
        </p:nvSpPr>
        <p:spPr>
          <a:xfrm>
            <a:off x="1493519" y="685799"/>
            <a:ext cx="41757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කරුණා මෙත්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තිර වේ මැ යි නිත්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වලා ටැ</a:t>
            </a:r>
            <a:r>
              <a:rPr>
                <a:latin typeface="CHAMARA"/>
                <a:ea typeface="CHAMARA"/>
                <a:cs typeface="CHAMARA"/>
                <a:sym typeface="CHAMARA"/>
              </a:rPr>
              <a:t>U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 යි</a:t>
            </a:r>
            <a:endParaRPr>
              <a:latin typeface="CHAMARA"/>
              <a:ea typeface="CHAMARA"/>
              <a:cs typeface="CHAMARA"/>
              <a:sym typeface="CHAMARA"/>
            </a:endParaRPr>
          </a:p>
          <a:p>
            <a:pPr>
              <a:defRPr sz="4000">
                <a:solidFill>
                  <a:srgbClr val="FFFFFF"/>
                </a:solidFill>
                <a:latin typeface="CHAMARA"/>
                <a:ea typeface="CHAMARA"/>
                <a:cs typeface="CHAMARA"/>
                <a:sym typeface="CHAMARA"/>
              </a:defRPr>
            </a:pPr>
            <a:r>
              <a:t>අප පෙරින් යයි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සිත් පුබුදන්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සුදත් දෙවි බෙලෙන්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නව වස දොරින්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ඇතුළු වෙමු දැන්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9" name="TextBox 1"/>
          <p:cNvSpPr txBox="1"/>
          <p:nvPr/>
        </p:nvSpPr>
        <p:spPr>
          <a:xfrm>
            <a:off x="502919" y="3048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677</a:t>
            </a:r>
          </a:p>
        </p:txBody>
      </p:sp>
      <p:sp>
        <p:nvSpPr>
          <p:cNvPr id="6540" name="TextBox 2"/>
          <p:cNvSpPr txBox="1"/>
          <p:nvPr/>
        </p:nvSpPr>
        <p:spPr>
          <a:xfrm>
            <a:off x="502919" y="1066799"/>
            <a:ext cx="79095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පියාණෙනි ඔබට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 වරුසේ දැන්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පිදෙමි පවතින්ට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සිත් ලෙසින්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කිත් පතුරන්ට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වෙයි මා පැතීම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වේ දුකින් මිදෙන්ට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අයැදීම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2" name="TextBox 1"/>
          <p:cNvSpPr txBox="1"/>
          <p:nvPr/>
        </p:nvSpPr>
        <p:spPr>
          <a:xfrm>
            <a:off x="502919" y="1066799"/>
            <a:ext cx="79095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ඇවැසි දේ බිලිදුන්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ඔව්හු නොදනිත්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පිය තුමෝ බෝ පෙමින්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එය සපයත්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සිත්හි ආසාවන්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දත් දෙවිදුනි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අපට සපුරා දෙන්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පසස්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4" name="TextBox 1"/>
          <p:cNvSpPr txBox="1"/>
          <p:nvPr/>
        </p:nvSpPr>
        <p:spPr>
          <a:xfrm>
            <a:off x="502919" y="1066799"/>
            <a:ext cx="79095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ආසිරි මා ලත්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සමගින් තවත්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වැඩියෙන් දෙන්ට පෙමින්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තොසැත් නම්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ඔබට ඒ සියල්ලත්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කැප කරමින්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තුති පුදනට නිත්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මට වරම් දෙන්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6" name="TextBox 1"/>
          <p:cNvSpPr txBox="1"/>
          <p:nvPr/>
        </p:nvSpPr>
        <p:spPr>
          <a:xfrm>
            <a:off x="502919" y="1066799"/>
            <a:ext cx="79095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පීඩා හා වේදනාත්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අලාබ හානිත්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මෙම වසරේ නොමින්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මට ලැබුණත්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සිහි කරම් ඔබ පුත්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වින්ද රුදු දුක්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දෙමින් තුති නොනැවත්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යටහත් සිතින්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8" name="TextBox 1"/>
          <p:cNvSpPr txBox="1"/>
          <p:nvPr/>
        </p:nvSpPr>
        <p:spPr>
          <a:xfrm>
            <a:off x="502919" y="304802"/>
            <a:ext cx="1127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682</a:t>
            </a:r>
          </a:p>
        </p:txBody>
      </p:sp>
      <p:sp>
        <p:nvSpPr>
          <p:cNvPr id="6549" name="TextBox 2"/>
          <p:cNvSpPr txBox="1"/>
          <p:nvPr/>
        </p:nvSpPr>
        <p:spPr>
          <a:xfrm>
            <a:off x="502919" y="1084386"/>
            <a:ext cx="7909562" cy="3322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තවත් අවුරුද්දක් තුල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සුරැක සෙත් කළ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උතුම් දෙවිදුන්ට අද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කරමු තුති ගී නද</a:t>
            </a:r>
          </a:p>
        </p:txBody>
      </p:sp>
      <p:sp>
        <p:nvSpPr>
          <p:cNvPr id="6550" name="TextBox 3"/>
          <p:cNvSpPr txBox="1"/>
          <p:nvPr/>
        </p:nvSpPr>
        <p:spPr>
          <a:xfrm>
            <a:off x="3855719" y="4038599"/>
            <a:ext cx="4556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නද</a:t>
            </a:r>
            <a:r>
              <a:t>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නද</a:t>
            </a:r>
            <a:r>
              <a:t>..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කරමු තුති ගී නද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නද</a:t>
            </a:r>
            <a:r>
              <a:t>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නද</a:t>
            </a:r>
            <a:r>
              <a:t>..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කරමු තුති ගී නද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2" name="TextBox 1"/>
          <p:cNvSpPr txBox="1"/>
          <p:nvPr/>
        </p:nvSpPr>
        <p:spPr>
          <a:xfrm>
            <a:off x="3855719" y="4038599"/>
            <a:ext cx="4556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නද</a:t>
            </a:r>
            <a:r>
              <a:t>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නද</a:t>
            </a:r>
            <a:r>
              <a:t>..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කරමු තුති ගී නද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නද</a:t>
            </a:r>
            <a:r>
              <a:t>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නද</a:t>
            </a:r>
            <a:r>
              <a:t>..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කරමු තුති ගී නද</a:t>
            </a:r>
          </a:p>
        </p:txBody>
      </p:sp>
      <p:sp>
        <p:nvSpPr>
          <p:cNvPr id="6553" name="TextBox 2"/>
          <p:cNvSpPr txBox="1"/>
          <p:nvPr/>
        </p:nvSpPr>
        <p:spPr>
          <a:xfrm>
            <a:off x="579119" y="762001"/>
            <a:ext cx="5509262" cy="3322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මනුසතට අදරින්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විමුක්තිය සලසා දුන්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ජේසුස් සමිදුන්ට තෙද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කරමු තුති ගි නද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5" name="TextBox 1"/>
          <p:cNvSpPr txBox="1"/>
          <p:nvPr/>
        </p:nvSpPr>
        <p:spPr>
          <a:xfrm>
            <a:off x="3855719" y="4038599"/>
            <a:ext cx="4556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නද</a:t>
            </a:r>
            <a:r>
              <a:t>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නද</a:t>
            </a:r>
            <a:r>
              <a:t>..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කරමු තුති ගී නද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නද</a:t>
            </a:r>
            <a:r>
              <a:t>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නද</a:t>
            </a:r>
            <a:r>
              <a:t>..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කරමු තුති ගී නද</a:t>
            </a:r>
          </a:p>
        </p:txBody>
      </p:sp>
      <p:sp>
        <p:nvSpPr>
          <p:cNvPr id="6556" name="TextBox 2"/>
          <p:cNvSpPr txBox="1"/>
          <p:nvPr/>
        </p:nvSpPr>
        <p:spPr>
          <a:xfrm>
            <a:off x="426719" y="533401"/>
            <a:ext cx="5775962" cy="3322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සැනසීම හා සතුට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දෙන සිත් තුලට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සුද්දාත්ම දෙවිදුන්ට ද 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කරමු තුති ගී නද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8" name="TextBox 1"/>
          <p:cNvSpPr txBox="1"/>
          <p:nvPr/>
        </p:nvSpPr>
        <p:spPr>
          <a:xfrm>
            <a:off x="3855719" y="4038599"/>
            <a:ext cx="45567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නද</a:t>
            </a:r>
            <a:r>
              <a:t>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නද</a:t>
            </a:r>
            <a:r>
              <a:t>..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කරමු තුති ගී නද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නද</a:t>
            </a:r>
            <a:r>
              <a:t>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නද</a:t>
            </a:r>
            <a:r>
              <a:t>..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කරමු තුති ගී නද</a:t>
            </a:r>
          </a:p>
        </p:txBody>
      </p:sp>
      <p:sp>
        <p:nvSpPr>
          <p:cNvPr id="6559" name="TextBox 2"/>
          <p:cNvSpPr txBox="1"/>
          <p:nvPr/>
        </p:nvSpPr>
        <p:spPr>
          <a:xfrm>
            <a:off x="502919" y="609601"/>
            <a:ext cx="5775962" cy="3322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සැමාසිරි ගලා එන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 ම උල්පත වන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තියෙක් දෙවි තුමන් නැමද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කරමු තුති ගී නද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1" name="TextBox 1"/>
          <p:cNvSpPr txBox="1"/>
          <p:nvPr/>
        </p:nvSpPr>
        <p:spPr>
          <a:xfrm>
            <a:off x="350519" y="228600"/>
            <a:ext cx="1432562" cy="891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693</a:t>
            </a:r>
          </a:p>
        </p:txBody>
      </p:sp>
      <p:sp>
        <p:nvSpPr>
          <p:cNvPr id="6562" name="TextBox 2"/>
          <p:cNvSpPr txBox="1"/>
          <p:nvPr/>
        </p:nvSpPr>
        <p:spPr>
          <a:xfrm>
            <a:off x="960119" y="1066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 සමිදාණෙනි ඔබ දු දරුවන්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වන තැන ඔබ නියතින්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පිරි ආසිරියෙන් වැඩ වසන හෙයින්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නමදිමු මුදුනත දෝතින්</a:t>
            </a:r>
          </a:p>
        </p:txBody>
      </p:sp>
      <p:sp>
        <p:nvSpPr>
          <p:cNvPr id="6563" name="TextBox 3"/>
          <p:cNvSpPr txBox="1"/>
          <p:nvPr/>
        </p:nvSpPr>
        <p:spPr>
          <a:xfrm>
            <a:off x="960119" y="3733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අබිමුව ගිවිසුම දෙන දෙ දරුන්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මතු යුග දිවියට සරසන්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මහිමෙන් මෙම දෙහිත හසුරුවන්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කිතු හිමි මග යන විලසින්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5" name="TextBox 1"/>
          <p:cNvSpPr txBox="1"/>
          <p:nvPr/>
        </p:nvSpPr>
        <p:spPr>
          <a:xfrm>
            <a:off x="960119" y="1066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 සලකුණු ඔවුනොවුන්ට පුදමින්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පෙම්බර සිත් එක්කරමින්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දම්පතියන් වන්නට පතන මොවුන්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තුම් දෙවි සරණින් පළදන්</a:t>
            </a:r>
          </a:p>
        </p:txBody>
      </p:sp>
      <p:sp>
        <p:nvSpPr>
          <p:cNvPr id="6566" name="TextBox 2"/>
          <p:cNvSpPr txBox="1"/>
          <p:nvPr/>
        </p:nvSpPr>
        <p:spPr>
          <a:xfrm>
            <a:off x="960119" y="3733799"/>
            <a:ext cx="75285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යුග දිවි ගමනට සැරසෙන මෙ දරුන්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ඇති වන බාදාවන්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වගකීමක් ඇති විලසින් එකගින්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අග තෙක් යන්නට වර දෙන්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8" name="TextBox 1"/>
          <p:cNvSpPr txBox="1"/>
          <p:nvPr/>
        </p:nvSpPr>
        <p:spPr>
          <a:xfrm>
            <a:off x="350519" y="228600"/>
            <a:ext cx="1432562" cy="891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696</a:t>
            </a:r>
          </a:p>
        </p:txBody>
      </p:sp>
      <p:sp>
        <p:nvSpPr>
          <p:cNvPr id="6569" name="TextBox 2"/>
          <p:cNvSpPr txBox="1"/>
          <p:nvPr/>
        </p:nvSpPr>
        <p:spPr>
          <a:xfrm>
            <a:off x="731519" y="921129"/>
            <a:ext cx="7528562" cy="4815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හී හාලා කෙත්වල ද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ගොඩ ද වපුරයි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ඒවා දෙව් බෙලෙන් තෙද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පැළ වෙමින් වැඩෙයි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සීත කල්හි පිනි ද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රස්නේ ද වැඩෙන්ට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එහි හිරු රැස් සුළං ද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වැස්ස ද කලට</a:t>
            </a:r>
          </a:p>
        </p:txBody>
      </p:sp>
      <p:sp>
        <p:nvSpPr>
          <p:cNvPr id="6570" name="TextBox 3"/>
          <p:cNvSpPr txBox="1"/>
          <p:nvPr/>
        </p:nvSpPr>
        <p:spPr>
          <a:xfrm>
            <a:off x="5455919" y="4648200"/>
            <a:ext cx="3642362" cy="2180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හොද මේ ලොව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සගෙන් වේ අපට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පසසව් ගී පසසව්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සමිදුන්ට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2" name="TextBox 1"/>
          <p:cNvSpPr txBox="1"/>
          <p:nvPr/>
        </p:nvSpPr>
        <p:spPr>
          <a:xfrm>
            <a:off x="731519" y="921129"/>
            <a:ext cx="7528562" cy="4815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දේ මිහිතල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මැවුම්කරු ඔබ යි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රුවින් පොබයා මල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තරු බබළවයි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සුළග මෙහෙයවයි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පක්සීන්ට කෑම දෙයි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අපගේ දවස්පතා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දෙයි බොදුන් සපයා</a:t>
            </a:r>
          </a:p>
        </p:txBody>
      </p:sp>
      <p:sp>
        <p:nvSpPr>
          <p:cNvPr id="6573" name="TextBox 3"/>
          <p:cNvSpPr txBox="1"/>
          <p:nvPr/>
        </p:nvSpPr>
        <p:spPr>
          <a:xfrm>
            <a:off x="5455919" y="4648200"/>
            <a:ext cx="3642362" cy="2180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හොද මේ ලොව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සගෙන් වේ අපට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පසසව් ගී පසසව්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සමිදුන්ට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5" name="TextBox 1"/>
          <p:cNvSpPr txBox="1"/>
          <p:nvPr/>
        </p:nvSpPr>
        <p:spPr>
          <a:xfrm>
            <a:off x="731519" y="921129"/>
            <a:ext cx="7528562" cy="4815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සැමාසිරි අපට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 පියාණෙනි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එමු ඔබ වෙතට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යටහත් බැතිනි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ඔබගේ කරුණාව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නිසා මෙ පුදන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තුති පුජාව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පිළිගනු මැන</a:t>
            </a:r>
          </a:p>
        </p:txBody>
      </p:sp>
      <p:sp>
        <p:nvSpPr>
          <p:cNvPr id="6576" name="TextBox 3"/>
          <p:cNvSpPr txBox="1"/>
          <p:nvPr/>
        </p:nvSpPr>
        <p:spPr>
          <a:xfrm>
            <a:off x="5455919" y="4648200"/>
            <a:ext cx="3642362" cy="2180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හොද මේ ලොව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සගෙන් වේ අපට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පසසව් ගී පසසව් </a:t>
            </a:r>
          </a:p>
          <a:p>
            <a:pPr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සමිදුන්ට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8" name="TextBox 3"/>
          <p:cNvSpPr txBox="1"/>
          <p:nvPr/>
        </p:nvSpPr>
        <p:spPr>
          <a:xfrm>
            <a:off x="350519" y="228600"/>
            <a:ext cx="1432562" cy="891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697</a:t>
            </a:r>
          </a:p>
        </p:txBody>
      </p:sp>
      <p:sp>
        <p:nvSpPr>
          <p:cNvPr id="6579" name="TextBox 4"/>
          <p:cNvSpPr txBox="1"/>
          <p:nvPr/>
        </p:nvSpPr>
        <p:spPr>
          <a:xfrm>
            <a:off x="960119" y="1066799"/>
            <a:ext cx="75285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සැදෑ සත් සැම එක් වව්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අස්වැන්න ගැන ගී දෙව්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වැසි කල් එන්ට පෙරින්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එක් රැස් කර ගත් හෙයින්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ඇවිත් දෙවි මන්දිර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 තුති ගී මිහිර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දෙවි මැවුම්කරු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කරන්නේ රට සරු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1" name="TextBox 1"/>
          <p:cNvSpPr txBox="1"/>
          <p:nvPr/>
        </p:nvSpPr>
        <p:spPr>
          <a:xfrm>
            <a:off x="883919" y="761999"/>
            <a:ext cx="77571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සව් ලොව දෙවි කෙත 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දෙන්ට පල නියම යි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ගොයම් කිරිදි වැවී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තොස හෝ දුක් ගෙනේ වි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වැඩෙයි සියලු බෙලෙන්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වන තෙක් ලෝ අවසන්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අපට සරු ගොයම්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වන්නුට වරම් දෙනු 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3" name="TextBox 1"/>
          <p:cNvSpPr txBox="1"/>
          <p:nvPr/>
        </p:nvSpPr>
        <p:spPr>
          <a:xfrm>
            <a:off x="1112519" y="761999"/>
            <a:ext cx="75285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දනිමු ඔබ ඇවිත්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ගන්ට සග සිය සත්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කෙතෙන් දුදනන්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දුරරින බැව් තරෙන්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දුතුන් නික්ම විත්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කිරිදි දවා ගින්නෙන්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අටුවේ බෝග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රැස් කර ගනියි අග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5" name="TextBox 1"/>
          <p:cNvSpPr txBox="1"/>
          <p:nvPr/>
        </p:nvSpPr>
        <p:spPr>
          <a:xfrm>
            <a:off x="1036319" y="685799"/>
            <a:ext cx="73761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දයාවෙන් වඩින් සම්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අත දෙන් ගයන්ට ගී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සත් පවින් දුකින්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මිදී රැස් ව සන්තොසින්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රන්මය කමතේ නිත්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දෙමින් පසස් ගී තොස් යුත්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දුතුන් සමගින් බැතින්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ගයන්ට වරම් දෙන්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7" name="TextBox 1"/>
          <p:cNvSpPr txBox="1"/>
          <p:nvPr/>
        </p:nvSpPr>
        <p:spPr>
          <a:xfrm>
            <a:off x="350519" y="228600"/>
            <a:ext cx="899162" cy="891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698</a:t>
            </a:r>
          </a:p>
        </p:txBody>
      </p:sp>
      <p:sp>
        <p:nvSpPr>
          <p:cNvPr id="6588" name="TextBox 2"/>
          <p:cNvSpPr txBox="1"/>
          <p:nvPr/>
        </p:nvSpPr>
        <p:spPr>
          <a:xfrm>
            <a:off x="807719" y="1219202"/>
            <a:ext cx="75285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සොම්නස් ගී අපි ගයමු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තුති දෙමින් රැස් වී දැන්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අපේ දෙවි පියාණන්ගේ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පෙම් ගුණය වනමින්</a:t>
            </a:r>
          </a:p>
        </p:txBody>
      </p:sp>
      <p:sp>
        <p:nvSpPr>
          <p:cNvPr id="6589" name="TextBox 3"/>
          <p:cNvSpPr txBox="1"/>
          <p:nvPr/>
        </p:nvSpPr>
        <p:spPr>
          <a:xfrm>
            <a:off x="4084319" y="4038599"/>
            <a:ext cx="5013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සිතත් හඩත් ඔසවමු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මහිමය වනන්ට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රැකවල වන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වෙත දන්වන්ට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1" name="TextBox 1"/>
          <p:cNvSpPr txBox="1"/>
          <p:nvPr/>
        </p:nvSpPr>
        <p:spPr>
          <a:xfrm>
            <a:off x="4084319" y="4038599"/>
            <a:ext cx="5013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සිතත් හඩත් ඔසවමු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මහිමය වනන්ට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රැකවල වන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වෙත දන්වන්ට</a:t>
            </a:r>
          </a:p>
        </p:txBody>
      </p:sp>
      <p:sp>
        <p:nvSpPr>
          <p:cNvPr id="6592" name="TextBox 2"/>
          <p:cNvSpPr txBox="1"/>
          <p:nvPr/>
        </p:nvSpPr>
        <p:spPr>
          <a:xfrm>
            <a:off x="883919" y="762001"/>
            <a:ext cx="5166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ගනදුරෙන් ආලෝකය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විස්ම ලෙස මැවෙන්නේ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වලායෙන වැසි පොද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එතුම යි නික්මවන්නේ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4" name="TextBox 1"/>
          <p:cNvSpPr txBox="1"/>
          <p:nvPr/>
        </p:nvSpPr>
        <p:spPr>
          <a:xfrm>
            <a:off x="4084319" y="4038599"/>
            <a:ext cx="5013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සිතත් හඩත් ඔසවමු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මහිමය වනන්ට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රැකවල වන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වෙත දන්වන්ට</a:t>
            </a:r>
          </a:p>
        </p:txBody>
      </p:sp>
      <p:sp>
        <p:nvSpPr>
          <p:cNvPr id="6595" name="TextBox 2"/>
          <p:cNvSpPr txBox="1"/>
          <p:nvPr/>
        </p:nvSpPr>
        <p:spPr>
          <a:xfrm>
            <a:off x="807719" y="762001"/>
            <a:ext cx="4785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සුරක්නේ අතින් බලවත්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දරුවන් එ තුමන්ගේ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ගෙන යන සේක් සුමග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එඩේරාණෝ ඔවුන්ගේ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7" name="TextBox 1"/>
          <p:cNvSpPr txBox="1"/>
          <p:nvPr/>
        </p:nvSpPr>
        <p:spPr>
          <a:xfrm>
            <a:off x="4084319" y="4038599"/>
            <a:ext cx="5013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සිතත් හඩත් ඔසවමු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මහිමය වනන්ට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රැකවල වන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වෙත දන්වන්ට</a:t>
            </a:r>
          </a:p>
        </p:txBody>
      </p:sp>
      <p:sp>
        <p:nvSpPr>
          <p:cNvPr id="6598" name="TextBox 2"/>
          <p:cNvSpPr txBox="1"/>
          <p:nvPr/>
        </p:nvSpPr>
        <p:spPr>
          <a:xfrm>
            <a:off x="731519" y="838202"/>
            <a:ext cx="49377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සිදු නො වේ කිසි දෙයක්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දැනී එතුමන්ට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 හා සැප දන්නා සේක්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පැමිණෙන අපට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0" name="TextBox 1"/>
          <p:cNvSpPr txBox="1"/>
          <p:nvPr/>
        </p:nvSpPr>
        <p:spPr>
          <a:xfrm>
            <a:off x="4084319" y="4038599"/>
            <a:ext cx="5013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සිතත් හඩත් ඔසවමු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මහිමය වනන්ට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රැකවල වන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වෙත දන්වන්ට</a:t>
            </a:r>
          </a:p>
        </p:txBody>
      </p:sp>
      <p:sp>
        <p:nvSpPr>
          <p:cNvPr id="6601" name="TextBox 2"/>
          <p:cNvSpPr txBox="1"/>
          <p:nvPr/>
        </p:nvSpPr>
        <p:spPr>
          <a:xfrm>
            <a:off x="731519" y="609601"/>
            <a:ext cx="5242562" cy="3773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දෙමු තුති එක් සිතිනේ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පිය තුමන්ට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කිකල්වත් වෙනස් නොවන්නේ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පෙම් අප හට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3" name="TextBox 1"/>
          <p:cNvSpPr txBox="1"/>
          <p:nvPr/>
        </p:nvSpPr>
        <p:spPr>
          <a:xfrm>
            <a:off x="274319" y="215902"/>
            <a:ext cx="13309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715</a:t>
            </a:r>
          </a:p>
        </p:txBody>
      </p:sp>
      <p:sp>
        <p:nvSpPr>
          <p:cNvPr id="6604" name="TextBox 2"/>
          <p:cNvSpPr txBox="1"/>
          <p:nvPr/>
        </p:nvSpPr>
        <p:spPr>
          <a:xfrm>
            <a:off x="629919" y="1092199"/>
            <a:ext cx="44805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සතට විමුක්තිය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ලැබෙන්නේ ඔබ ලෙය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යේසුස්නි ඔබ ලෙය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නිසා ගැලී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එයින් මිදීමේ ජය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ලැබීම තිර 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සුද්දවතුන්ගේ ලෙය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සබාවේ බිජ ය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6" name="TextBox 1"/>
          <p:cNvSpPr txBox="1"/>
          <p:nvPr/>
        </p:nvSpPr>
        <p:spPr>
          <a:xfrm>
            <a:off x="629919" y="1092199"/>
            <a:ext cx="48488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කම්කරු දිනත් ලෙයින්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ඇරැබිණි මුලින්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පැව්දී වෙද ගුරුන්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ගොවි කම්කරුවන්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මිදෙන්නට මැඩිමෙන්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තවත් ඇත සටන්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අදත් ජේසුස් යයි පෙරින්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කරන් අනුගමන්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8" name="TextBox 1"/>
          <p:cNvSpPr txBox="1"/>
          <p:nvPr/>
        </p:nvSpPr>
        <p:spPr>
          <a:xfrm>
            <a:off x="629919" y="1092199"/>
            <a:ext cx="44805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සැම බිම් අගලක් 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ඩාදියෙන් තෙමන්න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ශ්‍රමය දෙ අතේ 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වැඩට යොදන්න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හැම දුෂණයක් 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දුරින් දුරැ ලන්න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විමුක්තිය දක්වා ම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පසු නො බසින්න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0" name="TextBox 1"/>
          <p:cNvSpPr txBox="1"/>
          <p:nvPr/>
        </p:nvSpPr>
        <p:spPr>
          <a:xfrm>
            <a:off x="629919" y="1092199"/>
            <a:ext cx="44805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විමුත් හිමි තරුණ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එමු ඔබ වෙත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පිළිගන්වන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මෙවලම් දෙ අත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සෙත නොමින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දෙත් තබා සුරත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පණ පෙවෙයි එයින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ද නැවත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2" name="TextBox 3"/>
          <p:cNvSpPr txBox="1"/>
          <p:nvPr/>
        </p:nvSpPr>
        <p:spPr>
          <a:xfrm>
            <a:off x="733865" y="841528"/>
            <a:ext cx="8290561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අරුණෝදේ හිරු පායා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සුව සැප ගෙන දෙයි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තරු වැල් මැද සද පායා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මත් කරවයි රසයෙන්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ජේසුනි මේ සම්පත් දී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 නීති නළවයි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හැරැ දා මට වෙන් වී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යන්නට නො ම දෙන්</a:t>
            </a:r>
          </a:p>
        </p:txBody>
      </p:sp>
      <p:sp>
        <p:nvSpPr>
          <p:cNvPr id="6613" name="TextBox 5"/>
          <p:cNvSpPr txBox="1"/>
          <p:nvPr/>
        </p:nvSpPr>
        <p:spPr>
          <a:xfrm>
            <a:off x="350519" y="152399"/>
            <a:ext cx="120396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723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5" name="TextBox 3"/>
          <p:cNvSpPr txBox="1"/>
          <p:nvPr/>
        </p:nvSpPr>
        <p:spPr>
          <a:xfrm>
            <a:off x="655319" y="136451"/>
            <a:ext cx="8138162" cy="791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දුක් කරදර ඇත ලෝකේ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නෑ බිය වන්නේ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පව්කම් රැස උතුරන්නේ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නෑ හිත දෙන්නේ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යේසුනි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 ළග ඉන්නේ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ඉන් දිරි ගන්නේ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හිමියෙනි මා සනසන්නේ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නීති රැක ගන්නේ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7" name="TextBox 2"/>
          <p:cNvSpPr txBox="1"/>
          <p:nvPr/>
        </p:nvSpPr>
        <p:spPr>
          <a:xfrm>
            <a:off x="655319" y="685799"/>
            <a:ext cx="8290562" cy="60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අරුණෝදේ හිරු පායා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සුව සැප ගෙන දෙයි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තරු වැල් මැද සද පායා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මත් කරවයි රසයෙන්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ජේසුනි මේ සම්පත් දී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සිත නීති නළවයි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හැරැ දා මට වෙන් වී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යන්නට නො ම දෙන්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9" name="TextBox 3"/>
          <p:cNvSpPr txBox="1"/>
          <p:nvPr/>
        </p:nvSpPr>
        <p:spPr>
          <a:xfrm>
            <a:off x="655319" y="136452"/>
            <a:ext cx="8138162" cy="7126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ඔබගෙන් මා වෙන් වූ දා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අදුරෙන් මා වට වෙයි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ඔබගෙන් මා වෙන් වූ දා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කදුලෙන් නෙත් තෙත් වෙයි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යේසුනි මා මතු සැම දා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ඔබගෙයි ඔබ සතු වෙයි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 හිරු සදු නොනගින දා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හට ඔබ අත දෙයි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1" name="TextBox 1"/>
          <p:cNvSpPr txBox="1"/>
          <p:nvPr/>
        </p:nvSpPr>
        <p:spPr>
          <a:xfrm>
            <a:off x="731519" y="457201"/>
            <a:ext cx="12039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740 </a:t>
            </a:r>
          </a:p>
        </p:txBody>
      </p:sp>
      <p:sp>
        <p:nvSpPr>
          <p:cNvPr id="6622" name="TextBox 2"/>
          <p:cNvSpPr txBox="1"/>
          <p:nvPr/>
        </p:nvSpPr>
        <p:spPr>
          <a:xfrm>
            <a:off x="1722119" y="838202"/>
            <a:ext cx="6309362" cy="7597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 ඔබට ආසිරි දේ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රකිමින පිහිට දේ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 වුවනත මෙඔබ කෙරේ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බබළවමින් එළිය කෙරේ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වෙත පා නෙත් දහරා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වගුරා කරුණා ධාරා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සාමය නිත් ගෙන දේවා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</a:t>
            </a:r>
            <a:r>
              <a:t>................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මෙන්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</a:t>
            </a:r>
            <a:r>
              <a:t>................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මෙන්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</a:t>
            </a:r>
            <a:r>
              <a:t>................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මෙන්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ආ</a:t>
            </a:r>
            <a:r>
              <a:t>...........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මෙන් ආ</a:t>
            </a:r>
            <a:r>
              <a:t>...........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මෙන් </a:t>
            </a: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  <a:p>
            <a:pPr>
              <a:defRPr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4" name="TextBox 4"/>
          <p:cNvSpPr txBox="1"/>
          <p:nvPr/>
        </p:nvSpPr>
        <p:spPr>
          <a:xfrm>
            <a:off x="883919" y="685801"/>
            <a:ext cx="71475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දැව කුරුසිය යට සියුමැලි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ගත මිරිකෙනවා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 පව් බර කරට රැගෙන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කල්වරි යනවා</a:t>
            </a:r>
          </a:p>
        </p:txBody>
      </p:sp>
      <p:sp>
        <p:nvSpPr>
          <p:cNvPr id="6625" name="TextBox 5"/>
          <p:cNvSpPr txBox="1"/>
          <p:nvPr/>
        </p:nvSpPr>
        <p:spPr>
          <a:xfrm>
            <a:off x="426719" y="228602"/>
            <a:ext cx="166116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746</a:t>
            </a:r>
          </a:p>
        </p:txBody>
      </p:sp>
      <p:sp>
        <p:nvSpPr>
          <p:cNvPr id="6626" name="TextBox 6"/>
          <p:cNvSpPr txBox="1"/>
          <p:nvPr/>
        </p:nvSpPr>
        <p:spPr>
          <a:xfrm>
            <a:off x="1090749" y="3733801"/>
            <a:ext cx="6614161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උසුළු විසුළු පාමින දන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පෙරහැර යනවා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අදමිටුකම කෙමෙන්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විත කරා ඇදෙනවා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8" name="TextBox 3"/>
          <p:cNvSpPr txBox="1"/>
          <p:nvPr/>
        </p:nvSpPr>
        <p:spPr>
          <a:xfrm>
            <a:off x="426719" y="304801"/>
            <a:ext cx="7452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අබැ</a:t>
            </a:r>
            <a:r>
              <a:t>’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ටක් සා වරද නැතිව 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ගහට විදිනවා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මුදු කරුණා ඩා බිදූ සිරී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ගතින් ගලනවා</a:t>
            </a:r>
          </a:p>
        </p:txBody>
      </p:sp>
      <p:sp>
        <p:nvSpPr>
          <p:cNvPr id="6629" name="TextBox 5"/>
          <p:cNvSpPr txBox="1"/>
          <p:nvPr/>
        </p:nvSpPr>
        <p:spPr>
          <a:xfrm>
            <a:off x="579119" y="3505201"/>
            <a:ext cx="6766562" cy="3024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දැව කුරුසිය යට සියුමැලි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ගත මිරිකනවා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 පව් බර කරට රැගෙන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කල්වරි යනවා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1" name="TextBox 3"/>
          <p:cNvSpPr txBox="1"/>
          <p:nvPr/>
        </p:nvSpPr>
        <p:spPr>
          <a:xfrm>
            <a:off x="807719" y="457201"/>
            <a:ext cx="66903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ඇනුම් බැනුම් කස පහරින්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 පෙලනවා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 සෙත සැලසුමේ තිලිණ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මේසේ ලැබෙනවා</a:t>
            </a:r>
          </a:p>
        </p:txBody>
      </p:sp>
      <p:sp>
        <p:nvSpPr>
          <p:cNvPr id="6632" name="TextBox 6"/>
          <p:cNvSpPr txBox="1"/>
          <p:nvPr/>
        </p:nvSpPr>
        <p:spPr>
          <a:xfrm>
            <a:off x="807719" y="3352801"/>
            <a:ext cx="5775962" cy="3024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මිහි කත දුක් වී සසල ව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කදුළු සලනවා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ලොව එළි කළ පහන් සිළුව</a:t>
            </a:r>
          </a:p>
          <a:p>
            <a:pPr>
              <a:defRPr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නිවී සැනසුණා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4" name="TextBox 3"/>
          <p:cNvSpPr txBox="1"/>
          <p:nvPr/>
        </p:nvSpPr>
        <p:spPr>
          <a:xfrm>
            <a:off x="426719" y="228602"/>
            <a:ext cx="975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775</a:t>
            </a:r>
          </a:p>
        </p:txBody>
      </p:sp>
      <p:sp>
        <p:nvSpPr>
          <p:cNvPr id="6635" name="TextBox 4"/>
          <p:cNvSpPr txBox="1"/>
          <p:nvPr/>
        </p:nvSpPr>
        <p:spPr>
          <a:xfrm>
            <a:off x="655319" y="1142999"/>
            <a:ext cx="5852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දැන් ම එන්න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නැවතත් යන්න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වන්දනා ගමන්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යන්ට නොනැවතී හිමි එන තෙක්</a:t>
            </a:r>
          </a:p>
        </p:txBody>
      </p:sp>
      <p:sp>
        <p:nvSpPr>
          <p:cNvPr id="6636" name="TextBox 5"/>
          <p:cNvSpPr txBox="1"/>
          <p:nvPr/>
        </p:nvSpPr>
        <p:spPr>
          <a:xfrm>
            <a:off x="3322319" y="3886199"/>
            <a:ext cx="5394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 තුටු දේ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නීති කරමු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මෙහෙය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ඉවසිල්ලෙන් බැතින් ඉටු කරමු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8" name="TextBox 1"/>
          <p:cNvSpPr txBox="1"/>
          <p:nvPr/>
        </p:nvSpPr>
        <p:spPr>
          <a:xfrm>
            <a:off x="655319" y="1142999"/>
            <a:ext cx="5852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සිහිනයන්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ගෙවෙයි කාලයත්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සදාතනය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එන්නේ යුහු ව ම විලස ගීයක්</a:t>
            </a:r>
          </a:p>
        </p:txBody>
      </p:sp>
      <p:sp>
        <p:nvSpPr>
          <p:cNvPr id="6639" name="TextBox 2"/>
          <p:cNvSpPr txBox="1"/>
          <p:nvPr/>
        </p:nvSpPr>
        <p:spPr>
          <a:xfrm>
            <a:off x="3322319" y="3886199"/>
            <a:ext cx="53949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දින අන්තිමේ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ගැන මෙසේ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කියත හැක් නම්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නිමයි මෙහෙය ඔබම හට දුන්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1" name="TextBox 1"/>
          <p:cNvSpPr txBox="1"/>
          <p:nvPr/>
        </p:nvSpPr>
        <p:spPr>
          <a:xfrm>
            <a:off x="655319" y="1142999"/>
            <a:ext cx="5852162" cy="272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ඇසෙයි එකල්හි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බස හිමිගෙන්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මෙහෙකරුව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සොම්නසට ඇතුළු වන්න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45" name="Group 2"/>
          <p:cNvGrpSpPr/>
          <p:nvPr/>
        </p:nvGrpSpPr>
        <p:grpSpPr>
          <a:xfrm>
            <a:off x="655322" y="685801"/>
            <a:ext cx="7528560" cy="5151870"/>
            <a:chOff x="0" y="0"/>
            <a:chExt cx="7528558" cy="5151868"/>
          </a:xfrm>
        </p:grpSpPr>
        <p:sp>
          <p:nvSpPr>
            <p:cNvPr id="6643" name="TextBox 3"/>
            <p:cNvSpPr txBox="1"/>
            <p:nvPr/>
          </p:nvSpPr>
          <p:spPr>
            <a:xfrm>
              <a:off x="0" y="0"/>
              <a:ext cx="5242561" cy="24276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3200">
                  <a:solidFill>
                    <a:srgbClr val="FFFFFF"/>
                  </a:solidFill>
                  <a:effectLst>
                    <a:outerShdw sx="100000" sy="100000" kx="0" ky="0" algn="b" rotWithShape="0" blurRad="38100" dist="19050" dir="2700000">
                      <a:srgbClr val="000000">
                        <a:alpha val="40000"/>
                      </a:srgbClr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මා පව් සෝදාලන්ටැත්තේ</a:t>
              </a:r>
            </a:p>
            <a:p>
              <a:pPr algn="ctr">
                <a:defRPr sz="3200">
                  <a:solidFill>
                    <a:srgbClr val="FFFFFF"/>
                  </a:solidFill>
                  <a:effectLst>
                    <a:outerShdw sx="100000" sy="100000" kx="0" ky="0" algn="b" rotWithShape="0" blurRad="38100" dist="19050" dir="2700000">
                      <a:srgbClr val="000000">
                        <a:alpha val="40000"/>
                      </a:srgbClr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ලෙය පමණක් ම යි යේසුස් </a:t>
              </a:r>
            </a:p>
            <a:p>
              <a:pPr algn="ctr">
                <a:defRPr sz="3200">
                  <a:solidFill>
                    <a:srgbClr val="FFFFFF"/>
                  </a:solidFill>
                  <a:effectLst>
                    <a:outerShdw sx="100000" sy="100000" kx="0" ky="0" algn="b" rotWithShape="0" blurRad="38100" dist="19050" dir="2700000">
                      <a:srgbClr val="000000">
                        <a:alpha val="40000"/>
                      </a:srgbClr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සුව කරන්ටත් ඇත්තේ </a:t>
              </a:r>
            </a:p>
            <a:p>
              <a:pPr algn="ctr">
                <a:defRPr sz="3200">
                  <a:solidFill>
                    <a:srgbClr val="FFFFFF"/>
                  </a:solidFill>
                  <a:effectLst>
                    <a:outerShdw sx="100000" sy="100000" kx="0" ky="0" algn="b" rotWithShape="0" blurRad="38100" dist="19050" dir="2700000">
                      <a:srgbClr val="000000">
                        <a:alpha val="40000"/>
                      </a:srgbClr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ලෙය පමණක් ම යි යේසුස් </a:t>
              </a:r>
            </a:p>
          </p:txBody>
        </p:sp>
        <p:sp>
          <p:nvSpPr>
            <p:cNvPr id="6644" name="TextBox 4"/>
            <p:cNvSpPr txBox="1"/>
            <p:nvPr/>
          </p:nvSpPr>
          <p:spPr>
            <a:xfrm>
              <a:off x="2666999" y="2971799"/>
              <a:ext cx="4861561" cy="21800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i="1" sz="2800">
                  <a:solidFill>
                    <a:srgbClr val="FFFFFF"/>
                  </a:solidFill>
                  <a:effectLst>
                    <a:outerShdw sx="100000" sy="100000" kx="0" ky="0" algn="b" rotWithShape="0" blurRad="38100" dist="19050" dir="2700000">
                      <a:srgbClr val="000000">
                        <a:alpha val="40000"/>
                      </a:srgbClr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ඔව් අනගි ගඟ </a:t>
              </a:r>
            </a:p>
            <a:p>
              <a:pPr algn="ctr">
                <a:defRPr i="1" sz="2800">
                  <a:solidFill>
                    <a:srgbClr val="FFFFFF"/>
                  </a:solidFill>
                  <a:effectLst>
                    <a:outerShdw sx="100000" sy="100000" kx="0" ky="0" algn="b" rotWithShape="0" blurRad="38100" dist="19050" dir="2700000">
                      <a:srgbClr val="000000">
                        <a:alpha val="40000"/>
                      </a:srgbClr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පව් සෝදන ගඟ </a:t>
              </a:r>
            </a:p>
            <a:p>
              <a:pPr algn="ctr">
                <a:defRPr i="1" sz="2800">
                  <a:solidFill>
                    <a:srgbClr val="FFFFFF"/>
                  </a:solidFill>
                  <a:effectLst>
                    <a:outerShdw sx="100000" sy="100000" kx="0" ky="0" algn="b" rotWithShape="0" blurRad="38100" dist="19050" dir="2700000">
                      <a:srgbClr val="000000">
                        <a:alpha val="40000"/>
                      </a:srgbClr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ජීවනයේ ගඟ </a:t>
              </a:r>
            </a:p>
            <a:p>
              <a:pPr algn="ctr">
                <a:defRPr i="1" sz="2800">
                  <a:solidFill>
                    <a:srgbClr val="FFFFFF"/>
                  </a:solidFill>
                  <a:effectLst>
                    <a:outerShdw sx="100000" sy="100000" kx="0" ky="0" algn="b" rotWithShape="0" blurRad="38100" dist="19050" dir="2700000">
                      <a:srgbClr val="000000">
                        <a:alpha val="40000"/>
                      </a:srgbClr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ලෙයමය පින් වත් යේසුස් </a:t>
              </a:r>
            </a:p>
          </p:txBody>
        </p:sp>
      </p:grpSp>
      <p:sp>
        <p:nvSpPr>
          <p:cNvPr id="6646" name="TextBox 5"/>
          <p:cNvSpPr txBox="1"/>
          <p:nvPr/>
        </p:nvSpPr>
        <p:spPr>
          <a:xfrm>
            <a:off x="350519" y="304799"/>
            <a:ext cx="1051562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781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0" name="Group 1"/>
          <p:cNvGrpSpPr/>
          <p:nvPr/>
        </p:nvGrpSpPr>
        <p:grpSpPr>
          <a:xfrm>
            <a:off x="350520" y="685800"/>
            <a:ext cx="8061960" cy="5075670"/>
            <a:chOff x="0" y="0"/>
            <a:chExt cx="8061959" cy="5075669"/>
          </a:xfrm>
        </p:grpSpPr>
        <p:sp>
          <p:nvSpPr>
            <p:cNvPr id="6648" name="TextBox 2"/>
            <p:cNvSpPr txBox="1"/>
            <p:nvPr/>
          </p:nvSpPr>
          <p:spPr>
            <a:xfrm>
              <a:off x="0" y="0"/>
              <a:ext cx="5242561" cy="24276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3200">
                  <a:solidFill>
                    <a:srgbClr val="FFFFFF"/>
                  </a:solidFill>
                  <a:effectLst>
                    <a:outerShdw sx="100000" sy="100000" kx="0" ky="0" algn="b" rotWithShape="0" blurRad="38100" dist="19050" dir="2700000">
                      <a:srgbClr val="000000">
                        <a:alpha val="40000"/>
                      </a:srgbClr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පිරිසිදු වීමටත් </a:t>
              </a:r>
            </a:p>
            <a:p>
              <a:pPr algn="ctr">
                <a:defRPr sz="3200">
                  <a:solidFill>
                    <a:srgbClr val="FFFFFF"/>
                  </a:solidFill>
                  <a:effectLst>
                    <a:outerShdw sx="100000" sy="100000" kx="0" ky="0" algn="b" rotWithShape="0" blurRad="38100" dist="19050" dir="2700000">
                      <a:srgbClr val="000000">
                        <a:alpha val="40000"/>
                      </a:srgbClr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ලෙය පමණක් ම යි යේසුස් </a:t>
              </a:r>
            </a:p>
            <a:p>
              <a:pPr algn="ctr">
                <a:defRPr sz="3200">
                  <a:solidFill>
                    <a:srgbClr val="FFFFFF"/>
                  </a:solidFill>
                  <a:effectLst>
                    <a:outerShdw sx="100000" sy="100000" kx="0" ky="0" algn="b" rotWithShape="0" blurRad="38100" dist="19050" dir="2700000">
                      <a:srgbClr val="000000">
                        <a:alpha val="40000"/>
                      </a:srgbClr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කමාවට කරුණත්  </a:t>
              </a:r>
            </a:p>
            <a:p>
              <a:pPr algn="ctr">
                <a:defRPr sz="3200">
                  <a:solidFill>
                    <a:srgbClr val="FFFFFF"/>
                  </a:solidFill>
                  <a:effectLst>
                    <a:outerShdw sx="100000" sy="100000" kx="0" ky="0" algn="b" rotWithShape="0" blurRad="38100" dist="19050" dir="2700000">
                      <a:srgbClr val="000000">
                        <a:alpha val="40000"/>
                      </a:srgbClr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ලෙය පමණක් ම යි යේසුස් </a:t>
              </a:r>
            </a:p>
          </p:txBody>
        </p:sp>
        <p:sp>
          <p:nvSpPr>
            <p:cNvPr id="6649" name="TextBox 3"/>
            <p:cNvSpPr txBox="1"/>
            <p:nvPr/>
          </p:nvSpPr>
          <p:spPr>
            <a:xfrm>
              <a:off x="3200399" y="2895600"/>
              <a:ext cx="4861561" cy="21800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i="1" sz="2800">
                  <a:solidFill>
                    <a:srgbClr val="FFFFFF"/>
                  </a:solidFill>
                  <a:effectLst>
                    <a:outerShdw sx="100000" sy="100000" kx="0" ky="0" algn="b" rotWithShape="0" blurRad="38100" dist="19050" dir="2700000">
                      <a:srgbClr val="000000">
                        <a:alpha val="40000"/>
                      </a:srgbClr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ඔව් අනගි ගඟ </a:t>
              </a:r>
            </a:p>
            <a:p>
              <a:pPr algn="ctr">
                <a:defRPr i="1" sz="2800">
                  <a:solidFill>
                    <a:srgbClr val="FFFFFF"/>
                  </a:solidFill>
                  <a:effectLst>
                    <a:outerShdw sx="100000" sy="100000" kx="0" ky="0" algn="b" rotWithShape="0" blurRad="38100" dist="19050" dir="2700000">
                      <a:srgbClr val="000000">
                        <a:alpha val="40000"/>
                      </a:srgbClr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පව් සෝදන ගඟ </a:t>
              </a:r>
            </a:p>
            <a:p>
              <a:pPr algn="ctr">
                <a:defRPr i="1" sz="2800">
                  <a:solidFill>
                    <a:srgbClr val="FFFFFF"/>
                  </a:solidFill>
                  <a:effectLst>
                    <a:outerShdw sx="100000" sy="100000" kx="0" ky="0" algn="b" rotWithShape="0" blurRad="38100" dist="19050" dir="2700000">
                      <a:srgbClr val="000000">
                        <a:alpha val="40000"/>
                      </a:srgbClr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ජීවනයේ ගඟ </a:t>
              </a:r>
            </a:p>
            <a:p>
              <a:pPr algn="ctr">
                <a:defRPr i="1" sz="2800">
                  <a:solidFill>
                    <a:srgbClr val="FFFFFF"/>
                  </a:solidFill>
                  <a:effectLst>
                    <a:outerShdw sx="100000" sy="100000" kx="0" ky="0" algn="b" rotWithShape="0" blurRad="38100" dist="19050" dir="2700000">
                      <a:srgbClr val="000000">
                        <a:alpha val="40000"/>
                      </a:srgbClr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ලෙයමය පින් වත් යේසුස් 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4" name="Group 1"/>
          <p:cNvGrpSpPr/>
          <p:nvPr/>
        </p:nvGrpSpPr>
        <p:grpSpPr>
          <a:xfrm>
            <a:off x="350521" y="477727"/>
            <a:ext cx="8290561" cy="5131342"/>
            <a:chOff x="0" y="0"/>
            <a:chExt cx="8290560" cy="5131341"/>
          </a:xfrm>
        </p:grpSpPr>
        <p:sp>
          <p:nvSpPr>
            <p:cNvPr id="6652" name="TextBox 2"/>
            <p:cNvSpPr txBox="1"/>
            <p:nvPr/>
          </p:nvSpPr>
          <p:spPr>
            <a:xfrm>
              <a:off x="0" y="0"/>
              <a:ext cx="5242561" cy="24276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3200">
                  <a:solidFill>
                    <a:srgbClr val="FFFFFF"/>
                  </a:solidFill>
                  <a:effectLst>
                    <a:outerShdw sx="100000" sy="100000" kx="0" ky="0" algn="b" rotWithShape="0" blurRad="38100" dist="19050" dir="2700000">
                      <a:srgbClr val="000000">
                        <a:alpha val="40000"/>
                      </a:srgbClr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සාමාදානෙ ත් පැතුම ත්  </a:t>
              </a:r>
            </a:p>
            <a:p>
              <a:pPr algn="ctr">
                <a:defRPr sz="3200">
                  <a:solidFill>
                    <a:srgbClr val="FFFFFF"/>
                  </a:solidFill>
                  <a:effectLst>
                    <a:outerShdw sx="100000" sy="100000" kx="0" ky="0" algn="b" rotWithShape="0" blurRad="38100" dist="19050" dir="2700000">
                      <a:srgbClr val="000000">
                        <a:alpha val="40000"/>
                      </a:srgbClr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ලෙය පමණක් ම යි යේසුස් </a:t>
              </a:r>
            </a:p>
            <a:p>
              <a:pPr algn="ctr">
                <a:defRPr sz="3200">
                  <a:solidFill>
                    <a:srgbClr val="FFFFFF"/>
                  </a:solidFill>
                  <a:effectLst>
                    <a:outerShdw sx="100000" sy="100000" kx="0" ky="0" algn="b" rotWithShape="0" blurRad="38100" dist="19050" dir="2700000">
                      <a:srgbClr val="000000">
                        <a:alpha val="40000"/>
                      </a:srgbClr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මාගේ දමිටු කම ත් </a:t>
              </a:r>
            </a:p>
            <a:p>
              <a:pPr algn="ctr">
                <a:defRPr sz="3200">
                  <a:solidFill>
                    <a:srgbClr val="FFFFFF"/>
                  </a:solidFill>
                  <a:effectLst>
                    <a:outerShdw sx="100000" sy="100000" kx="0" ky="0" algn="b" rotWithShape="0" blurRad="38100" dist="19050" dir="2700000">
                      <a:srgbClr val="000000">
                        <a:alpha val="40000"/>
                      </a:srgbClr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ලෙය පමණක් ම යි යේසුස් </a:t>
              </a:r>
            </a:p>
          </p:txBody>
        </p:sp>
        <p:sp>
          <p:nvSpPr>
            <p:cNvPr id="6653" name="TextBox 3"/>
            <p:cNvSpPr txBox="1"/>
            <p:nvPr/>
          </p:nvSpPr>
          <p:spPr>
            <a:xfrm>
              <a:off x="3429000" y="2951272"/>
              <a:ext cx="4861561" cy="21800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i="1" sz="2800">
                  <a:solidFill>
                    <a:srgbClr val="FFFFFF"/>
                  </a:solidFill>
                  <a:effectLst>
                    <a:outerShdw sx="100000" sy="100000" kx="0" ky="0" algn="b" rotWithShape="0" blurRad="38100" dist="19050" dir="2700000">
                      <a:srgbClr val="000000">
                        <a:alpha val="40000"/>
                      </a:srgbClr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ඔව් අනගි ගඟ </a:t>
              </a:r>
            </a:p>
            <a:p>
              <a:pPr algn="ctr">
                <a:defRPr i="1" sz="2800">
                  <a:solidFill>
                    <a:srgbClr val="FFFFFF"/>
                  </a:solidFill>
                  <a:effectLst>
                    <a:outerShdw sx="100000" sy="100000" kx="0" ky="0" algn="b" rotWithShape="0" blurRad="38100" dist="19050" dir="2700000">
                      <a:srgbClr val="000000">
                        <a:alpha val="40000"/>
                      </a:srgbClr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පව් සෝදන ගඟ </a:t>
              </a:r>
            </a:p>
            <a:p>
              <a:pPr algn="ctr">
                <a:defRPr i="1" sz="2800">
                  <a:solidFill>
                    <a:srgbClr val="FFFFFF"/>
                  </a:solidFill>
                  <a:effectLst>
                    <a:outerShdw sx="100000" sy="100000" kx="0" ky="0" algn="b" rotWithShape="0" blurRad="38100" dist="19050" dir="2700000">
                      <a:srgbClr val="000000">
                        <a:alpha val="40000"/>
                      </a:srgbClr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ජීවනයේ ගඟ </a:t>
              </a:r>
            </a:p>
            <a:p>
              <a:pPr algn="ctr">
                <a:defRPr i="1" sz="2800">
                  <a:solidFill>
                    <a:srgbClr val="FFFFFF"/>
                  </a:solidFill>
                  <a:effectLst>
                    <a:outerShdw sx="100000" sy="100000" kx="0" ky="0" algn="b" rotWithShape="0" blurRad="38100" dist="19050" dir="2700000">
                      <a:srgbClr val="000000">
                        <a:alpha val="40000"/>
                      </a:srgbClr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ලෙයමය පින් වත් යේසුස් 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8" name="Group 1"/>
          <p:cNvGrpSpPr/>
          <p:nvPr/>
        </p:nvGrpSpPr>
        <p:grpSpPr>
          <a:xfrm>
            <a:off x="198122" y="477728"/>
            <a:ext cx="8290560" cy="5207544"/>
            <a:chOff x="0" y="0"/>
            <a:chExt cx="8290559" cy="5207542"/>
          </a:xfrm>
        </p:grpSpPr>
        <p:sp>
          <p:nvSpPr>
            <p:cNvPr id="6656" name="TextBox 2"/>
            <p:cNvSpPr txBox="1"/>
            <p:nvPr/>
          </p:nvSpPr>
          <p:spPr>
            <a:xfrm>
              <a:off x="0" y="0"/>
              <a:ext cx="5242561" cy="24276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3200">
                  <a:solidFill>
                    <a:srgbClr val="FFFFFF"/>
                  </a:solidFill>
                  <a:effectLst>
                    <a:outerShdw sx="100000" sy="100000" kx="0" ky="0" algn="b" rotWithShape="0" blurRad="38100" dist="19050" dir="2700000">
                      <a:srgbClr val="000000">
                        <a:alpha val="40000"/>
                      </a:srgbClr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පව් නසන පුජාව </a:t>
              </a:r>
            </a:p>
            <a:p>
              <a:pPr algn="ctr">
                <a:defRPr sz="3200">
                  <a:solidFill>
                    <a:srgbClr val="FFFFFF"/>
                  </a:solidFill>
                  <a:effectLst>
                    <a:outerShdw sx="100000" sy="100000" kx="0" ky="0" algn="b" rotWithShape="0" blurRad="38100" dist="19050" dir="2700000">
                      <a:srgbClr val="000000">
                        <a:alpha val="40000"/>
                      </a:srgbClr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ලෙය පමණක්මයි යේසුස් </a:t>
              </a:r>
            </a:p>
            <a:p>
              <a:pPr algn="ctr">
                <a:defRPr sz="3200">
                  <a:solidFill>
                    <a:srgbClr val="FFFFFF"/>
                  </a:solidFill>
                  <a:effectLst>
                    <a:outerShdw sx="100000" sy="100000" kx="0" ky="0" algn="b" rotWithShape="0" blurRad="38100" dist="19050" dir="2700000">
                      <a:srgbClr val="000000">
                        <a:alpha val="40000"/>
                      </a:srgbClr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මා කළ හොඳක් නොව  </a:t>
              </a:r>
            </a:p>
            <a:p>
              <a:pPr algn="ctr">
                <a:defRPr sz="3200">
                  <a:solidFill>
                    <a:srgbClr val="FFFFFF"/>
                  </a:solidFill>
                  <a:effectLst>
                    <a:outerShdw sx="100000" sy="100000" kx="0" ky="0" algn="b" rotWithShape="0" blurRad="38100" dist="19050" dir="2700000">
                      <a:srgbClr val="000000">
                        <a:alpha val="40000"/>
                      </a:srgbClr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ලෙය පමණක් ම යි යේසුස් </a:t>
              </a:r>
            </a:p>
          </p:txBody>
        </p:sp>
        <p:sp>
          <p:nvSpPr>
            <p:cNvPr id="6657" name="TextBox 3"/>
            <p:cNvSpPr txBox="1"/>
            <p:nvPr/>
          </p:nvSpPr>
          <p:spPr>
            <a:xfrm>
              <a:off x="3429000" y="3027473"/>
              <a:ext cx="4861560" cy="21800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i="1" sz="2800">
                  <a:solidFill>
                    <a:srgbClr val="FFFFFF"/>
                  </a:solidFill>
                  <a:effectLst>
                    <a:outerShdw sx="100000" sy="100000" kx="0" ky="0" algn="b" rotWithShape="0" blurRad="38100" dist="19050" dir="2700000">
                      <a:srgbClr val="000000">
                        <a:alpha val="40000"/>
                      </a:srgbClr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ඔව් අනගි ගඟ </a:t>
              </a:r>
            </a:p>
            <a:p>
              <a:pPr algn="ctr">
                <a:defRPr i="1" sz="2800">
                  <a:solidFill>
                    <a:srgbClr val="FFFFFF"/>
                  </a:solidFill>
                  <a:effectLst>
                    <a:outerShdw sx="100000" sy="100000" kx="0" ky="0" algn="b" rotWithShape="0" blurRad="38100" dist="19050" dir="2700000">
                      <a:srgbClr val="000000">
                        <a:alpha val="40000"/>
                      </a:srgbClr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පව් සෝදන ගඟ </a:t>
              </a:r>
            </a:p>
            <a:p>
              <a:pPr algn="ctr">
                <a:defRPr i="1" sz="2800">
                  <a:solidFill>
                    <a:srgbClr val="FFFFFF"/>
                  </a:solidFill>
                  <a:effectLst>
                    <a:outerShdw sx="100000" sy="100000" kx="0" ky="0" algn="b" rotWithShape="0" blurRad="38100" dist="19050" dir="2700000">
                      <a:srgbClr val="000000">
                        <a:alpha val="40000"/>
                      </a:srgbClr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ජීවනයේ ගඟ </a:t>
              </a:r>
            </a:p>
            <a:p>
              <a:pPr algn="ctr">
                <a:defRPr i="1" sz="2800">
                  <a:solidFill>
                    <a:srgbClr val="FFFFFF"/>
                  </a:solidFill>
                  <a:effectLst>
                    <a:outerShdw sx="100000" sy="100000" kx="0" ky="0" algn="b" rotWithShape="0" blurRad="38100" dist="19050" dir="2700000">
                      <a:srgbClr val="000000">
                        <a:alpha val="40000"/>
                      </a:srgbClr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ලෙයමය පින් වත් යේසුස් 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0" name="TextBox 1"/>
          <p:cNvSpPr txBox="1"/>
          <p:nvPr/>
        </p:nvSpPr>
        <p:spPr>
          <a:xfrm>
            <a:off x="594359" y="914399"/>
            <a:ext cx="7863842" cy="6624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බලව් </a:t>
            </a:r>
            <a:r>
              <a:t>!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දෙව් පුත් ජේසුස් බලව්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</a:t>
            </a:r>
            <a:r>
              <a:t>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කුරුසේ</a:t>
            </a:r>
            <a:r>
              <a:t>...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අප නිසා ලේ වැගිරෙව්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</a:t>
            </a:r>
            <a:r>
              <a:t>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කුරුසේ</a:t>
            </a:r>
            <a:r>
              <a:t>...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කන් දෙව් හඩ සියල්ලෙනි </a:t>
            </a:r>
          </a:p>
          <a:p>
            <a:pPr>
              <a:defRPr b="1"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ඒලී ලා මා සබක්තනි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හිමි දිව් දෙයි දුකිනි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</a:t>
            </a:r>
            <a:r>
              <a:t>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කුරුසේ</a:t>
            </a:r>
            <a:r>
              <a:t>...</a:t>
            </a:r>
          </a:p>
        </p:txBody>
      </p:sp>
      <p:sp>
        <p:nvSpPr>
          <p:cNvPr id="6661" name="Rectangle 2"/>
          <p:cNvSpPr txBox="1"/>
          <p:nvPr/>
        </p:nvSpPr>
        <p:spPr>
          <a:xfrm>
            <a:off x="426721" y="207823"/>
            <a:ext cx="729220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783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3" name="TextBox 1"/>
          <p:cNvSpPr txBox="1"/>
          <p:nvPr/>
        </p:nvSpPr>
        <p:spPr>
          <a:xfrm>
            <a:off x="594359" y="914399"/>
            <a:ext cx="7863842" cy="6624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විදා ඇති දෑත බලව්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</a:t>
            </a:r>
            <a:r>
              <a:t>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කුරුසේ</a:t>
            </a:r>
            <a:r>
              <a:t>...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ලේ වැස්සෙන අත් පා බලව්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</a:t>
            </a:r>
            <a:r>
              <a:t>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කුරුසේ</a:t>
            </a:r>
            <a:r>
              <a:t>...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ඉර එළිය නොම දෙයි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අහස ගන</a:t>
            </a:r>
            <a:r>
              <a:t>’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දුරු වෙයි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යේසුස් පාප බල බිදියි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</a:t>
            </a:r>
            <a:r>
              <a:t>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කුරුසේ</a:t>
            </a:r>
            <a:r>
              <a:t>...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5" name="TextBox 1"/>
          <p:cNvSpPr txBox="1"/>
          <p:nvPr/>
        </p:nvSpPr>
        <p:spPr>
          <a:xfrm>
            <a:off x="594359" y="914399"/>
            <a:ext cx="7863842" cy="6624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මහත් ගිවිසුම නිම යි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</a:t>
            </a:r>
            <a:r>
              <a:t>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කුරුසේ</a:t>
            </a:r>
            <a:r>
              <a:t>...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සටන් කොට ජය ලබයි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</a:t>
            </a:r>
            <a:r>
              <a:t>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කුරුසේ</a:t>
            </a:r>
            <a:r>
              <a:t>...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හිමි බලා සගය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කී සේක </a:t>
            </a:r>
            <a:r>
              <a:t>“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ඉතින් නිම ය </a:t>
            </a:r>
            <a:r>
              <a:t>”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නමා හිස දිවි දුනි ය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</a:t>
            </a:r>
            <a:r>
              <a:t>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කුරුසේ</a:t>
            </a:r>
            <a:r>
              <a:t>...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7" name="TextBox 1"/>
          <p:cNvSpPr txBox="1"/>
          <p:nvPr/>
        </p:nvSpPr>
        <p:spPr>
          <a:xfrm>
            <a:off x="594359" y="914399"/>
            <a:ext cx="7863842" cy="6624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ගී කියම් කුරුසේ ගැන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</a:t>
            </a:r>
            <a:r>
              <a:t>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කුරුසේ</a:t>
            </a:r>
            <a:r>
              <a:t>...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තුටු නොම වෙමි අන් දේ ගැන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</a:t>
            </a:r>
            <a:r>
              <a:t>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කුරුසේ</a:t>
            </a:r>
            <a:r>
              <a:t>...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තේජයක් මට නෑ වෙන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 ලෙව් තුළේ කිසි තැන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නිසා ජේසු දුන් පණ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කුරුසේ</a:t>
            </a:r>
            <a:r>
              <a:t>...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කුරුසේ</a:t>
            </a:r>
            <a:r>
              <a:t>...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9" name="TextBox 3"/>
          <p:cNvSpPr txBox="1"/>
          <p:nvPr/>
        </p:nvSpPr>
        <p:spPr>
          <a:xfrm>
            <a:off x="849482" y="990600"/>
            <a:ext cx="7863842" cy="4973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කරුණාව විස්ම 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රාවේ මිහිර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තෝරා ගත් නීච මා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නැති වී උන්නෙම් 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දැන් ගැලවී ඉන්නෙම්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පෑදීය නෙත් අන්ධ වූ මා</a:t>
            </a:r>
          </a:p>
        </p:txBody>
      </p:sp>
      <p:sp>
        <p:nvSpPr>
          <p:cNvPr id="6670" name="Rectangle 1"/>
          <p:cNvSpPr txBox="1"/>
          <p:nvPr/>
        </p:nvSpPr>
        <p:spPr>
          <a:xfrm>
            <a:off x="426722" y="207826"/>
            <a:ext cx="90781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78</a:t>
            </a:r>
            <a: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2" name="TextBox 3"/>
          <p:cNvSpPr txBox="1"/>
          <p:nvPr/>
        </p:nvSpPr>
        <p:spPr>
          <a:xfrm>
            <a:off x="849482" y="990600"/>
            <a:ext cx="7863842" cy="4973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කරුණාව තැති ගන්වලා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මාගේ හර්දේ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සොරකම් කළා බිය මාගේ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මාහැඟි ද කොතරම්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කරුණාව මතු වූ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අදහන්න ගත් ඒ මොහොතේ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4" name="TextBox 3"/>
          <p:cNvSpPr txBox="1"/>
          <p:nvPr/>
        </p:nvSpPr>
        <p:spPr>
          <a:xfrm>
            <a:off x="849482" y="990600"/>
            <a:ext cx="7863842" cy="4973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කරුණාව මට දුන් 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හිමිගේ පොරොන්දු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වචනය මා පැතුමන් රැකී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දායාදයත් මා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පලිහත්ය එතුමා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දිවි තෙක් පවත්නා නොනැසී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" name="TextBox 3"/>
          <p:cNvSpPr txBox="1"/>
          <p:nvPr/>
        </p:nvSpPr>
        <p:spPr>
          <a:xfrm>
            <a:off x="849482" y="990600"/>
            <a:ext cx="7863842" cy="4973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ඔව්</a:t>
            </a:r>
            <a:r>
              <a:t>!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මාගේ සිරුරේ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හදේ රිද්ම අඩු වී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භූමික ජීවිතයත් නවතී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කල්හි සාමෙන්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සිටින්නෙම් ප්‍රමෝදෙන්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නොනසින්න දිවියක් හිමි වී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8" name="TextBox 3"/>
          <p:cNvSpPr txBox="1"/>
          <p:nvPr/>
        </p:nvSpPr>
        <p:spPr>
          <a:xfrm>
            <a:off x="849482" y="990600"/>
            <a:ext cx="7863842" cy="4973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අවදානමින් මා 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මළපතින් මැදින් ආ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ගමනේ දී වෙහෙසින් පිරී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කරුණාව ආවා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මෙතෙක් කල් දරා මා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යයි අරන් දෙව් විමන් මා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0" name="TextBox 3"/>
          <p:cNvSpPr txBox="1"/>
          <p:nvPr/>
        </p:nvSpPr>
        <p:spPr>
          <a:xfrm>
            <a:off x="849482" y="990600"/>
            <a:ext cx="7863842" cy="4973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සිටියත් සියක් වසර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සියයක් අපිත් ගොස්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හිරු සේ ප්‍රභාවෙන් දිලී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නැත් වෙයි දිනක් වත් 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අඩුවෙන් ප්‍රශංසා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දෙවිඳුන් ට මුල දී දුන් සේ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2" name="TextBox 3"/>
          <p:cNvSpPr txBox="1"/>
          <p:nvPr/>
        </p:nvSpPr>
        <p:spPr>
          <a:xfrm>
            <a:off x="594359" y="914402"/>
            <a:ext cx="7863842" cy="3322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තේජා රාජ අංජලිකාවෝ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සැරි සරමින් ගැයුවෝ නිමැවුම්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අන්දරයේ රස කී ලෙස ඒ දැන්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ගයනු උපන්නැ යි මේසායිදුන්</a:t>
            </a:r>
          </a:p>
        </p:txBody>
      </p:sp>
      <p:sp>
        <p:nvSpPr>
          <p:cNvPr id="6683" name="TextBox 4"/>
          <p:cNvSpPr txBox="1"/>
          <p:nvPr/>
        </p:nvSpPr>
        <p:spPr>
          <a:xfrm>
            <a:off x="594360" y="4343402"/>
            <a:ext cx="7208520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එමු නමදිමු දැන්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එමු නමදිමු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 අලුත උපන් රජිදුන්</a:t>
            </a:r>
          </a:p>
        </p:txBody>
      </p:sp>
      <p:sp>
        <p:nvSpPr>
          <p:cNvPr id="6684" name="Rectangle 1"/>
          <p:cNvSpPr txBox="1"/>
          <p:nvPr/>
        </p:nvSpPr>
        <p:spPr>
          <a:xfrm>
            <a:off x="426719" y="207823"/>
            <a:ext cx="729220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785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6" name="TextBox 4"/>
          <p:cNvSpPr txBox="1"/>
          <p:nvPr/>
        </p:nvSpPr>
        <p:spPr>
          <a:xfrm>
            <a:off x="594360" y="457202"/>
            <a:ext cx="6675120" cy="4148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රෑ මුළුල්ලේ රකිති එඩේරුන්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රැළ  රැළ  තිරවමැ නිදි වරමින්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මිනිසා සමගින් දැන් වෙති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දෙවිදුන්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අර</a:t>
            </a:r>
            <a:r>
              <a:t>!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අර</a:t>
            </a:r>
            <a:r>
              <a:t>!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මන්දාලෝක දිලේ</a:t>
            </a:r>
          </a:p>
        </p:txBody>
      </p:sp>
      <p:sp>
        <p:nvSpPr>
          <p:cNvPr id="6687" name="TextBox 5"/>
          <p:cNvSpPr txBox="1"/>
          <p:nvPr/>
        </p:nvSpPr>
        <p:spPr>
          <a:xfrm>
            <a:off x="594360" y="4343402"/>
            <a:ext cx="7208520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එමු නමදිමු දැන්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එමු නමදිමු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 අලුත උපන් රජිදුන්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9" name="TextBox 2"/>
          <p:cNvSpPr txBox="1"/>
          <p:nvPr/>
        </p:nvSpPr>
        <p:spPr>
          <a:xfrm>
            <a:off x="457200" y="594360"/>
            <a:ext cx="7574279" cy="3322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ධනයෙන් පැණවතුනි මිදෙව් දැන්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දසුනකි දිදුලන කාන්ති දී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තෙපි නර</a:t>
            </a:r>
            <a:r>
              <a:rPr>
                <a:latin typeface="0KDARALIYA"/>
                <a:ea typeface="0KDARALIYA"/>
                <a:cs typeface="0KDARALIYA"/>
                <a:sym typeface="0KDARALIYA"/>
              </a:rPr>
              <a:t>U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ව්</a:t>
            </a:r>
            <a:r>
              <a:t>!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ඒ තරුව උපන් බැව්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ඉටු කළ ජනතා ආසාවන්</a:t>
            </a:r>
          </a:p>
        </p:txBody>
      </p:sp>
      <p:sp>
        <p:nvSpPr>
          <p:cNvPr id="6690" name="TextBox 3"/>
          <p:cNvSpPr txBox="1"/>
          <p:nvPr/>
        </p:nvSpPr>
        <p:spPr>
          <a:xfrm>
            <a:off x="594360" y="4343402"/>
            <a:ext cx="7208520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එමු නමදිමු දැන්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එමු නමදිමු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 අලුත උපන් රජිදුන්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2" name="Rectangle 1"/>
          <p:cNvSpPr txBox="1"/>
          <p:nvPr/>
        </p:nvSpPr>
        <p:spPr>
          <a:xfrm>
            <a:off x="815563" y="609601"/>
            <a:ext cx="7444518" cy="3322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සාන්තු වරයිනි බියෙන් බලා හුන්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පුජාසන ඉදිරියේ නැමී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බලව්</a:t>
            </a:r>
            <a:r>
              <a:t>!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පහළ වී සිටින දෙවිඳු තුම්</a:t>
            </a:r>
          </a:p>
          <a:p>
            <a:pPr>
              <a:defRPr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ඒ තුමන් දෙව් මැදුරේ දැන් දැන්</a:t>
            </a:r>
          </a:p>
        </p:txBody>
      </p:sp>
      <p:sp>
        <p:nvSpPr>
          <p:cNvPr id="6693" name="TextBox 4"/>
          <p:cNvSpPr txBox="1"/>
          <p:nvPr/>
        </p:nvSpPr>
        <p:spPr>
          <a:xfrm>
            <a:off x="594360" y="4343402"/>
            <a:ext cx="7208520" cy="137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එමු නමදිමු දැන්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එමු නමදිමු දැන්</a:t>
            </a:r>
          </a:p>
          <a:p>
            <a:pPr>
              <a:def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ක්‍රිස්තුස් අලුත උපන් රජිදුන්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5" name="TextBox 4"/>
          <p:cNvSpPr txBox="1"/>
          <p:nvPr/>
        </p:nvSpPr>
        <p:spPr>
          <a:xfrm>
            <a:off x="371856" y="713012"/>
            <a:ext cx="8061961" cy="6237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රැගුවෙමි 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අලුයම් කල ලෝකේ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මම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රැගුවෙමි හිරු සදු තරු අතරේ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රැගුවෙමි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සග සැප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හැර බැස පොළොවේ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 ගේ උපත විය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බෙත්ලෙහෙමේ</a:t>
            </a:r>
          </a:p>
        </p:txBody>
      </p:sp>
      <p:sp>
        <p:nvSpPr>
          <p:cNvPr id="6696" name="TextBox 1"/>
          <p:cNvSpPr txBox="1"/>
          <p:nvPr/>
        </p:nvSpPr>
        <p:spPr>
          <a:xfrm>
            <a:off x="274319" y="228602"/>
            <a:ext cx="9753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787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8" name="TextBox 3"/>
          <p:cNvSpPr txBox="1"/>
          <p:nvPr/>
        </p:nvSpPr>
        <p:spPr>
          <a:xfrm>
            <a:off x="731519" y="457202"/>
            <a:ext cx="7680962" cy="6024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රගන්න රගන්න කො තැන වුවත්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</a:p>
          <a:p>
            <a:pPr>
              <a:defRPr b="1"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සමිදුන් වෙමි මම රංගනයේ</a:t>
            </a:r>
          </a:p>
          <a:p>
            <a:pPr>
              <a:defRPr b="1"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පෙන්වමි ඔබ කො තැන වුවත්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මම්</a:t>
            </a:r>
          </a:p>
          <a:p>
            <a:pPr>
              <a:defRPr b="1"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රගන්න මා ගේ රංගනයේ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0" name="TextBox 2"/>
          <p:cNvSpPr txBox="1"/>
          <p:nvPr/>
        </p:nvSpPr>
        <p:spPr>
          <a:xfrm>
            <a:off x="426719" y="457199"/>
            <a:ext cx="7680962" cy="7027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රැගුවෙමි 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එරිසි න් වෙනුවෙන්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මම්</a:t>
            </a:r>
          </a:p>
          <a:p>
            <a:pPr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රැගුවේ නැත උන් මා සමගින්</a:t>
            </a:r>
          </a:p>
          <a:p>
            <a:pPr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රැගුවෙමි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ධ්වරයි න්</a:t>
            </a:r>
          </a:p>
          <a:p>
            <a:pPr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වෙනුවෙන්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උන්</a:t>
            </a:r>
          </a:p>
          <a:p>
            <a:pPr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රැගුම් අරබුවෝ</a:t>
            </a:r>
          </a:p>
          <a:p>
            <a:pPr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මා සමගින්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2" name="TextBox 3"/>
          <p:cNvSpPr txBox="1"/>
          <p:nvPr/>
        </p:nvSpPr>
        <p:spPr>
          <a:xfrm>
            <a:off x="731519" y="457202"/>
            <a:ext cx="7680962" cy="6024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රගන්න රගන්න කො තැන වුවත්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</a:p>
          <a:p>
            <a:pPr>
              <a:defRPr b="1"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සමිදුන් වෙමි මම රංගනයේ</a:t>
            </a:r>
          </a:p>
          <a:p>
            <a:pPr>
              <a:defRPr b="1"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පෙන්වමි ඔබ කො තැන වුවත්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මම්</a:t>
            </a:r>
          </a:p>
          <a:p>
            <a:pPr>
              <a:defRPr b="1"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රගන්න මා ගේ රංගනයේ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8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4" name="TextBox 4"/>
          <p:cNvSpPr txBox="1"/>
          <p:nvPr/>
        </p:nvSpPr>
        <p:spPr>
          <a:xfrm>
            <a:off x="502919" y="-1"/>
            <a:ext cx="7528562" cy="7027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රැගුවෙමි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සබතේ සුව කෙරුවෙමි ඒ</a:t>
            </a:r>
          </a:p>
          <a:p>
            <a:pPr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නින්දාව ක් කි ශුද්ධ වතුන්</a:t>
            </a:r>
          </a:p>
          <a:p>
            <a:pPr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කසෙන් තලා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නිරුවත් කර දා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</a:t>
            </a:r>
          </a:p>
          <a:p>
            <a:pPr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මැරෙන තුරා </a:t>
            </a:r>
          </a:p>
          <a:p>
            <a:pPr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කුරුසෙ ක් එල්ලූ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8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6" name="TextBox 3"/>
          <p:cNvSpPr txBox="1"/>
          <p:nvPr/>
        </p:nvSpPr>
        <p:spPr>
          <a:xfrm>
            <a:off x="731519" y="457202"/>
            <a:ext cx="7680962" cy="6024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රගන්න රගන්න කො තැන වුවත්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</a:p>
          <a:p>
            <a:pPr>
              <a:defRPr b="1"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සමිදුන් වෙමි මම රංගනයේ</a:t>
            </a:r>
          </a:p>
          <a:p>
            <a:pPr>
              <a:defRPr b="1"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පෙන්වමි ඔබ කො තැන වුවත්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මම්</a:t>
            </a:r>
          </a:p>
          <a:p>
            <a:pPr>
              <a:defRPr b="1"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රගන්න මා ගේ රංගනයේ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8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8" name="TextBox 2"/>
          <p:cNvSpPr txBox="1"/>
          <p:nvPr/>
        </p:nvSpPr>
        <p:spPr>
          <a:xfrm>
            <a:off x="579119" y="457199"/>
            <a:ext cx="7680962" cy="7027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රැගුවෙමි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නුබ කළු වූ කිවි දා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</a:t>
            </a:r>
          </a:p>
          <a:p>
            <a:pPr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යකු මා උර මත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රැගුවේ මා</a:t>
            </a:r>
          </a:p>
          <a:p>
            <a:pPr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අ පැවැත් යැයි</a:t>
            </a:r>
          </a:p>
          <a:p>
            <a:pPr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සැගැවු ව ත්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සොහොනෙ ක</a:t>
            </a:r>
          </a:p>
          <a:p>
            <a:pPr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පවතිමි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තවම ත්</a:t>
            </a:r>
          </a:p>
          <a:p>
            <a:pPr>
              <a:defRPr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රංගනයේ 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8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0" name="TextBox 3"/>
          <p:cNvSpPr txBox="1"/>
          <p:nvPr/>
        </p:nvSpPr>
        <p:spPr>
          <a:xfrm>
            <a:off x="731519" y="457202"/>
            <a:ext cx="7680962" cy="6024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රගන්න රගන්න කො තැන වුවත්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</a:p>
          <a:p>
            <a:pPr>
              <a:defRPr b="1"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සමිදුන් වෙමි මම රංගනයේ</a:t>
            </a:r>
          </a:p>
          <a:p>
            <a:pPr>
              <a:defRPr b="1"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පෙන්වමි ඔබ කො තැන වුවත්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මම්</a:t>
            </a:r>
          </a:p>
          <a:p>
            <a:pPr>
              <a:defRPr b="1"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රගන්න මා ගේ රංගනයේ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8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2" name="TextBox 2"/>
          <p:cNvSpPr txBox="1"/>
          <p:nvPr/>
        </p:nvSpPr>
        <p:spPr>
          <a:xfrm>
            <a:off x="426719" y="381002"/>
            <a:ext cx="7680962" cy="6237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නැසුව ත් මා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පැන නැඟෙමි මම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මා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නො නසින නො මියෙන ජීවනය යි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මා තුල නම්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ඔබ තුල වෙමි මම්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රගම් රංගනේ</a:t>
            </a:r>
          </a:p>
          <a:p>
            <a:pPr>
              <a:defRPr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සමිදුන් මම්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8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4" name="TextBox 3"/>
          <p:cNvSpPr txBox="1"/>
          <p:nvPr/>
        </p:nvSpPr>
        <p:spPr>
          <a:xfrm>
            <a:off x="731519" y="457202"/>
            <a:ext cx="7680962" cy="6024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රගන්න රගන්න කො තැන වුවත්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ඔබ</a:t>
            </a:r>
          </a:p>
          <a:p>
            <a:pPr>
              <a:defRPr b="1"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සමිදුන් වෙමි මම රංගනයේ</a:t>
            </a:r>
          </a:p>
          <a:p>
            <a:pPr>
              <a:defRPr b="1"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මග පෙන්වමි ඔබ කො තැන වුවත්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මම්</a:t>
            </a:r>
          </a:p>
          <a:p>
            <a:pPr>
              <a:defRPr b="1"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රගන්න මා ගේ රංගනයේ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3_Office Theme">
  <a:themeElements>
    <a:clrScheme name="3_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3_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3_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_Office Theme">
  <a:themeElements>
    <a:clrScheme name="3_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3_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3_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